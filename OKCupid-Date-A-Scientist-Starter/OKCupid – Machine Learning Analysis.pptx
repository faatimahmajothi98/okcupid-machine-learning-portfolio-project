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0"/>
  </p:notesMasterIdLst>
  <p:handoutMasterIdLst>
    <p:handoutMasterId r:id="rId41"/>
  </p:handoutMasterIdLst>
  <p:sldIdLst>
    <p:sldId id="256" r:id="rId5"/>
    <p:sldId id="270" r:id="rId6"/>
    <p:sldId id="271" r:id="rId7"/>
    <p:sldId id="284" r:id="rId8"/>
    <p:sldId id="269" r:id="rId9"/>
    <p:sldId id="279" r:id="rId10"/>
    <p:sldId id="266" r:id="rId11"/>
    <p:sldId id="285" r:id="rId12"/>
    <p:sldId id="291" r:id="rId13"/>
    <p:sldId id="286" r:id="rId14"/>
    <p:sldId id="293" r:id="rId15"/>
    <p:sldId id="280" r:id="rId16"/>
    <p:sldId id="292" r:id="rId17"/>
    <p:sldId id="288" r:id="rId18"/>
    <p:sldId id="294" r:id="rId19"/>
    <p:sldId id="290" r:id="rId20"/>
    <p:sldId id="281" r:id="rId21"/>
    <p:sldId id="273" r:id="rId22"/>
    <p:sldId id="295" r:id="rId23"/>
    <p:sldId id="296" r:id="rId24"/>
    <p:sldId id="297" r:id="rId25"/>
    <p:sldId id="298" r:id="rId26"/>
    <p:sldId id="282" r:id="rId27"/>
    <p:sldId id="303" r:id="rId28"/>
    <p:sldId id="301" r:id="rId29"/>
    <p:sldId id="302" r:id="rId30"/>
    <p:sldId id="304" r:id="rId31"/>
    <p:sldId id="305" r:id="rId32"/>
    <p:sldId id="306" r:id="rId33"/>
    <p:sldId id="272" r:id="rId34"/>
    <p:sldId id="274" r:id="rId35"/>
    <p:sldId id="299" r:id="rId36"/>
    <p:sldId id="275" r:id="rId37"/>
    <p:sldId id="300" r:id="rId38"/>
    <p:sldId id="277" r:id="rId3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30F881-AAFC-4F2B-8BDE-A1332839FFB5}">
          <p14:sldIdLst>
            <p14:sldId id="256"/>
            <p14:sldId id="270"/>
            <p14:sldId id="271"/>
            <p14:sldId id="284"/>
            <p14:sldId id="269"/>
          </p14:sldIdLst>
        </p14:section>
        <p14:section name="Exploratory Data Analysis" id="{D03DC641-89FD-4FF0-900B-29A03BBE9F24}">
          <p14:sldIdLst>
            <p14:sldId id="279"/>
            <p14:sldId id="266"/>
            <p14:sldId id="285"/>
            <p14:sldId id="291"/>
            <p14:sldId id="286"/>
            <p14:sldId id="293"/>
          </p14:sldIdLst>
        </p14:section>
        <p14:section name="Data Preprocessing" id="{E45C9DD3-3983-402D-9ADA-41B6D8F2EC84}">
          <p14:sldIdLst>
            <p14:sldId id="280"/>
            <p14:sldId id="292"/>
            <p14:sldId id="288"/>
            <p14:sldId id="294"/>
            <p14:sldId id="290"/>
          </p14:sldIdLst>
        </p14:section>
        <p14:section name="Model Building" id="{C57D0D48-4BFF-447E-AE1B-027BA2C66E31}">
          <p14:sldIdLst>
            <p14:sldId id="281"/>
            <p14:sldId id="273"/>
            <p14:sldId id="295"/>
            <p14:sldId id="296"/>
            <p14:sldId id="297"/>
            <p14:sldId id="298"/>
          </p14:sldIdLst>
        </p14:section>
        <p14:section name="Model Evaluation" id="{C4FF13F1-7E39-4AB8-AB4D-D7B290A99173}">
          <p14:sldIdLst>
            <p14:sldId id="282"/>
            <p14:sldId id="303"/>
            <p14:sldId id="301"/>
            <p14:sldId id="302"/>
            <p14:sldId id="304"/>
            <p14:sldId id="305"/>
            <p14:sldId id="306"/>
          </p14:sldIdLst>
        </p14:section>
        <p14:section name="Conclusion" id="{D40678AF-1A16-4A05-8F05-5E5965F8B786}">
          <p14:sldIdLst>
            <p14:sldId id="272"/>
            <p14:sldId id="274"/>
            <p14:sldId id="299"/>
            <p14:sldId id="275"/>
            <p14:sldId id="300"/>
            <p14:sldId id="277"/>
          </p14:sldIdLst>
        </p14:section>
      </p14:sectionLst>
    </p:ex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A097"/>
    <a:srgbClr val="B32752"/>
    <a:srgbClr val="F5D9D7"/>
    <a:srgbClr val="263025"/>
    <a:srgbClr val="334031"/>
    <a:srgbClr val="8A9161"/>
    <a:srgbClr val="81875A"/>
    <a:srgbClr val="000000"/>
    <a:srgbClr val="EFE0BE"/>
    <a:srgbClr val="F7F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154" y="62"/>
      </p:cViewPr>
      <p:guideLst>
        <p:guide pos="3840"/>
        <p:guide orient="horz" pos="2500"/>
        <p:guide pos="4951"/>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p:scale>
          <a:sx n="1" d="2"/>
          <a:sy n="1" d="2"/>
        </p:scale>
        <p:origin x="2621" y="6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diagrams/_rels/data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 Id="rId4" Type="http://schemas.openxmlformats.org/officeDocument/2006/relationships/image" Target="../media/image10.svg"/></Relationships>
</file>

<file path=ppt/diagrams/_rels/data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image" Target="../media/image12.jpg"/></Relationships>
</file>

<file path=ppt/diagrams/_rels/data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image" Target="../media/image12.jpg"/></Relationships>
</file>

<file path=ppt/diagrams/_rels/drawing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 Id="rId4" Type="http://schemas.openxmlformats.org/officeDocument/2006/relationships/image" Target="../media/image10.svg"/></Relationships>
</file>

<file path=ppt/diagrams/_rels/drawing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image" Target="../media/image12.jpg"/></Relationships>
</file>

<file path=ppt/diagrams/_rels/drawing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image" Target="../media/image12.jp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0NoLn">
    <dgm:fillClrLst meth="repeat">
      <a:schemeClr val="accent3"/>
    </dgm:fillClrLst>
    <dgm:linClrLst meth="repeat">
      <a:schemeClr val="lt1">
        <a:alpha val="0"/>
      </a:schemeClr>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node1NoLn">
    <dgm:fillClrLst meth="repeat">
      <a:schemeClr val="accent3"/>
    </dgm:fillClrLst>
    <dgm:linClrLst meth="repeat">
      <a:schemeClr val="lt1">
        <a:alpha val="0"/>
      </a:schemeClr>
    </dgm:linClrLst>
    <dgm:effectClrLst/>
    <dgm:txLinClrLst/>
    <dgm:txFillClrLst/>
    <dgm:txEffectClrLst/>
  </dgm:styleLbl>
  <dgm:styleLbl name="ltNode1NoLn">
    <dgm:fillClrLst meth="repeat">
      <a:schemeClr val="accent3">
        <a:tint val="75000"/>
      </a:schemeClr>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2NoLn">
    <dgm:fillClrLst meth="repeat">
      <a:schemeClr val="accent3"/>
    </dgm:fillClrLst>
    <dgm:linClrLst meth="repeat">
      <a:schemeClr val="lt1">
        <a:alpha val="0"/>
      </a:schemeClr>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3NoLn">
    <dgm:fillClrLst meth="repeat">
      <a:schemeClr val="accent3"/>
    </dgm:fillClrLst>
    <dgm:linClrLst meth="repeat">
      <a:schemeClr val="lt1">
        <a:alpha val="0"/>
      </a:schemeClr>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node4NoLn">
    <dgm:fillClrLst meth="repeat">
      <a:schemeClr val="accent3"/>
    </dgm:fillClrLst>
    <dgm:linClrLst meth="repeat">
      <a:schemeClr val="lt1">
        <a:alpha val="0"/>
      </a:schemeClr>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15">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4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AFF0D854-D0AB-4EBF-A50D-406D9CAF04D4}" type="doc">
      <dgm:prSet loTypeId="urn:microsoft.com/office/officeart/2026/layout/TextCardShortLine" loCatId="textcard" qsTypeId="urn:microsoft.com/office/officeart/2005/8/quickstyle/simple1#1" qsCatId="simple" csTypeId="urn:microsoft.com/office/officeart/2005/8/colors/accent1_2#1" csCatId="accent1" phldr="1"/>
      <dgm:spPr/>
      <dgm:t>
        <a:bodyPr/>
        <a:lstStyle/>
        <a:p>
          <a:endParaRPr lang="en-GB"/>
        </a:p>
      </dgm:t>
    </dgm:pt>
    <dgm:pt modelId="{D84B216A-033E-4668-8998-AB46541AFBE9}">
      <dgm:prSet phldrT="Title" phldr="0"/>
      <dgm:spPr/>
      <dgm:t>
        <a:bodyPr/>
        <a:lstStyle/>
        <a:p>
          <a:pPr>
            <a:defRPr b="1"/>
          </a:pPr>
          <a:r>
            <a:rPr lang="en-GB" dirty="0"/>
            <a:t>Overview</a:t>
          </a:r>
        </a:p>
      </dgm:t>
    </dgm:pt>
    <dgm:pt modelId="{39DC6F0C-B00D-4C08-BD72-2C225B0566E4}" type="parTrans" cxnId="{7A5760F8-0E16-45CD-A178-EB52CAA55FB5}">
      <dgm:prSet/>
      <dgm:spPr/>
      <dgm:t>
        <a:bodyPr/>
        <a:lstStyle/>
        <a:p>
          <a:endParaRPr lang="en-GB"/>
        </a:p>
      </dgm:t>
    </dgm:pt>
    <dgm:pt modelId="{23EBB93B-D174-4B2A-ABBE-E451D20D925B}" type="sibTrans" cxnId="{7A5760F8-0E16-45CD-A178-EB52CAA55FB5}">
      <dgm:prSet/>
      <dgm:spPr/>
      <dgm:t>
        <a:bodyPr/>
        <a:lstStyle/>
        <a:p>
          <a:endParaRPr lang="en-GB"/>
        </a:p>
      </dgm:t>
    </dgm:pt>
    <dgm:pt modelId="{FA1800FE-3377-4C70-BD44-E7E8A8CE7CF2}">
      <dgm:prSet phldrT="Description" phldr="0" custT="1"/>
      <dgm:spPr/>
      <dgm:t>
        <a:bodyPr/>
        <a:lstStyle/>
        <a:p>
          <a:r>
            <a:rPr lang="en-GB" sz="1200" b="0" i="0" dirty="0">
              <a:latin typeface="Yu Gothic UI Semilight" panose="020B0400000000000000" pitchFamily="34" charset="-128"/>
              <a:ea typeface="Yu Gothic UI Semilight" panose="020B0400000000000000" pitchFamily="34" charset="-128"/>
            </a:rPr>
            <a:t>The </a:t>
          </a:r>
          <a:r>
            <a:rPr lang="en-GB" sz="1200" b="0" i="0" dirty="0" err="1">
              <a:latin typeface="Yu Gothic UI Semilight" panose="020B0400000000000000" pitchFamily="34" charset="-128"/>
              <a:ea typeface="Yu Gothic UI Semilight" panose="020B0400000000000000" pitchFamily="34" charset="-128"/>
            </a:rPr>
            <a:t>OKCupid</a:t>
          </a:r>
          <a:r>
            <a:rPr lang="en-GB" sz="1200" b="0" i="0" dirty="0">
              <a:latin typeface="Yu Gothic UI Semilight" panose="020B0400000000000000" pitchFamily="34" charset="-128"/>
              <a:ea typeface="Yu Gothic UI Semilight" panose="020B0400000000000000" pitchFamily="34" charset="-128"/>
            </a:rPr>
            <a:t> dataset, </a:t>
          </a:r>
          <a:r>
            <a:rPr lang="en-GB" sz="1100" b="0" i="0" dirty="0">
              <a:latin typeface="Courier New" panose="02070309020205020404" pitchFamily="49" charset="0"/>
              <a:cs typeface="Courier New" panose="02070309020205020404" pitchFamily="49" charset="0"/>
            </a:rPr>
            <a:t>profiles.csv</a:t>
          </a:r>
          <a:r>
            <a:rPr lang="en-GB" sz="1200" b="0" i="0" dirty="0">
              <a:latin typeface="Yu Gothic UI Semilight" panose="020B0400000000000000" pitchFamily="34" charset="-128"/>
              <a:ea typeface="Yu Gothic UI Semilight" panose="020B0400000000000000" pitchFamily="34" charset="-128"/>
            </a:rPr>
            <a:t>,</a:t>
          </a:r>
          <a:r>
            <a:rPr lang="en-GB" sz="1400" b="0" i="0" dirty="0">
              <a:latin typeface="Yu Gothic UI Semilight" panose="020B0400000000000000" pitchFamily="34" charset="-128"/>
              <a:ea typeface="Yu Gothic UI Semilight" panose="020B0400000000000000" pitchFamily="34" charset="-128"/>
            </a:rPr>
            <a:t> </a:t>
          </a:r>
          <a:r>
            <a:rPr lang="en-GB" sz="1200" b="0" i="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responses. As the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dirty="0">
            <a:latin typeface="Yu Gothic UI Semilight" panose="020B0400000000000000" pitchFamily="34" charset="-128"/>
            <a:ea typeface="Yu Gothic UI Semilight" panose="020B0400000000000000" pitchFamily="34" charset="-128"/>
          </a:endParaRPr>
        </a:p>
      </dgm:t>
    </dgm:pt>
    <dgm:pt modelId="{CD360F8C-82B0-462C-98A6-7C56C112E0E1}" type="parTrans" cxnId="{4CE001FF-9370-44D5-AB32-B7B3DC3639E4}">
      <dgm:prSet/>
      <dgm:spPr/>
      <dgm:t>
        <a:bodyPr/>
        <a:lstStyle/>
        <a:p>
          <a:endParaRPr lang="en-GB"/>
        </a:p>
      </dgm:t>
    </dgm:pt>
    <dgm:pt modelId="{B366E226-9A8D-4DB5-90F1-B0DFCE596019}" type="sibTrans" cxnId="{4CE001FF-9370-44D5-AB32-B7B3DC3639E4}">
      <dgm:prSet/>
      <dgm:spPr/>
      <dgm:t>
        <a:bodyPr/>
        <a:lstStyle/>
        <a:p>
          <a:endParaRPr lang="en-GB"/>
        </a:p>
      </dgm:t>
    </dgm:pt>
    <dgm:pt modelId="{B2C08B0C-A43A-442F-8E02-54C6E65B69B6}">
      <dgm:prSet phldrT="Title" phldr="0"/>
      <dgm:spPr/>
      <dgm:t>
        <a:bodyPr/>
        <a:lstStyle/>
        <a:p>
          <a:pPr>
            <a:defRPr b="1"/>
          </a:pPr>
          <a:r>
            <a:rPr lang="en-GB" dirty="0"/>
            <a:t>Details</a:t>
          </a:r>
        </a:p>
      </dgm:t>
    </dgm:pt>
    <dgm:pt modelId="{546EBDF4-439F-41E3-BFA7-C5B0C9524E3D}" type="parTrans" cxnId="{F7F37D53-7A32-4D17-A6DA-CC68EE6E3BAB}">
      <dgm:prSet/>
      <dgm:spPr/>
      <dgm:t>
        <a:bodyPr/>
        <a:lstStyle/>
        <a:p>
          <a:endParaRPr lang="en-GB"/>
        </a:p>
      </dgm:t>
    </dgm:pt>
    <dgm:pt modelId="{BAC00185-4370-4081-B638-D57FAA46D925}" type="sibTrans" cxnId="{F7F37D53-7A32-4D17-A6DA-CC68EE6E3BAB}">
      <dgm:prSet/>
      <dgm:spPr/>
      <dgm:t>
        <a:bodyPr/>
        <a:lstStyle/>
        <a:p>
          <a:endParaRPr lang="en-GB"/>
        </a:p>
      </dgm:t>
    </dgm:pt>
    <dgm:pt modelId="{45E95789-6BD4-47F8-9258-21A59FA309E4}">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Using the Python </a:t>
          </a:r>
          <a:r>
            <a:rPr lang="en-GB" sz="1200" dirty="0">
              <a:latin typeface="Courier New" panose="02070309020205020404" pitchFamily="49" charset="0"/>
              <a:cs typeface="Courier New" panose="02070309020205020404" pitchFamily="49" charset="0"/>
            </a:rPr>
            <a:t>pandas</a:t>
          </a:r>
          <a:r>
            <a:rPr lang="en-GB" sz="1400" dirty="0"/>
            <a:t> </a:t>
          </a:r>
          <a:r>
            <a:rPr lang="en-GB" sz="1200" dirty="0">
              <a:latin typeface="Yu Gothic UI Semilight" panose="020B0400000000000000" pitchFamily="34" charset="-128"/>
              <a:ea typeface="Yu Gothic UI Semilight" panose="020B0400000000000000" pitchFamily="34" charset="-128"/>
            </a:rPr>
            <a:t>library, we imported the dataset into a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called</a:t>
          </a:r>
          <a:r>
            <a:rPr lang="en-GB" sz="1400" dirty="0">
              <a:latin typeface="Yu Gothic UI Semilight" panose="020B0400000000000000" pitchFamily="34" charset="-128"/>
              <a:ea typeface="Yu Gothic UI Semilight" panose="020B0400000000000000" pitchFamily="34" charset="-128"/>
            </a:rPr>
            <a:t> </a:t>
          </a:r>
          <a:r>
            <a:rPr lang="en-GB" sz="1200" dirty="0">
              <a:latin typeface="Courier New" panose="02070309020205020404" pitchFamily="49" charset="0"/>
              <a:cs typeface="Courier New" panose="02070309020205020404" pitchFamily="49" charset="0"/>
            </a:rPr>
            <a:t>profiles</a:t>
          </a:r>
          <a:r>
            <a:rPr lang="en-GB" sz="1400" dirty="0">
              <a:latin typeface="Yu Gothic UI Semilight" panose="020B0400000000000000" pitchFamily="34" charset="-128"/>
              <a:ea typeface="Yu Gothic UI Semilight" panose="020B0400000000000000" pitchFamily="34" charset="-128"/>
            </a:rPr>
            <a:t>. </a:t>
          </a:r>
          <a:r>
            <a:rPr lang="en-GB" sz="1200" dirty="0">
              <a:latin typeface="Yu Gothic UI Semilight" panose="020B0400000000000000" pitchFamily="34" charset="-128"/>
              <a:ea typeface="Yu Gothic UI Semilight" panose="020B0400000000000000" pitchFamily="34" charset="-128"/>
            </a:rPr>
            <a:t>This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dirty="0">
              <a:latin typeface="Yu Gothic UI Semilight" panose="020B0400000000000000" pitchFamily="34" charset="-128"/>
              <a:ea typeface="Yu Gothic UI Semilight" panose="020B0400000000000000" pitchFamily="34" charset="-128"/>
            </a:rPr>
            <a:t>income</a:t>
          </a:r>
          <a:r>
            <a:rPr lang="en-GB" sz="1200" dirty="0">
              <a:latin typeface="Yu Gothic UI Semilight" panose="020B0400000000000000" pitchFamily="34" charset="-128"/>
              <a:ea typeface="Yu Gothic UI Semilight" panose="020B0400000000000000" pitchFamily="34" charset="-128"/>
            </a:rPr>
            <a:t> and </a:t>
          </a:r>
          <a:r>
            <a:rPr lang="en-GB" sz="1200" b="1" dirty="0">
              <a:latin typeface="Yu Gothic UI Semilight" panose="020B0400000000000000" pitchFamily="34" charset="-128"/>
              <a:ea typeface="Yu Gothic UI Semilight" panose="020B0400000000000000" pitchFamily="34" charset="-128"/>
            </a:rPr>
            <a:t>age</a:t>
          </a:r>
          <a:r>
            <a:rPr lang="en-GB" sz="1200" dirty="0">
              <a:latin typeface="Yu Gothic UI Semilight" panose="020B0400000000000000" pitchFamily="34" charset="-128"/>
              <a:ea typeface="Yu Gothic UI Semilight" panose="020B0400000000000000" pitchFamily="34" charset="-128"/>
            </a:rPr>
            <a:t>, and categorical data, such as </a:t>
          </a:r>
          <a:r>
            <a:rPr lang="en-GB" sz="1200" b="1" dirty="0">
              <a:latin typeface="Yu Gothic UI Semilight" panose="020B0400000000000000" pitchFamily="34" charset="-128"/>
              <a:ea typeface="Yu Gothic UI Semilight" panose="020B0400000000000000" pitchFamily="34" charset="-128"/>
            </a:rPr>
            <a:t>diet</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religion</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smoker</a:t>
          </a:r>
          <a:r>
            <a:rPr lang="en-GB" sz="1200" dirty="0">
              <a:latin typeface="Yu Gothic UI Semilight" panose="020B0400000000000000" pitchFamily="34" charset="-128"/>
              <a:ea typeface="Yu Gothic UI Semilight" panose="020B0400000000000000" pitchFamily="34" charset="-128"/>
            </a:rPr>
            <a:t> status, and zodiac </a:t>
          </a:r>
          <a:r>
            <a:rPr lang="en-GB" sz="1200" b="1" dirty="0">
              <a:latin typeface="Yu Gothic UI Semilight" panose="020B0400000000000000" pitchFamily="34" charset="-128"/>
              <a:ea typeface="Yu Gothic UI Semilight" panose="020B0400000000000000" pitchFamily="34" charset="-128"/>
            </a:rPr>
            <a:t>sign</a:t>
          </a:r>
          <a:r>
            <a:rPr lang="en-GB" sz="1200" dirty="0">
              <a:latin typeface="Yu Gothic UI Semilight" panose="020B0400000000000000" pitchFamily="34" charset="-128"/>
              <a:ea typeface="Yu Gothic UI Semilight" panose="020B0400000000000000" pitchFamily="34" charset="-128"/>
            </a:rPr>
            <a:t>.</a:t>
          </a:r>
          <a:endParaRPr lang="en-GB" sz="1400" dirty="0">
            <a:latin typeface="Yu Gothic UI Semilight" panose="020B0400000000000000" pitchFamily="34" charset="-128"/>
            <a:ea typeface="Yu Gothic UI Semilight" panose="020B0400000000000000" pitchFamily="34" charset="-128"/>
          </a:endParaRPr>
        </a:p>
      </dgm:t>
    </dgm:pt>
    <dgm:pt modelId="{A6220A1E-BB77-472B-960E-F12D63759395}" type="parTrans" cxnId="{633AAA63-0683-4DBE-8089-26A9B0BB3BBA}">
      <dgm:prSet/>
      <dgm:spPr/>
      <dgm:t>
        <a:bodyPr/>
        <a:lstStyle/>
        <a:p>
          <a:endParaRPr lang="en-GB"/>
        </a:p>
      </dgm:t>
    </dgm:pt>
    <dgm:pt modelId="{6244E6B2-2AA7-4E6F-8F5B-17CED60EC799}" type="sibTrans" cxnId="{633AAA63-0683-4DBE-8089-26A9B0BB3BBA}">
      <dgm:prSet/>
      <dgm:spPr/>
      <dgm:t>
        <a:bodyPr/>
        <a:lstStyle/>
        <a:p>
          <a:endParaRPr lang="en-GB"/>
        </a:p>
      </dgm:t>
    </dgm:pt>
    <dgm:pt modelId="{A6DC1595-5AD6-4E16-A2C0-0AD88D240FEC}">
      <dgm:prSet phldrT="Title" phldr="0"/>
      <dgm:spPr/>
      <dgm:t>
        <a:bodyPr/>
        <a:lstStyle/>
        <a:p>
          <a:pPr>
            <a:defRPr b="1"/>
          </a:pPr>
          <a:r>
            <a:rPr lang="en-GB" dirty="0"/>
            <a:t>Obstacles</a:t>
          </a:r>
        </a:p>
      </dgm:t>
    </dgm:pt>
    <dgm:pt modelId="{715A077F-96EF-47F6-B264-4450FA0DEF09}" type="parTrans" cxnId="{120D8649-4900-4925-ADEE-73D796E4A998}">
      <dgm:prSet/>
      <dgm:spPr/>
      <dgm:t>
        <a:bodyPr/>
        <a:lstStyle/>
        <a:p>
          <a:endParaRPr lang="en-GB"/>
        </a:p>
      </dgm:t>
    </dgm:pt>
    <dgm:pt modelId="{88B9B046-AB9F-4F98-B047-33449B97DCF3}" type="sibTrans" cxnId="{120D8649-4900-4925-ADEE-73D796E4A998}">
      <dgm:prSet/>
      <dgm:spPr/>
      <dgm:t>
        <a:bodyPr/>
        <a:lstStyle/>
        <a:p>
          <a:endParaRPr lang="en-GB"/>
        </a:p>
      </dgm:t>
    </dgm:pt>
    <dgm:pt modelId="{CBA84ADA-96E3-4FB9-9169-58908AD71990}">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dirty="0">
              <a:latin typeface="Yu Gothic UI Semilight" panose="020B0400000000000000" pitchFamily="34" charset="-128"/>
              <a:ea typeface="Yu Gothic UI Semilight" panose="020B0400000000000000" pitchFamily="34" charset="-128"/>
            </a:rPr>
            <a:t>diet</a:t>
          </a:r>
          <a:r>
            <a:rPr lang="en-GB" sz="1200" b="0" i="0" dirty="0">
              <a:latin typeface="Yu Gothic UI Semilight" panose="020B0400000000000000" pitchFamily="34" charset="-128"/>
              <a:ea typeface="Yu Gothic UI Semilight" panose="020B0400000000000000" pitchFamily="34" charset="-128"/>
            </a:rPr>
            <a:t>, </a:t>
          </a:r>
          <a:r>
            <a:rPr lang="en-GB" sz="1200" b="1" i="0" dirty="0">
              <a:latin typeface="Yu Gothic UI Semilight" panose="020B0400000000000000" pitchFamily="34" charset="-128"/>
              <a:ea typeface="Yu Gothic UI Semilight" panose="020B0400000000000000" pitchFamily="34" charset="-128"/>
            </a:rPr>
            <a:t>offspring</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religion</a:t>
          </a:r>
          <a:r>
            <a:rPr lang="en-GB" sz="1200" b="0" i="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dirty="0">
              <a:latin typeface="Yu Gothic UI Semilight" panose="020B0400000000000000" pitchFamily="34" charset="-128"/>
              <a:ea typeface="Yu Gothic UI Semilight" panose="020B0400000000000000" pitchFamily="34" charset="-128"/>
            </a:rPr>
            <a:t>age</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height</a:t>
          </a:r>
          <a:r>
            <a:rPr lang="en-GB" sz="1200" b="0" i="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dirty="0">
            <a:latin typeface="Yu Gothic UI Semilight" panose="020B0400000000000000" pitchFamily="34" charset="-128"/>
            <a:ea typeface="Yu Gothic UI Semilight" panose="020B0400000000000000" pitchFamily="34" charset="-128"/>
          </a:endParaRPr>
        </a:p>
      </dgm:t>
    </dgm:pt>
    <dgm:pt modelId="{4114CAA8-DFAD-4316-80A7-1F9578AD87AC}" type="parTrans" cxnId="{11C305AB-01AC-4735-8EA2-0B16BF5810F4}">
      <dgm:prSet/>
      <dgm:spPr/>
      <dgm:t>
        <a:bodyPr/>
        <a:lstStyle/>
        <a:p>
          <a:endParaRPr lang="en-GB"/>
        </a:p>
      </dgm:t>
    </dgm:pt>
    <dgm:pt modelId="{CCB1F0BA-C179-4AD1-B532-6C18C36AD92D}" type="sibTrans" cxnId="{11C305AB-01AC-4735-8EA2-0B16BF5810F4}">
      <dgm:prSet/>
      <dgm:spPr/>
      <dgm:t>
        <a:bodyPr/>
        <a:lstStyle/>
        <a:p>
          <a:endParaRPr lang="en-GB"/>
        </a:p>
      </dgm:t>
    </dgm:pt>
    <dgm:pt modelId="{90A97E0C-7879-4BC1-B619-5CCF5EE5A88C}" type="pres">
      <dgm:prSet presAssocID="{AFF0D854-D0AB-4EBF-A50D-406D9CAF04D4}" presName="root" presStyleCnt="0">
        <dgm:presLayoutVars>
          <dgm:dir/>
          <dgm:resizeHandles val="exact"/>
        </dgm:presLayoutVars>
      </dgm:prSet>
      <dgm:spPr/>
    </dgm:pt>
    <dgm:pt modelId="{63A09779-0813-4C8C-9AC8-D8ECA4335FDF}" type="pres">
      <dgm:prSet presAssocID="{D84B216A-033E-4668-8998-AB46541AFBE9}" presName="compNode" presStyleCnt="0"/>
      <dgm:spPr/>
    </dgm:pt>
    <dgm:pt modelId="{8E3B3DE9-9986-4CF9-BD2A-7EE019AE550F}" type="pres">
      <dgm:prSet presAssocID="{D84B216A-033E-4668-8998-AB46541AFBE9}" presName="accentLine" presStyleLbl="dkBgShp" presStyleIdx="0" presStyleCnt="3"/>
      <dgm:spPr>
        <a:solidFill>
          <a:schemeClr val="accent1">
            <a:shade val="80000"/>
            <a:hueOff val="0"/>
            <a:satOff val="0"/>
            <a:lumOff val="0"/>
            <a:alphaOff val="0"/>
          </a:schemeClr>
        </a:solidFill>
        <a:ln>
          <a:noFill/>
        </a:ln>
        <a:effectLst/>
      </dgm:spPr>
    </dgm:pt>
    <dgm:pt modelId="{5FC7AB3E-E33E-41A8-8E53-0F5D4B0FD2B6}" type="pres">
      <dgm:prSet presAssocID="{D84B216A-033E-4668-8998-AB46541AFBE9}" presName="titleText" presStyleLbl="revTx" presStyleIdx="0" presStyleCnt="6">
        <dgm:presLayoutVars>
          <dgm:chMax val="0"/>
          <dgm:chPref val="0"/>
        </dgm:presLayoutVars>
      </dgm:prSet>
      <dgm:spPr/>
    </dgm:pt>
    <dgm:pt modelId="{C941D104-F19D-4F79-BECB-6E0F02117D51}" type="pres">
      <dgm:prSet presAssocID="{D84B216A-033E-4668-8998-AB46541AFBE9}" presName="bodyText" presStyleLbl="revTx" presStyleIdx="1" presStyleCnt="6">
        <dgm:presLayoutVars>
          <dgm:chMax val="0"/>
          <dgm:chPref val="0"/>
        </dgm:presLayoutVars>
      </dgm:prSet>
      <dgm:spPr/>
    </dgm:pt>
    <dgm:pt modelId="{253DEDC0-581A-49A1-9B19-5B23B1788239}" type="pres">
      <dgm:prSet presAssocID="{23EBB93B-D174-4B2A-ABBE-E451D20D925B}" presName="sibTrans" presStyleCnt="0"/>
      <dgm:spPr/>
    </dgm:pt>
    <dgm:pt modelId="{E249E1AB-AB9E-4868-9AC6-7ABDAABA9086}" type="pres">
      <dgm:prSet presAssocID="{B2C08B0C-A43A-442F-8E02-54C6E65B69B6}" presName="compNode" presStyleCnt="0"/>
      <dgm:spPr/>
    </dgm:pt>
    <dgm:pt modelId="{C10799AD-B342-4043-9539-303F3880E6B3}" type="pres">
      <dgm:prSet presAssocID="{B2C08B0C-A43A-442F-8E02-54C6E65B69B6}" presName="accentLine" presStyleLbl="dkBgShp" presStyleIdx="1" presStyleCnt="3"/>
      <dgm:spPr>
        <a:solidFill>
          <a:schemeClr val="accent1">
            <a:shade val="80000"/>
            <a:hueOff val="0"/>
            <a:satOff val="0"/>
            <a:lumOff val="0"/>
            <a:alphaOff val="0"/>
          </a:schemeClr>
        </a:solidFill>
        <a:ln>
          <a:noFill/>
        </a:ln>
        <a:effectLst/>
      </dgm:spPr>
    </dgm:pt>
    <dgm:pt modelId="{81290FA1-DECB-491E-A978-4A5D42FAC6F8}" type="pres">
      <dgm:prSet presAssocID="{B2C08B0C-A43A-442F-8E02-54C6E65B69B6}" presName="titleText" presStyleLbl="revTx" presStyleIdx="2" presStyleCnt="6">
        <dgm:presLayoutVars>
          <dgm:chMax val="0"/>
          <dgm:chPref val="0"/>
        </dgm:presLayoutVars>
      </dgm:prSet>
      <dgm:spPr/>
    </dgm:pt>
    <dgm:pt modelId="{A2E6A667-C4F5-4489-8AB4-8791A31ACB42}" type="pres">
      <dgm:prSet presAssocID="{B2C08B0C-A43A-442F-8E02-54C6E65B69B6}" presName="bodyText" presStyleLbl="revTx" presStyleIdx="3" presStyleCnt="6">
        <dgm:presLayoutVars>
          <dgm:chMax val="0"/>
          <dgm:chPref val="0"/>
        </dgm:presLayoutVars>
      </dgm:prSet>
      <dgm:spPr/>
    </dgm:pt>
    <dgm:pt modelId="{BBA95CA1-2C94-43E3-85DD-1C4706F067EC}" type="pres">
      <dgm:prSet presAssocID="{BAC00185-4370-4081-B638-D57FAA46D925}" presName="sibTrans" presStyleCnt="0"/>
      <dgm:spPr/>
    </dgm:pt>
    <dgm:pt modelId="{F18BB54B-414B-4772-8FD0-0F62028A995C}" type="pres">
      <dgm:prSet presAssocID="{A6DC1595-5AD6-4E16-A2C0-0AD88D240FEC}" presName="compNode" presStyleCnt="0"/>
      <dgm:spPr/>
    </dgm:pt>
    <dgm:pt modelId="{74C0B1B6-AD43-4A09-AED3-C9E5DEF4C7A9}" type="pres">
      <dgm:prSet presAssocID="{A6DC1595-5AD6-4E16-A2C0-0AD88D240FEC}" presName="accentLine" presStyleLbl="dkBgShp" presStyleIdx="2" presStyleCnt="3"/>
      <dgm:spPr>
        <a:solidFill>
          <a:schemeClr val="accent1">
            <a:shade val="80000"/>
            <a:hueOff val="0"/>
            <a:satOff val="0"/>
            <a:lumOff val="0"/>
            <a:alphaOff val="0"/>
          </a:schemeClr>
        </a:solidFill>
        <a:ln>
          <a:noFill/>
        </a:ln>
        <a:effectLst/>
      </dgm:spPr>
    </dgm:pt>
    <dgm:pt modelId="{89A4B3A6-53AE-4919-A589-F48A8820CACF}" type="pres">
      <dgm:prSet presAssocID="{A6DC1595-5AD6-4E16-A2C0-0AD88D240FEC}" presName="titleText" presStyleLbl="revTx" presStyleIdx="4" presStyleCnt="6">
        <dgm:presLayoutVars>
          <dgm:chMax val="0"/>
          <dgm:chPref val="0"/>
        </dgm:presLayoutVars>
      </dgm:prSet>
      <dgm:spPr/>
    </dgm:pt>
    <dgm:pt modelId="{E55A895E-BE01-4E48-B5E0-4A42D74DA1C1}" type="pres">
      <dgm:prSet presAssocID="{A6DC1595-5AD6-4E16-A2C0-0AD88D240FEC}" presName="bodyText" presStyleLbl="revTx" presStyleIdx="5" presStyleCnt="6">
        <dgm:presLayoutVars>
          <dgm:chMax val="0"/>
          <dgm:chPref val="0"/>
        </dgm:presLayoutVars>
      </dgm:prSet>
      <dgm:spPr/>
    </dgm:pt>
  </dgm:ptLst>
  <dgm:cxnLst>
    <dgm:cxn modelId="{5F044D1A-B9BB-4FA5-B063-971DDD04F06D}" type="presOf" srcId="{A6DC1595-5AD6-4E16-A2C0-0AD88D240FEC}" destId="{89A4B3A6-53AE-4919-A589-F48A8820CACF}" srcOrd="0" destOrd="0" presId="urn:microsoft.com/office/officeart/2026/layout/TextCardShortLine"/>
    <dgm:cxn modelId="{4F330921-6FC6-40F7-AEE1-9343C08134A5}" type="presOf" srcId="{D84B216A-033E-4668-8998-AB46541AFBE9}" destId="{5FC7AB3E-E33E-41A8-8E53-0F5D4B0FD2B6}" srcOrd="0" destOrd="0" presId="urn:microsoft.com/office/officeart/2026/layout/TextCardShortLine"/>
    <dgm:cxn modelId="{29F5052B-6531-49B4-8941-5E19C34CADE5}" type="presOf" srcId="{AFF0D854-D0AB-4EBF-A50D-406D9CAF04D4}" destId="{90A97E0C-7879-4BC1-B619-5CCF5EE5A88C}" srcOrd="0" destOrd="0" presId="urn:microsoft.com/office/officeart/2026/layout/TextCardShortLine"/>
    <dgm:cxn modelId="{633AAA63-0683-4DBE-8089-26A9B0BB3BBA}" srcId="{B2C08B0C-A43A-442F-8E02-54C6E65B69B6}" destId="{45E95789-6BD4-47F8-9258-21A59FA309E4}" srcOrd="0" destOrd="0" parTransId="{A6220A1E-BB77-472B-960E-F12D63759395}" sibTransId="{6244E6B2-2AA7-4E6F-8F5B-17CED60EC799}"/>
    <dgm:cxn modelId="{120D8649-4900-4925-ADEE-73D796E4A998}" srcId="{AFF0D854-D0AB-4EBF-A50D-406D9CAF04D4}" destId="{A6DC1595-5AD6-4E16-A2C0-0AD88D240FEC}" srcOrd="2" destOrd="0" parTransId="{715A077F-96EF-47F6-B264-4450FA0DEF09}" sibTransId="{88B9B046-AB9F-4F98-B047-33449B97DCF3}"/>
    <dgm:cxn modelId="{F7F37D53-7A32-4D17-A6DA-CC68EE6E3BAB}" srcId="{AFF0D854-D0AB-4EBF-A50D-406D9CAF04D4}" destId="{B2C08B0C-A43A-442F-8E02-54C6E65B69B6}" srcOrd="1" destOrd="0" parTransId="{546EBDF4-439F-41E3-BFA7-C5B0C9524E3D}" sibTransId="{BAC00185-4370-4081-B638-D57FAA46D925}"/>
    <dgm:cxn modelId="{3E322B8D-7A73-4E02-945F-529438C51B72}" type="presOf" srcId="{B2C08B0C-A43A-442F-8E02-54C6E65B69B6}" destId="{81290FA1-DECB-491E-A978-4A5D42FAC6F8}" srcOrd="0" destOrd="0" presId="urn:microsoft.com/office/officeart/2026/layout/TextCardShortLine"/>
    <dgm:cxn modelId="{11C305AB-01AC-4735-8EA2-0B16BF5810F4}" srcId="{A6DC1595-5AD6-4E16-A2C0-0AD88D240FEC}" destId="{CBA84ADA-96E3-4FB9-9169-58908AD71990}" srcOrd="0" destOrd="0" parTransId="{4114CAA8-DFAD-4316-80A7-1F9578AD87AC}" sibTransId="{CCB1F0BA-C179-4AD1-B532-6C18C36AD92D}"/>
    <dgm:cxn modelId="{DA6288B1-3EB8-4B7C-86D5-82ABD97AE3EC}" type="presOf" srcId="{CBA84ADA-96E3-4FB9-9169-58908AD71990}" destId="{E55A895E-BE01-4E48-B5E0-4A42D74DA1C1}" srcOrd="0" destOrd="0" presId="urn:microsoft.com/office/officeart/2026/layout/TextCardShortLine"/>
    <dgm:cxn modelId="{FD465DC9-EF30-4048-815D-8C9B4CD66AC7}" type="presOf" srcId="{45E95789-6BD4-47F8-9258-21A59FA309E4}" destId="{A2E6A667-C4F5-4489-8AB4-8791A31ACB42}" srcOrd="0" destOrd="0" presId="urn:microsoft.com/office/officeart/2026/layout/TextCardShortLine"/>
    <dgm:cxn modelId="{720B37EA-1D5B-4804-BB0D-6F99F8B2B4D1}" type="presOf" srcId="{FA1800FE-3377-4C70-BD44-E7E8A8CE7CF2}" destId="{C941D104-F19D-4F79-BECB-6E0F02117D51}" srcOrd="0" destOrd="0" presId="urn:microsoft.com/office/officeart/2026/layout/TextCardShortLine"/>
    <dgm:cxn modelId="{7A5760F8-0E16-45CD-A178-EB52CAA55FB5}" srcId="{AFF0D854-D0AB-4EBF-A50D-406D9CAF04D4}" destId="{D84B216A-033E-4668-8998-AB46541AFBE9}" srcOrd="0" destOrd="0" parTransId="{39DC6F0C-B00D-4C08-BD72-2C225B0566E4}" sibTransId="{23EBB93B-D174-4B2A-ABBE-E451D20D925B}"/>
    <dgm:cxn modelId="{4CE001FF-9370-44D5-AB32-B7B3DC3639E4}" srcId="{D84B216A-033E-4668-8998-AB46541AFBE9}" destId="{FA1800FE-3377-4C70-BD44-E7E8A8CE7CF2}" srcOrd="0" destOrd="0" parTransId="{CD360F8C-82B0-462C-98A6-7C56C112E0E1}" sibTransId="{B366E226-9A8D-4DB5-90F1-B0DFCE596019}"/>
    <dgm:cxn modelId="{FC1B89B5-E274-4A1C-94DB-5CE0809ABF91}" type="presParOf" srcId="{90A97E0C-7879-4BC1-B619-5CCF5EE5A88C}" destId="{63A09779-0813-4C8C-9AC8-D8ECA4335FDF}" srcOrd="0" destOrd="0" presId="urn:microsoft.com/office/officeart/2026/layout/TextCardShortLine"/>
    <dgm:cxn modelId="{84F3D4CF-8734-4B6A-99FF-C2086B52E63B}" type="presParOf" srcId="{63A09779-0813-4C8C-9AC8-D8ECA4335FDF}" destId="{8E3B3DE9-9986-4CF9-BD2A-7EE019AE550F}" srcOrd="0" destOrd="0" presId="urn:microsoft.com/office/officeart/2026/layout/TextCardShortLine"/>
    <dgm:cxn modelId="{A0A2EF56-36EC-45AD-9A82-851831DB5052}" type="presParOf" srcId="{63A09779-0813-4C8C-9AC8-D8ECA4335FDF}" destId="{5FC7AB3E-E33E-41A8-8E53-0F5D4B0FD2B6}" srcOrd="1" destOrd="0" presId="urn:microsoft.com/office/officeart/2026/layout/TextCardShortLine"/>
    <dgm:cxn modelId="{1881BA0C-FF3A-43FF-A3FC-F5DD0520AFF9}" type="presParOf" srcId="{63A09779-0813-4C8C-9AC8-D8ECA4335FDF}" destId="{C941D104-F19D-4F79-BECB-6E0F02117D51}" srcOrd="2" destOrd="0" presId="urn:microsoft.com/office/officeart/2026/layout/TextCardShortLine"/>
    <dgm:cxn modelId="{AF97CD97-25E6-4FD6-9F21-5D02262A0ED6}" type="presParOf" srcId="{90A97E0C-7879-4BC1-B619-5CCF5EE5A88C}" destId="{253DEDC0-581A-49A1-9B19-5B23B1788239}" srcOrd="1" destOrd="0" presId="urn:microsoft.com/office/officeart/2026/layout/TextCardShortLine"/>
    <dgm:cxn modelId="{98717664-792E-410A-8C4A-D1A4487DB784}" type="presParOf" srcId="{90A97E0C-7879-4BC1-B619-5CCF5EE5A88C}" destId="{E249E1AB-AB9E-4868-9AC6-7ABDAABA9086}" srcOrd="2" destOrd="0" presId="urn:microsoft.com/office/officeart/2026/layout/TextCardShortLine"/>
    <dgm:cxn modelId="{FB6BF5F2-B5F6-4A47-8B20-77E26F48F31E}" type="presParOf" srcId="{E249E1AB-AB9E-4868-9AC6-7ABDAABA9086}" destId="{C10799AD-B342-4043-9539-303F3880E6B3}" srcOrd="0" destOrd="0" presId="urn:microsoft.com/office/officeart/2026/layout/TextCardShortLine"/>
    <dgm:cxn modelId="{2B1A431B-986D-4A38-B251-6C08E87B9DBF}" type="presParOf" srcId="{E249E1AB-AB9E-4868-9AC6-7ABDAABA9086}" destId="{81290FA1-DECB-491E-A978-4A5D42FAC6F8}" srcOrd="1" destOrd="0" presId="urn:microsoft.com/office/officeart/2026/layout/TextCardShortLine"/>
    <dgm:cxn modelId="{8EB6D4F6-4C4F-426D-9827-69FD0263BE36}" type="presParOf" srcId="{E249E1AB-AB9E-4868-9AC6-7ABDAABA9086}" destId="{A2E6A667-C4F5-4489-8AB4-8791A31ACB42}" srcOrd="2" destOrd="0" presId="urn:microsoft.com/office/officeart/2026/layout/TextCardShortLine"/>
    <dgm:cxn modelId="{EA1A9B14-0B33-4D8E-8AA8-280D5AC9B14D}" type="presParOf" srcId="{90A97E0C-7879-4BC1-B619-5CCF5EE5A88C}" destId="{BBA95CA1-2C94-43E3-85DD-1C4706F067EC}" srcOrd="3" destOrd="0" presId="urn:microsoft.com/office/officeart/2026/layout/TextCardShortLine"/>
    <dgm:cxn modelId="{9A63E636-CD79-4285-B2D7-B6A0D2971141}" type="presParOf" srcId="{90A97E0C-7879-4BC1-B619-5CCF5EE5A88C}" destId="{F18BB54B-414B-4772-8FD0-0F62028A995C}" srcOrd="4" destOrd="0" presId="urn:microsoft.com/office/officeart/2026/layout/TextCardShortLine"/>
    <dgm:cxn modelId="{8AE072C6-782D-4312-8F0E-F2D8F27235BB}" type="presParOf" srcId="{F18BB54B-414B-4772-8FD0-0F62028A995C}" destId="{74C0B1B6-AD43-4A09-AED3-C9E5DEF4C7A9}" srcOrd="0" destOrd="0" presId="urn:microsoft.com/office/officeart/2026/layout/TextCardShortLine"/>
    <dgm:cxn modelId="{395D2D0B-E5AC-4592-9D41-B48E1DD8E8BB}" type="presParOf" srcId="{F18BB54B-414B-4772-8FD0-0F62028A995C}" destId="{89A4B3A6-53AE-4919-A589-F48A8820CACF}" srcOrd="1" destOrd="0" presId="urn:microsoft.com/office/officeart/2026/layout/TextCardShortLine"/>
    <dgm:cxn modelId="{9E7582C5-DFCD-4774-9E0F-40CE4D289046}" type="presParOf" srcId="{F18BB54B-414B-4772-8FD0-0F62028A995C}" destId="{E55A895E-BE01-4E48-B5E0-4A42D74DA1C1}" srcOrd="2" destOrd="0" presId="urn:microsoft.com/office/officeart/2026/layout/TextCardShort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95B1DA4-2DF7-4199-978E-2F0571660648}" type="doc">
      <dgm:prSet loTypeId="urn:microsoft.com/office/officeart/2005/8/layout/default" loCatId="list" qsTypeId="urn:microsoft.com/office/officeart/2005/8/quickstyle/simple2" qsCatId="simple" csTypeId="urn:microsoft.com/office/officeart/2005/8/colors/accent3_2#3" csCatId="accent3" phldr="1"/>
      <dgm:spPr/>
      <dgm:t>
        <a:bodyPr/>
        <a:lstStyle/>
        <a:p>
          <a:endParaRPr lang="en-US"/>
        </a:p>
      </dgm:t>
    </dgm:pt>
    <dgm:pt modelId="{BBCB97B5-82B4-4B25-832B-CA2E90BD8317}">
      <dgm:prSet/>
      <dgm:spPr/>
      <dgm:t>
        <a:bodyPr/>
        <a:lstStyle/>
        <a:p>
          <a:r>
            <a:rPr lang="en-GB" b="1" dirty="0"/>
            <a:t>Age:</a:t>
          </a:r>
          <a:r>
            <a:rPr lang="en-GB" dirty="0"/>
            <a:t> Most users are in their late 20s to early 30s, with a mean age of about 32 years.</a:t>
          </a:r>
          <a:endParaRPr lang="en-US" dirty="0"/>
        </a:p>
      </dgm:t>
    </dgm:pt>
    <dgm:pt modelId="{ACF2B27A-B079-4B2E-A86B-E144FF785170}" type="parTrans" cxnId="{F7C89BB1-6AA1-490B-9309-07AA5E69C89C}">
      <dgm:prSet/>
      <dgm:spPr/>
      <dgm:t>
        <a:bodyPr/>
        <a:lstStyle/>
        <a:p>
          <a:endParaRPr lang="en-US"/>
        </a:p>
      </dgm:t>
    </dgm:pt>
    <dgm:pt modelId="{450A042E-3AE4-4B50-BF08-AB21BE81E920}" type="sibTrans" cxnId="{F7C89BB1-6AA1-490B-9309-07AA5E69C89C}">
      <dgm:prSet/>
      <dgm:spPr/>
      <dgm:t>
        <a:bodyPr/>
        <a:lstStyle/>
        <a:p>
          <a:endParaRPr lang="en-US"/>
        </a:p>
      </dgm:t>
    </dgm:pt>
    <dgm:pt modelId="{A8C1864E-BB40-4D5E-B13C-E5D865F0FD31}">
      <dgm:prSet/>
      <dgm:spPr/>
      <dgm:t>
        <a:bodyPr/>
        <a:lstStyle/>
        <a:p>
          <a:r>
            <a:rPr lang="en-GB" b="1"/>
            <a:t>Gender:</a:t>
          </a:r>
          <a:r>
            <a:rPr lang="en-GB"/>
            <a:t> There are more men than women in the dataset.</a:t>
          </a:r>
          <a:endParaRPr lang="en-US"/>
        </a:p>
      </dgm:t>
    </dgm:pt>
    <dgm:pt modelId="{67DB2D09-8597-41B9-9812-56FDB9A5CF25}" type="parTrans" cxnId="{CF6FBF0A-44F4-4DA8-84C8-2484F1E98E49}">
      <dgm:prSet/>
      <dgm:spPr/>
      <dgm:t>
        <a:bodyPr/>
        <a:lstStyle/>
        <a:p>
          <a:endParaRPr lang="en-US"/>
        </a:p>
      </dgm:t>
    </dgm:pt>
    <dgm:pt modelId="{8A38EACD-6D09-4ABF-8ED7-8C812C76FC8A}" type="sibTrans" cxnId="{CF6FBF0A-44F4-4DA8-84C8-2484F1E98E49}">
      <dgm:prSet/>
      <dgm:spPr/>
      <dgm:t>
        <a:bodyPr/>
        <a:lstStyle/>
        <a:p>
          <a:endParaRPr lang="en-US"/>
        </a:p>
      </dgm:t>
    </dgm:pt>
    <dgm:pt modelId="{EDA5AFC7-87C5-4513-B732-ECBDF5025C0A}">
      <dgm:prSet/>
      <dgm:spPr/>
      <dgm:t>
        <a:bodyPr/>
        <a:lstStyle/>
        <a:p>
          <a:r>
            <a:rPr lang="en-GB" b="1" dirty="0"/>
            <a:t>Religion, Job, and Zodiac:</a:t>
          </a:r>
          <a:r>
            <a:rPr lang="en-GB" dirty="0"/>
            <a:t> There is a wide range of religions and job roles among users in the dataset, with unequal distributions. Zodiac signs are relatively equally distributed.</a:t>
          </a:r>
          <a:endParaRPr lang="en-US" dirty="0"/>
        </a:p>
      </dgm:t>
    </dgm:pt>
    <dgm:pt modelId="{30679786-F212-4CE7-83FB-EAFD42825CCA}" type="parTrans" cxnId="{CD8C38FC-0F50-458C-AFF1-724E45DB0DED}">
      <dgm:prSet/>
      <dgm:spPr/>
      <dgm:t>
        <a:bodyPr/>
        <a:lstStyle/>
        <a:p>
          <a:endParaRPr lang="en-US"/>
        </a:p>
      </dgm:t>
    </dgm:pt>
    <dgm:pt modelId="{98F09061-B2AA-42B9-B1E6-DD441C4A1FCA}" type="sibTrans" cxnId="{CD8C38FC-0F50-458C-AFF1-724E45DB0DED}">
      <dgm:prSet/>
      <dgm:spPr/>
      <dgm:t>
        <a:bodyPr/>
        <a:lstStyle/>
        <a:p>
          <a:endParaRPr lang="en-US"/>
        </a:p>
      </dgm:t>
    </dgm:pt>
    <dgm:pt modelId="{FD72E7DE-7A7D-4B27-9B58-5972B4EE773B}">
      <dgm:prSet/>
      <dgm:spPr/>
      <dgm:t>
        <a:bodyPr/>
        <a:lstStyle/>
        <a:p>
          <a:r>
            <a:rPr lang="en-GB" b="1"/>
            <a:t>Pets, Offspring and Orientation:</a:t>
          </a:r>
          <a:r>
            <a:rPr lang="en-GB"/>
            <a:t> Most of the users like both dogs and cats, and most are childless. The majority of users are straight, but other orientations are present.</a:t>
          </a:r>
          <a:endParaRPr lang="en-US"/>
        </a:p>
      </dgm:t>
    </dgm:pt>
    <dgm:pt modelId="{CD9651BB-6C73-4173-A688-24B435D296BD}" type="parTrans" cxnId="{89BB7E69-8191-43EB-97ED-EC7F266C9D9B}">
      <dgm:prSet/>
      <dgm:spPr/>
      <dgm:t>
        <a:bodyPr/>
        <a:lstStyle/>
        <a:p>
          <a:endParaRPr lang="en-US"/>
        </a:p>
      </dgm:t>
    </dgm:pt>
    <dgm:pt modelId="{EB2D1790-6F6A-4DA0-B4CC-892AAFE8932E}" type="sibTrans" cxnId="{89BB7E69-8191-43EB-97ED-EC7F266C9D9B}">
      <dgm:prSet/>
      <dgm:spPr/>
      <dgm:t>
        <a:bodyPr/>
        <a:lstStyle/>
        <a:p>
          <a:endParaRPr lang="en-US"/>
        </a:p>
      </dgm:t>
    </dgm:pt>
    <dgm:pt modelId="{32589210-71CD-44B3-B322-508AA67D9CEC}">
      <dgm:prSet/>
      <dgm:spPr/>
      <dgm:t>
        <a:bodyPr/>
        <a:lstStyle/>
        <a:p>
          <a:r>
            <a:rPr lang="en-GB" b="1"/>
            <a:t>Status:</a:t>
          </a:r>
          <a:r>
            <a:rPr lang="en-GB"/>
            <a:t> Most of the users are single, but curiously, there are exceptions.</a:t>
          </a:r>
          <a:endParaRPr lang="en-US"/>
        </a:p>
      </dgm:t>
    </dgm:pt>
    <dgm:pt modelId="{9805857E-AC63-4479-96E6-7B778CBBE0D5}" type="parTrans" cxnId="{8E377CA9-2FB3-48B3-9A61-247032EC1E4F}">
      <dgm:prSet/>
      <dgm:spPr/>
      <dgm:t>
        <a:bodyPr/>
        <a:lstStyle/>
        <a:p>
          <a:endParaRPr lang="en-US"/>
        </a:p>
      </dgm:t>
    </dgm:pt>
    <dgm:pt modelId="{6F867BF9-E5FF-4F06-913E-CB259F1B3D26}" type="sibTrans" cxnId="{8E377CA9-2FB3-48B3-9A61-247032EC1E4F}">
      <dgm:prSet/>
      <dgm:spPr/>
      <dgm:t>
        <a:bodyPr/>
        <a:lstStyle/>
        <a:p>
          <a:endParaRPr lang="en-US"/>
        </a:p>
      </dgm:t>
    </dgm:pt>
    <dgm:pt modelId="{948DF05B-6976-459B-8A61-EFE2073C21DB}">
      <dgm:prSet/>
      <dgm:spPr/>
      <dgm:t>
        <a:bodyPr/>
        <a:lstStyle/>
        <a:p>
          <a:r>
            <a:rPr lang="en-GB" b="1"/>
            <a:t>Smokes:</a:t>
          </a:r>
          <a:r>
            <a:rPr lang="en-GB"/>
            <a:t> Most of the users do not smoke, but there are a range who do smoke conditionally or otherwise.</a:t>
          </a:r>
          <a:endParaRPr lang="en-US"/>
        </a:p>
      </dgm:t>
    </dgm:pt>
    <dgm:pt modelId="{94C11A0A-E0EA-489F-B3F1-0F09EB86340D}" type="parTrans" cxnId="{BAC45A98-5F27-43A8-8F0E-AC90125F6666}">
      <dgm:prSet/>
      <dgm:spPr/>
      <dgm:t>
        <a:bodyPr/>
        <a:lstStyle/>
        <a:p>
          <a:endParaRPr lang="en-US"/>
        </a:p>
      </dgm:t>
    </dgm:pt>
    <dgm:pt modelId="{F9F9FA7F-0260-4C6B-AB1E-87118E1C1306}" type="sibTrans" cxnId="{BAC45A98-5F27-43A8-8F0E-AC90125F6666}">
      <dgm:prSet/>
      <dgm:spPr/>
      <dgm:t>
        <a:bodyPr/>
        <a:lstStyle/>
        <a:p>
          <a:endParaRPr lang="en-US"/>
        </a:p>
      </dgm:t>
    </dgm:pt>
    <dgm:pt modelId="{78831D68-E861-43B6-95EE-78072793A286}" type="pres">
      <dgm:prSet presAssocID="{695B1DA4-2DF7-4199-978E-2F0571660648}" presName="diagram" presStyleCnt="0">
        <dgm:presLayoutVars>
          <dgm:dir/>
          <dgm:resizeHandles val="exact"/>
        </dgm:presLayoutVars>
      </dgm:prSet>
      <dgm:spPr/>
    </dgm:pt>
    <dgm:pt modelId="{ED1CC66D-F365-4C6C-8796-5EEA587FC234}" type="pres">
      <dgm:prSet presAssocID="{BBCB97B5-82B4-4B25-832B-CA2E90BD8317}" presName="node" presStyleLbl="node1" presStyleIdx="0" presStyleCnt="6">
        <dgm:presLayoutVars>
          <dgm:bulletEnabled val="1"/>
        </dgm:presLayoutVars>
      </dgm:prSet>
      <dgm:spPr/>
    </dgm:pt>
    <dgm:pt modelId="{049BA875-08B5-4870-8186-A66954115820}" type="pres">
      <dgm:prSet presAssocID="{450A042E-3AE4-4B50-BF08-AB21BE81E920}" presName="sibTrans" presStyleCnt="0"/>
      <dgm:spPr/>
    </dgm:pt>
    <dgm:pt modelId="{4C0B00DE-EEF7-4A71-9046-D3F50C318FBE}" type="pres">
      <dgm:prSet presAssocID="{A8C1864E-BB40-4D5E-B13C-E5D865F0FD31}" presName="node" presStyleLbl="node1" presStyleIdx="1" presStyleCnt="6">
        <dgm:presLayoutVars>
          <dgm:bulletEnabled val="1"/>
        </dgm:presLayoutVars>
      </dgm:prSet>
      <dgm:spPr/>
    </dgm:pt>
    <dgm:pt modelId="{0A533DE5-B120-48EE-8672-FFFF4DF449A2}" type="pres">
      <dgm:prSet presAssocID="{8A38EACD-6D09-4ABF-8ED7-8C812C76FC8A}" presName="sibTrans" presStyleCnt="0"/>
      <dgm:spPr/>
    </dgm:pt>
    <dgm:pt modelId="{533D7804-1771-4E33-93BA-61445D8301E1}" type="pres">
      <dgm:prSet presAssocID="{EDA5AFC7-87C5-4513-B732-ECBDF5025C0A}" presName="node" presStyleLbl="node1" presStyleIdx="2" presStyleCnt="6">
        <dgm:presLayoutVars>
          <dgm:bulletEnabled val="1"/>
        </dgm:presLayoutVars>
      </dgm:prSet>
      <dgm:spPr/>
    </dgm:pt>
    <dgm:pt modelId="{08DF3B16-635F-4AA8-8647-BF3D97A9796A}" type="pres">
      <dgm:prSet presAssocID="{98F09061-B2AA-42B9-B1E6-DD441C4A1FCA}" presName="sibTrans" presStyleCnt="0"/>
      <dgm:spPr/>
    </dgm:pt>
    <dgm:pt modelId="{84722377-7139-42AF-B3BD-F9DBB7CE4F95}" type="pres">
      <dgm:prSet presAssocID="{FD72E7DE-7A7D-4B27-9B58-5972B4EE773B}" presName="node" presStyleLbl="node1" presStyleIdx="3" presStyleCnt="6">
        <dgm:presLayoutVars>
          <dgm:bulletEnabled val="1"/>
        </dgm:presLayoutVars>
      </dgm:prSet>
      <dgm:spPr/>
    </dgm:pt>
    <dgm:pt modelId="{A05C035A-0DBB-46EC-8762-FD6120C0C08B}" type="pres">
      <dgm:prSet presAssocID="{EB2D1790-6F6A-4DA0-B4CC-892AAFE8932E}" presName="sibTrans" presStyleCnt="0"/>
      <dgm:spPr/>
    </dgm:pt>
    <dgm:pt modelId="{A8E33BAF-C742-4161-9B21-93AF8323FC9B}" type="pres">
      <dgm:prSet presAssocID="{32589210-71CD-44B3-B322-508AA67D9CEC}" presName="node" presStyleLbl="node1" presStyleIdx="4" presStyleCnt="6">
        <dgm:presLayoutVars>
          <dgm:bulletEnabled val="1"/>
        </dgm:presLayoutVars>
      </dgm:prSet>
      <dgm:spPr/>
    </dgm:pt>
    <dgm:pt modelId="{19A9FB35-781A-4171-B927-AFDD97AEB2CF}" type="pres">
      <dgm:prSet presAssocID="{6F867BF9-E5FF-4F06-913E-CB259F1B3D26}" presName="sibTrans" presStyleCnt="0"/>
      <dgm:spPr/>
    </dgm:pt>
    <dgm:pt modelId="{CD0016FB-506C-4C54-BEF4-88D589CEFB6D}" type="pres">
      <dgm:prSet presAssocID="{948DF05B-6976-459B-8A61-EFE2073C21DB}" presName="node" presStyleLbl="node1" presStyleIdx="5" presStyleCnt="6">
        <dgm:presLayoutVars>
          <dgm:bulletEnabled val="1"/>
        </dgm:presLayoutVars>
      </dgm:prSet>
      <dgm:spPr/>
    </dgm:pt>
  </dgm:ptLst>
  <dgm:cxnLst>
    <dgm:cxn modelId="{CF6FBF0A-44F4-4DA8-84C8-2484F1E98E49}" srcId="{695B1DA4-2DF7-4199-978E-2F0571660648}" destId="{A8C1864E-BB40-4D5E-B13C-E5D865F0FD31}" srcOrd="1" destOrd="0" parTransId="{67DB2D09-8597-41B9-9812-56FDB9A5CF25}" sibTransId="{8A38EACD-6D09-4ABF-8ED7-8C812C76FC8A}"/>
    <dgm:cxn modelId="{CC582318-617E-4C8F-B19B-A7C1350688B8}" type="presOf" srcId="{32589210-71CD-44B3-B322-508AA67D9CEC}" destId="{A8E33BAF-C742-4161-9B21-93AF8323FC9B}" srcOrd="0" destOrd="0" presId="urn:microsoft.com/office/officeart/2005/8/layout/default"/>
    <dgm:cxn modelId="{75438A31-A48B-4305-B891-3A7A7E97E4AC}" type="presOf" srcId="{FD72E7DE-7A7D-4B27-9B58-5972B4EE773B}" destId="{84722377-7139-42AF-B3BD-F9DBB7CE4F95}" srcOrd="0" destOrd="0" presId="urn:microsoft.com/office/officeart/2005/8/layout/default"/>
    <dgm:cxn modelId="{89BB7E69-8191-43EB-97ED-EC7F266C9D9B}" srcId="{695B1DA4-2DF7-4199-978E-2F0571660648}" destId="{FD72E7DE-7A7D-4B27-9B58-5972B4EE773B}" srcOrd="3" destOrd="0" parTransId="{CD9651BB-6C73-4173-A688-24B435D296BD}" sibTransId="{EB2D1790-6F6A-4DA0-B4CC-892AAFE8932E}"/>
    <dgm:cxn modelId="{C29F946F-1EE1-4C4E-90C5-0863E382B45A}" type="presOf" srcId="{A8C1864E-BB40-4D5E-B13C-E5D865F0FD31}" destId="{4C0B00DE-EEF7-4A71-9046-D3F50C318FBE}" srcOrd="0" destOrd="0" presId="urn:microsoft.com/office/officeart/2005/8/layout/default"/>
    <dgm:cxn modelId="{24E45470-794B-4AF3-B569-346C1D8067A9}" type="presOf" srcId="{695B1DA4-2DF7-4199-978E-2F0571660648}" destId="{78831D68-E861-43B6-95EE-78072793A286}" srcOrd="0" destOrd="0" presId="urn:microsoft.com/office/officeart/2005/8/layout/default"/>
    <dgm:cxn modelId="{12284D56-F9EF-496F-A3D3-C89CCD1615CB}" type="presOf" srcId="{EDA5AFC7-87C5-4513-B732-ECBDF5025C0A}" destId="{533D7804-1771-4E33-93BA-61445D8301E1}" srcOrd="0" destOrd="0" presId="urn:microsoft.com/office/officeart/2005/8/layout/default"/>
    <dgm:cxn modelId="{7E862594-6FCF-4228-9C15-D6301285B06C}" type="presOf" srcId="{948DF05B-6976-459B-8A61-EFE2073C21DB}" destId="{CD0016FB-506C-4C54-BEF4-88D589CEFB6D}" srcOrd="0" destOrd="0" presId="urn:microsoft.com/office/officeart/2005/8/layout/default"/>
    <dgm:cxn modelId="{BAC45A98-5F27-43A8-8F0E-AC90125F6666}" srcId="{695B1DA4-2DF7-4199-978E-2F0571660648}" destId="{948DF05B-6976-459B-8A61-EFE2073C21DB}" srcOrd="5" destOrd="0" parTransId="{94C11A0A-E0EA-489F-B3F1-0F09EB86340D}" sibTransId="{F9F9FA7F-0260-4C6B-AB1E-87118E1C1306}"/>
    <dgm:cxn modelId="{8E377CA9-2FB3-48B3-9A61-247032EC1E4F}" srcId="{695B1DA4-2DF7-4199-978E-2F0571660648}" destId="{32589210-71CD-44B3-B322-508AA67D9CEC}" srcOrd="4" destOrd="0" parTransId="{9805857E-AC63-4479-96E6-7B778CBBE0D5}" sibTransId="{6F867BF9-E5FF-4F06-913E-CB259F1B3D26}"/>
    <dgm:cxn modelId="{F7C89BB1-6AA1-490B-9309-07AA5E69C89C}" srcId="{695B1DA4-2DF7-4199-978E-2F0571660648}" destId="{BBCB97B5-82B4-4B25-832B-CA2E90BD8317}" srcOrd="0" destOrd="0" parTransId="{ACF2B27A-B079-4B2E-A86B-E144FF785170}" sibTransId="{450A042E-3AE4-4B50-BF08-AB21BE81E920}"/>
    <dgm:cxn modelId="{D06A4DB4-09D8-4CB1-98BD-1699EBB67162}" type="presOf" srcId="{BBCB97B5-82B4-4B25-832B-CA2E90BD8317}" destId="{ED1CC66D-F365-4C6C-8796-5EEA587FC234}" srcOrd="0" destOrd="0" presId="urn:microsoft.com/office/officeart/2005/8/layout/default"/>
    <dgm:cxn modelId="{CD8C38FC-0F50-458C-AFF1-724E45DB0DED}" srcId="{695B1DA4-2DF7-4199-978E-2F0571660648}" destId="{EDA5AFC7-87C5-4513-B732-ECBDF5025C0A}" srcOrd="2" destOrd="0" parTransId="{30679786-F212-4CE7-83FB-EAFD42825CCA}" sibTransId="{98F09061-B2AA-42B9-B1E6-DD441C4A1FCA}"/>
    <dgm:cxn modelId="{9F4AF85B-AA15-427A-88C2-5DABDF6FD2B8}" type="presParOf" srcId="{78831D68-E861-43B6-95EE-78072793A286}" destId="{ED1CC66D-F365-4C6C-8796-5EEA587FC234}" srcOrd="0" destOrd="0" presId="urn:microsoft.com/office/officeart/2005/8/layout/default"/>
    <dgm:cxn modelId="{A9A40C05-14DD-4BFC-A600-D5C7F9CC0DD9}" type="presParOf" srcId="{78831D68-E861-43B6-95EE-78072793A286}" destId="{049BA875-08B5-4870-8186-A66954115820}" srcOrd="1" destOrd="0" presId="urn:microsoft.com/office/officeart/2005/8/layout/default"/>
    <dgm:cxn modelId="{1FE0F4D4-2FA7-407F-BB0B-DA15AF44D7C3}" type="presParOf" srcId="{78831D68-E861-43B6-95EE-78072793A286}" destId="{4C0B00DE-EEF7-4A71-9046-D3F50C318FBE}" srcOrd="2" destOrd="0" presId="urn:microsoft.com/office/officeart/2005/8/layout/default"/>
    <dgm:cxn modelId="{4DA386D2-9BC7-46D8-ACB1-B73DBF849F56}" type="presParOf" srcId="{78831D68-E861-43B6-95EE-78072793A286}" destId="{0A533DE5-B120-48EE-8672-FFFF4DF449A2}" srcOrd="3" destOrd="0" presId="urn:microsoft.com/office/officeart/2005/8/layout/default"/>
    <dgm:cxn modelId="{CC903C06-ECE2-4D1B-BA1F-C69234B51720}" type="presParOf" srcId="{78831D68-E861-43B6-95EE-78072793A286}" destId="{533D7804-1771-4E33-93BA-61445D8301E1}" srcOrd="4" destOrd="0" presId="urn:microsoft.com/office/officeart/2005/8/layout/default"/>
    <dgm:cxn modelId="{C2FD4224-874A-46EA-B3C5-E93307C168CA}" type="presParOf" srcId="{78831D68-E861-43B6-95EE-78072793A286}" destId="{08DF3B16-635F-4AA8-8647-BF3D97A9796A}" srcOrd="5" destOrd="0" presId="urn:microsoft.com/office/officeart/2005/8/layout/default"/>
    <dgm:cxn modelId="{1D6CB5A0-EB7C-4569-BD02-34DACE03140E}" type="presParOf" srcId="{78831D68-E861-43B6-95EE-78072793A286}" destId="{84722377-7139-42AF-B3BD-F9DBB7CE4F95}" srcOrd="6" destOrd="0" presId="urn:microsoft.com/office/officeart/2005/8/layout/default"/>
    <dgm:cxn modelId="{162679F3-B78C-40DF-85CB-29D168821098}" type="presParOf" srcId="{78831D68-E861-43B6-95EE-78072793A286}" destId="{A05C035A-0DBB-46EC-8762-FD6120C0C08B}" srcOrd="7" destOrd="0" presId="urn:microsoft.com/office/officeart/2005/8/layout/default"/>
    <dgm:cxn modelId="{B7AE9D6C-89F5-4CFD-91AC-8637E86BC5F1}" type="presParOf" srcId="{78831D68-E861-43B6-95EE-78072793A286}" destId="{A8E33BAF-C742-4161-9B21-93AF8323FC9B}" srcOrd="8" destOrd="0" presId="urn:microsoft.com/office/officeart/2005/8/layout/default"/>
    <dgm:cxn modelId="{AA259A03-3006-4C16-BADE-A1D8849429CE}" type="presParOf" srcId="{78831D68-E861-43B6-95EE-78072793A286}" destId="{19A9FB35-781A-4171-B927-AFDD97AEB2CF}" srcOrd="9" destOrd="0" presId="urn:microsoft.com/office/officeart/2005/8/layout/default"/>
    <dgm:cxn modelId="{BD5936F6-2DCE-44AB-B9F3-3419A759B99F}" type="presParOf" srcId="{78831D68-E861-43B6-95EE-78072793A286}" destId="{CD0016FB-506C-4C54-BEF4-88D589CEFB6D}"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960177-44CF-40FD-B627-FBCCE617F968}" type="doc">
      <dgm:prSet loTypeId="urn:microsoft.com/office/officeart/2016/7/layout/RepeatingBendingProcessNew" loCatId="process" qsTypeId="urn:microsoft.com/office/officeart/2005/8/quickstyle/simple1#22" qsCatId="simple" csTypeId="urn:microsoft.com/office/officeart/2005/8/colors/accent3_2" csCatId="accent3" phldr="1"/>
      <dgm:spPr/>
      <dgm:t>
        <a:bodyPr/>
        <a:lstStyle/>
        <a:p>
          <a:endParaRPr lang="en-US"/>
        </a:p>
      </dgm:t>
    </dgm:pt>
    <dgm:pt modelId="{9C97CE36-904D-4F2C-A50A-A8CAA7D59C01}">
      <dgm:prSet/>
      <dgm:spPr/>
      <dgm:t>
        <a:bodyPr/>
        <a:lstStyle/>
        <a:p>
          <a:r>
            <a:rPr lang="en-GB" b="1" dirty="0"/>
            <a:t>Data Cleaning</a:t>
          </a:r>
          <a:endParaRPr lang="en-US" dirty="0"/>
        </a:p>
      </dgm:t>
    </dgm:pt>
    <dgm:pt modelId="{7811D7AB-E9FA-49C3-B145-52339A942F9C}" type="parTrans" cxnId="{D5039D3D-10E3-47C9-93F4-96D4FBB98FC7}">
      <dgm:prSet/>
      <dgm:spPr/>
      <dgm:t>
        <a:bodyPr/>
        <a:lstStyle/>
        <a:p>
          <a:endParaRPr lang="en-US"/>
        </a:p>
      </dgm:t>
    </dgm:pt>
    <dgm:pt modelId="{FBA97229-D5AE-443D-B518-C55DF1F29908}" type="sibTrans" cxnId="{D5039D3D-10E3-47C9-93F4-96D4FBB98FC7}">
      <dgm:prSet/>
      <dgm:spPr/>
      <dgm:t>
        <a:bodyPr/>
        <a:lstStyle/>
        <a:p>
          <a:endParaRPr lang="en-US"/>
        </a:p>
      </dgm:t>
    </dgm:pt>
    <dgm:pt modelId="{8C599005-29B9-4ABB-83CC-36CADF6FE489}">
      <dgm:prSet/>
      <dgm:spPr/>
      <dgm:t>
        <a:bodyPr/>
        <a:lstStyle/>
        <a:p>
          <a:r>
            <a:rPr lang="en-GB" b="1" dirty="0"/>
            <a:t>Feature Selection</a:t>
          </a:r>
          <a:endParaRPr lang="en-US" dirty="0"/>
        </a:p>
      </dgm:t>
    </dgm:pt>
    <dgm:pt modelId="{31BEE999-ACF9-4101-A636-4C8C30F30C51}" type="parTrans" cxnId="{6F9C7F9D-F1FF-4323-B72C-835444D5E9A3}">
      <dgm:prSet/>
      <dgm:spPr/>
      <dgm:t>
        <a:bodyPr/>
        <a:lstStyle/>
        <a:p>
          <a:endParaRPr lang="en-US"/>
        </a:p>
      </dgm:t>
    </dgm:pt>
    <dgm:pt modelId="{467EB575-B2AD-4816-9EA2-916F0BC9A001}" type="sibTrans" cxnId="{6F9C7F9D-F1FF-4323-B72C-835444D5E9A3}">
      <dgm:prSet/>
      <dgm:spPr/>
      <dgm:t>
        <a:bodyPr/>
        <a:lstStyle/>
        <a:p>
          <a:endParaRPr lang="en-US"/>
        </a:p>
      </dgm:t>
    </dgm:pt>
    <dgm:pt modelId="{CE52FF54-571C-4982-8291-F15D2D9FD9FD}">
      <dgm:prSet/>
      <dgm:spPr/>
      <dgm:t>
        <a:bodyPr/>
        <a:lstStyle/>
        <a:p>
          <a:r>
            <a:rPr lang="en-GB" b="1" dirty="0"/>
            <a:t>Target Label Encoding</a:t>
          </a:r>
          <a:endParaRPr lang="en-US" dirty="0"/>
        </a:p>
      </dgm:t>
    </dgm:pt>
    <dgm:pt modelId="{73F70061-9B7B-4DA4-A0FE-FD3F2C5705E6}" type="parTrans" cxnId="{5C7ED9EB-F543-434A-BBED-51186BC73AB2}">
      <dgm:prSet/>
      <dgm:spPr/>
      <dgm:t>
        <a:bodyPr/>
        <a:lstStyle/>
        <a:p>
          <a:endParaRPr lang="en-US"/>
        </a:p>
      </dgm:t>
    </dgm:pt>
    <dgm:pt modelId="{ED2B34D1-35AA-413F-8B06-F6F769E302D8}" type="sibTrans" cxnId="{5C7ED9EB-F543-434A-BBED-51186BC73AB2}">
      <dgm:prSet/>
      <dgm:spPr/>
      <dgm:t>
        <a:bodyPr/>
        <a:lstStyle/>
        <a:p>
          <a:endParaRPr lang="en-US"/>
        </a:p>
      </dgm:t>
    </dgm:pt>
    <dgm:pt modelId="{63140D27-11E1-47DF-8AFE-B1D3C3410610}">
      <dgm:prSet/>
      <dgm:spPr/>
      <dgm:t>
        <a:bodyPr/>
        <a:lstStyle/>
        <a:p>
          <a:r>
            <a:rPr lang="en-GB" b="1" dirty="0"/>
            <a:t>Train-test Split</a:t>
          </a:r>
          <a:endParaRPr lang="en-US" dirty="0"/>
        </a:p>
      </dgm:t>
    </dgm:pt>
    <dgm:pt modelId="{5BB3F2F2-1555-40BC-B9BD-72F858D8FDE3}" type="parTrans" cxnId="{65608975-F83B-47DA-B006-C1540279797A}">
      <dgm:prSet/>
      <dgm:spPr/>
      <dgm:t>
        <a:bodyPr/>
        <a:lstStyle/>
        <a:p>
          <a:endParaRPr lang="en-US"/>
        </a:p>
      </dgm:t>
    </dgm:pt>
    <dgm:pt modelId="{F259D400-1151-462B-B7F9-3A8E45DA805C}" type="sibTrans" cxnId="{65608975-F83B-47DA-B006-C1540279797A}">
      <dgm:prSet/>
      <dgm:spPr/>
      <dgm:t>
        <a:bodyPr/>
        <a:lstStyle/>
        <a:p>
          <a:endParaRPr lang="en-US"/>
        </a:p>
      </dgm:t>
    </dgm:pt>
    <dgm:pt modelId="{673B793F-9237-4B7C-B9B2-744D416ACAA1}">
      <dgm:prSet/>
      <dgm:spPr/>
      <dgm:t>
        <a:bodyPr/>
        <a:lstStyle/>
        <a:p>
          <a:r>
            <a:rPr lang="en-GB" b="1" dirty="0"/>
            <a:t>One-Hot Encoding</a:t>
          </a:r>
          <a:endParaRPr lang="en-US" dirty="0"/>
        </a:p>
      </dgm:t>
    </dgm:pt>
    <dgm:pt modelId="{6AD0F296-EEBA-43D2-8104-D63E0114E450}" type="parTrans" cxnId="{ECB6D348-549F-4781-816C-9998700D62AB}">
      <dgm:prSet/>
      <dgm:spPr/>
      <dgm:t>
        <a:bodyPr/>
        <a:lstStyle/>
        <a:p>
          <a:endParaRPr lang="en-US"/>
        </a:p>
      </dgm:t>
    </dgm:pt>
    <dgm:pt modelId="{C7474D1B-3CB4-4B30-8F4E-AE0562229606}" type="sibTrans" cxnId="{ECB6D348-549F-4781-816C-9998700D62AB}">
      <dgm:prSet/>
      <dgm:spPr/>
      <dgm:t>
        <a:bodyPr/>
        <a:lstStyle/>
        <a:p>
          <a:endParaRPr lang="en-US"/>
        </a:p>
      </dgm:t>
    </dgm:pt>
    <dgm:pt modelId="{EA556D0B-F398-4601-B804-2AC0BA65FE8D}">
      <dgm:prSet/>
      <dgm:spPr/>
      <dgm:t>
        <a:bodyPr/>
        <a:lstStyle/>
        <a:p>
          <a:r>
            <a:rPr lang="en-GB" b="1" dirty="0"/>
            <a:t>Standardisation</a:t>
          </a:r>
          <a:endParaRPr lang="en-US" dirty="0"/>
        </a:p>
      </dgm:t>
    </dgm:pt>
    <dgm:pt modelId="{FC78E5D4-34A0-45C2-92DA-058DF9940BD7}" type="parTrans" cxnId="{86774023-DC3D-4F62-8611-A166186E807F}">
      <dgm:prSet/>
      <dgm:spPr/>
      <dgm:t>
        <a:bodyPr/>
        <a:lstStyle/>
        <a:p>
          <a:endParaRPr lang="en-US"/>
        </a:p>
      </dgm:t>
    </dgm:pt>
    <dgm:pt modelId="{E3536D1E-7EE9-4D24-87A7-89638D3792ED}" type="sibTrans" cxnId="{86774023-DC3D-4F62-8611-A166186E807F}">
      <dgm:prSet/>
      <dgm:spPr/>
      <dgm:t>
        <a:bodyPr/>
        <a:lstStyle/>
        <a:p>
          <a:endParaRPr lang="en-US"/>
        </a:p>
      </dgm:t>
    </dgm:pt>
    <dgm:pt modelId="{E95E4D3D-BD05-451D-8072-0C89F12994D4}" type="pres">
      <dgm:prSet presAssocID="{87960177-44CF-40FD-B627-FBCCE617F968}" presName="Name0" presStyleCnt="0">
        <dgm:presLayoutVars>
          <dgm:dir/>
          <dgm:resizeHandles val="exact"/>
        </dgm:presLayoutVars>
      </dgm:prSet>
      <dgm:spPr/>
    </dgm:pt>
    <dgm:pt modelId="{B41DC3FC-9087-4844-ACC8-A8E0F5EBB45C}" type="pres">
      <dgm:prSet presAssocID="{9C97CE36-904D-4F2C-A50A-A8CAA7D59C01}" presName="node" presStyleLbl="node1" presStyleIdx="0" presStyleCnt="6">
        <dgm:presLayoutVars>
          <dgm:bulletEnabled val="1"/>
        </dgm:presLayoutVars>
      </dgm:prSet>
      <dgm:spPr/>
    </dgm:pt>
    <dgm:pt modelId="{3788B47F-6809-4EC9-9F2F-B45A236E24AF}" type="pres">
      <dgm:prSet presAssocID="{FBA97229-D5AE-443D-B518-C55DF1F29908}" presName="sibTrans" presStyleLbl="sibTrans1D1" presStyleIdx="0" presStyleCnt="5"/>
      <dgm:spPr/>
    </dgm:pt>
    <dgm:pt modelId="{5AD30FE7-F02F-4E58-B5A3-67DB7C459937}" type="pres">
      <dgm:prSet presAssocID="{FBA97229-D5AE-443D-B518-C55DF1F29908}" presName="connectorText" presStyleLbl="sibTrans1D1" presStyleIdx="0" presStyleCnt="5"/>
      <dgm:spPr/>
    </dgm:pt>
    <dgm:pt modelId="{D38DB5D4-1E93-4FD2-80D5-196306A30D63}" type="pres">
      <dgm:prSet presAssocID="{8C599005-29B9-4ABB-83CC-36CADF6FE489}" presName="node" presStyleLbl="node1" presStyleIdx="1" presStyleCnt="6">
        <dgm:presLayoutVars>
          <dgm:bulletEnabled val="1"/>
        </dgm:presLayoutVars>
      </dgm:prSet>
      <dgm:spPr/>
    </dgm:pt>
    <dgm:pt modelId="{D63AE0C0-BF48-4B00-AA99-33664AAB6AD3}" type="pres">
      <dgm:prSet presAssocID="{467EB575-B2AD-4816-9EA2-916F0BC9A001}" presName="sibTrans" presStyleLbl="sibTrans1D1" presStyleIdx="1" presStyleCnt="5"/>
      <dgm:spPr/>
    </dgm:pt>
    <dgm:pt modelId="{C8941DF0-AB19-4778-95E3-C51537C18690}" type="pres">
      <dgm:prSet presAssocID="{467EB575-B2AD-4816-9EA2-916F0BC9A001}" presName="connectorText" presStyleLbl="sibTrans1D1" presStyleIdx="1" presStyleCnt="5"/>
      <dgm:spPr/>
    </dgm:pt>
    <dgm:pt modelId="{AB0EE6DA-9B3E-4DC5-9C22-58E1849771A4}" type="pres">
      <dgm:prSet presAssocID="{CE52FF54-571C-4982-8291-F15D2D9FD9FD}" presName="node" presStyleLbl="node1" presStyleIdx="2" presStyleCnt="6">
        <dgm:presLayoutVars>
          <dgm:bulletEnabled val="1"/>
        </dgm:presLayoutVars>
      </dgm:prSet>
      <dgm:spPr/>
    </dgm:pt>
    <dgm:pt modelId="{D25A71F0-779F-43FD-A24E-F4DAFFD14307}" type="pres">
      <dgm:prSet presAssocID="{ED2B34D1-35AA-413F-8B06-F6F769E302D8}" presName="sibTrans" presStyleLbl="sibTrans1D1" presStyleIdx="2" presStyleCnt="5"/>
      <dgm:spPr/>
    </dgm:pt>
    <dgm:pt modelId="{3EE95806-0745-4DDF-A8A8-DB8964282546}" type="pres">
      <dgm:prSet presAssocID="{ED2B34D1-35AA-413F-8B06-F6F769E302D8}" presName="connectorText" presStyleLbl="sibTrans1D1" presStyleIdx="2" presStyleCnt="5"/>
      <dgm:spPr/>
    </dgm:pt>
    <dgm:pt modelId="{A7232C29-23C6-48E1-A0AC-1A1514180F01}" type="pres">
      <dgm:prSet presAssocID="{63140D27-11E1-47DF-8AFE-B1D3C3410610}" presName="node" presStyleLbl="node1" presStyleIdx="3" presStyleCnt="6">
        <dgm:presLayoutVars>
          <dgm:bulletEnabled val="1"/>
        </dgm:presLayoutVars>
      </dgm:prSet>
      <dgm:spPr/>
    </dgm:pt>
    <dgm:pt modelId="{03C70E5C-91DD-4799-A157-53F96611BC2D}" type="pres">
      <dgm:prSet presAssocID="{F259D400-1151-462B-B7F9-3A8E45DA805C}" presName="sibTrans" presStyleLbl="sibTrans1D1" presStyleIdx="3" presStyleCnt="5"/>
      <dgm:spPr/>
    </dgm:pt>
    <dgm:pt modelId="{54002356-06F6-4801-9A4B-D3ADCDB4BC00}" type="pres">
      <dgm:prSet presAssocID="{F259D400-1151-462B-B7F9-3A8E45DA805C}" presName="connectorText" presStyleLbl="sibTrans1D1" presStyleIdx="3" presStyleCnt="5"/>
      <dgm:spPr/>
    </dgm:pt>
    <dgm:pt modelId="{05A67DAF-A71F-4859-81D2-8B46DAEF87DF}" type="pres">
      <dgm:prSet presAssocID="{673B793F-9237-4B7C-B9B2-744D416ACAA1}" presName="node" presStyleLbl="node1" presStyleIdx="4" presStyleCnt="6">
        <dgm:presLayoutVars>
          <dgm:bulletEnabled val="1"/>
        </dgm:presLayoutVars>
      </dgm:prSet>
      <dgm:spPr/>
    </dgm:pt>
    <dgm:pt modelId="{9C7DC8E7-398B-4FDB-BA69-3FF9A1D0B8CC}" type="pres">
      <dgm:prSet presAssocID="{C7474D1B-3CB4-4B30-8F4E-AE0562229606}" presName="sibTrans" presStyleLbl="sibTrans1D1" presStyleIdx="4" presStyleCnt="5"/>
      <dgm:spPr/>
    </dgm:pt>
    <dgm:pt modelId="{B8E486C9-D3E9-40B0-ADEF-E6C4D9343FAC}" type="pres">
      <dgm:prSet presAssocID="{C7474D1B-3CB4-4B30-8F4E-AE0562229606}" presName="connectorText" presStyleLbl="sibTrans1D1" presStyleIdx="4" presStyleCnt="5"/>
      <dgm:spPr/>
    </dgm:pt>
    <dgm:pt modelId="{9A4D1993-14FE-4C5A-AA89-CCD30F66B17B}" type="pres">
      <dgm:prSet presAssocID="{EA556D0B-F398-4601-B804-2AC0BA65FE8D}" presName="node" presStyleLbl="node1" presStyleIdx="5" presStyleCnt="6">
        <dgm:presLayoutVars>
          <dgm:bulletEnabled val="1"/>
        </dgm:presLayoutVars>
      </dgm:prSet>
      <dgm:spPr/>
    </dgm:pt>
  </dgm:ptLst>
  <dgm:cxnLst>
    <dgm:cxn modelId="{6DD86104-CA99-40CB-9804-6CB446B9638C}" type="presOf" srcId="{F259D400-1151-462B-B7F9-3A8E45DA805C}" destId="{03C70E5C-91DD-4799-A157-53F96611BC2D}" srcOrd="0" destOrd="0" presId="urn:microsoft.com/office/officeart/2016/7/layout/RepeatingBendingProcessNew"/>
    <dgm:cxn modelId="{E5570707-C323-4D09-BF06-0226C626748F}" type="presOf" srcId="{87960177-44CF-40FD-B627-FBCCE617F968}" destId="{E95E4D3D-BD05-451D-8072-0C89F12994D4}" srcOrd="0" destOrd="0" presId="urn:microsoft.com/office/officeart/2016/7/layout/RepeatingBendingProcessNew"/>
    <dgm:cxn modelId="{73A3080A-57D2-44C7-A1E8-7F1188F79AF6}" type="presOf" srcId="{673B793F-9237-4B7C-B9B2-744D416ACAA1}" destId="{05A67DAF-A71F-4859-81D2-8B46DAEF87DF}" srcOrd="0" destOrd="0" presId="urn:microsoft.com/office/officeart/2016/7/layout/RepeatingBendingProcessNew"/>
    <dgm:cxn modelId="{69420518-DB3D-4375-BC9B-0A911D55C0AF}" type="presOf" srcId="{8C599005-29B9-4ABB-83CC-36CADF6FE489}" destId="{D38DB5D4-1E93-4FD2-80D5-196306A30D63}" srcOrd="0" destOrd="0" presId="urn:microsoft.com/office/officeart/2016/7/layout/RepeatingBendingProcessNew"/>
    <dgm:cxn modelId="{86774023-DC3D-4F62-8611-A166186E807F}" srcId="{87960177-44CF-40FD-B627-FBCCE617F968}" destId="{EA556D0B-F398-4601-B804-2AC0BA65FE8D}" srcOrd="5" destOrd="0" parTransId="{FC78E5D4-34A0-45C2-92DA-058DF9940BD7}" sibTransId="{E3536D1E-7EE9-4D24-87A7-89638D3792ED}"/>
    <dgm:cxn modelId="{F48F8025-9EC2-4540-B1A6-7D7BC8124F38}" type="presOf" srcId="{F259D400-1151-462B-B7F9-3A8E45DA805C}" destId="{54002356-06F6-4801-9A4B-D3ADCDB4BC00}" srcOrd="1" destOrd="0" presId="urn:microsoft.com/office/officeart/2016/7/layout/RepeatingBendingProcessNew"/>
    <dgm:cxn modelId="{AE3C3728-A70D-46B1-8CD6-18C21AC77B71}" type="presOf" srcId="{467EB575-B2AD-4816-9EA2-916F0BC9A001}" destId="{C8941DF0-AB19-4778-95E3-C51537C18690}" srcOrd="1" destOrd="0" presId="urn:microsoft.com/office/officeart/2016/7/layout/RepeatingBendingProcessNew"/>
    <dgm:cxn modelId="{7AA9543D-5793-4164-A53E-2BADE260C942}" type="presOf" srcId="{63140D27-11E1-47DF-8AFE-B1D3C3410610}" destId="{A7232C29-23C6-48E1-A0AC-1A1514180F01}" srcOrd="0" destOrd="0" presId="urn:microsoft.com/office/officeart/2016/7/layout/RepeatingBendingProcessNew"/>
    <dgm:cxn modelId="{D5039D3D-10E3-47C9-93F4-96D4FBB98FC7}" srcId="{87960177-44CF-40FD-B627-FBCCE617F968}" destId="{9C97CE36-904D-4F2C-A50A-A8CAA7D59C01}" srcOrd="0" destOrd="0" parTransId="{7811D7AB-E9FA-49C3-B145-52339A942F9C}" sibTransId="{FBA97229-D5AE-443D-B518-C55DF1F29908}"/>
    <dgm:cxn modelId="{1050493E-D6E8-45A9-87E7-D085A603D6FA}" type="presOf" srcId="{C7474D1B-3CB4-4B30-8F4E-AE0562229606}" destId="{9C7DC8E7-398B-4FDB-BA69-3FF9A1D0B8CC}" srcOrd="0" destOrd="0" presId="urn:microsoft.com/office/officeart/2016/7/layout/RepeatingBendingProcessNew"/>
    <dgm:cxn modelId="{ECB6D348-549F-4781-816C-9998700D62AB}" srcId="{87960177-44CF-40FD-B627-FBCCE617F968}" destId="{673B793F-9237-4B7C-B9B2-744D416ACAA1}" srcOrd="4" destOrd="0" parTransId="{6AD0F296-EEBA-43D2-8104-D63E0114E450}" sibTransId="{C7474D1B-3CB4-4B30-8F4E-AE0562229606}"/>
    <dgm:cxn modelId="{7B768E4E-DDB8-4C67-9C60-1233B9F3957E}" type="presOf" srcId="{FBA97229-D5AE-443D-B518-C55DF1F29908}" destId="{5AD30FE7-F02F-4E58-B5A3-67DB7C459937}" srcOrd="1" destOrd="0" presId="urn:microsoft.com/office/officeart/2016/7/layout/RepeatingBendingProcessNew"/>
    <dgm:cxn modelId="{E3F3AC53-3172-422F-98EA-63DAC69AB8D3}" type="presOf" srcId="{FBA97229-D5AE-443D-B518-C55DF1F29908}" destId="{3788B47F-6809-4EC9-9F2F-B45A236E24AF}" srcOrd="0" destOrd="0" presId="urn:microsoft.com/office/officeart/2016/7/layout/RepeatingBendingProcessNew"/>
    <dgm:cxn modelId="{65608975-F83B-47DA-B006-C1540279797A}" srcId="{87960177-44CF-40FD-B627-FBCCE617F968}" destId="{63140D27-11E1-47DF-8AFE-B1D3C3410610}" srcOrd="3" destOrd="0" parTransId="{5BB3F2F2-1555-40BC-B9BD-72F858D8FDE3}" sibTransId="{F259D400-1151-462B-B7F9-3A8E45DA805C}"/>
    <dgm:cxn modelId="{F85E1B94-B15B-4311-9D89-2E6AD77C5570}" type="presOf" srcId="{CE52FF54-571C-4982-8291-F15D2D9FD9FD}" destId="{AB0EE6DA-9B3E-4DC5-9C22-58E1849771A4}" srcOrd="0" destOrd="0" presId="urn:microsoft.com/office/officeart/2016/7/layout/RepeatingBendingProcessNew"/>
    <dgm:cxn modelId="{6F9C7F9D-F1FF-4323-B72C-835444D5E9A3}" srcId="{87960177-44CF-40FD-B627-FBCCE617F968}" destId="{8C599005-29B9-4ABB-83CC-36CADF6FE489}" srcOrd="1" destOrd="0" parTransId="{31BEE999-ACF9-4101-A636-4C8C30F30C51}" sibTransId="{467EB575-B2AD-4816-9EA2-916F0BC9A001}"/>
    <dgm:cxn modelId="{11C365AA-C13A-427F-8B1B-F8512CA537A9}" type="presOf" srcId="{ED2B34D1-35AA-413F-8B06-F6F769E302D8}" destId="{D25A71F0-779F-43FD-A24E-F4DAFFD14307}" srcOrd="0" destOrd="0" presId="urn:microsoft.com/office/officeart/2016/7/layout/RepeatingBendingProcessNew"/>
    <dgm:cxn modelId="{FAA1D9B3-0697-4D1F-95B2-CC2D1839272A}" type="presOf" srcId="{9C97CE36-904D-4F2C-A50A-A8CAA7D59C01}" destId="{B41DC3FC-9087-4844-ACC8-A8E0F5EBB45C}" srcOrd="0" destOrd="0" presId="urn:microsoft.com/office/officeart/2016/7/layout/RepeatingBendingProcessNew"/>
    <dgm:cxn modelId="{85931CC9-4BF4-4F61-B06C-227DC3AD0389}" type="presOf" srcId="{ED2B34D1-35AA-413F-8B06-F6F769E302D8}" destId="{3EE95806-0745-4DDF-A8A8-DB8964282546}" srcOrd="1" destOrd="0" presId="urn:microsoft.com/office/officeart/2016/7/layout/RepeatingBendingProcessNew"/>
    <dgm:cxn modelId="{7F3BABD9-0D61-4A9D-AFBB-623326A60D10}" type="presOf" srcId="{EA556D0B-F398-4601-B804-2AC0BA65FE8D}" destId="{9A4D1993-14FE-4C5A-AA89-CCD30F66B17B}" srcOrd="0" destOrd="0" presId="urn:microsoft.com/office/officeart/2016/7/layout/RepeatingBendingProcessNew"/>
    <dgm:cxn modelId="{45F7F7DE-2836-4DEC-BE4A-345BC60BF979}" type="presOf" srcId="{467EB575-B2AD-4816-9EA2-916F0BC9A001}" destId="{D63AE0C0-BF48-4B00-AA99-33664AAB6AD3}" srcOrd="0" destOrd="0" presId="urn:microsoft.com/office/officeart/2016/7/layout/RepeatingBendingProcessNew"/>
    <dgm:cxn modelId="{FB3DCBE9-FAF8-477A-A031-D14CBF5837AB}" type="presOf" srcId="{C7474D1B-3CB4-4B30-8F4E-AE0562229606}" destId="{B8E486C9-D3E9-40B0-ADEF-E6C4D9343FAC}" srcOrd="1" destOrd="0" presId="urn:microsoft.com/office/officeart/2016/7/layout/RepeatingBendingProcessNew"/>
    <dgm:cxn modelId="{5C7ED9EB-F543-434A-BBED-51186BC73AB2}" srcId="{87960177-44CF-40FD-B627-FBCCE617F968}" destId="{CE52FF54-571C-4982-8291-F15D2D9FD9FD}" srcOrd="2" destOrd="0" parTransId="{73F70061-9B7B-4DA4-A0FE-FD3F2C5705E6}" sibTransId="{ED2B34D1-35AA-413F-8B06-F6F769E302D8}"/>
    <dgm:cxn modelId="{296E1B5B-1C42-40B7-862D-DA5E2525257F}" type="presParOf" srcId="{E95E4D3D-BD05-451D-8072-0C89F12994D4}" destId="{B41DC3FC-9087-4844-ACC8-A8E0F5EBB45C}" srcOrd="0" destOrd="0" presId="urn:microsoft.com/office/officeart/2016/7/layout/RepeatingBendingProcessNew"/>
    <dgm:cxn modelId="{52FCD7C1-5D46-4640-8095-6B26EA65042F}" type="presParOf" srcId="{E95E4D3D-BD05-451D-8072-0C89F12994D4}" destId="{3788B47F-6809-4EC9-9F2F-B45A236E24AF}" srcOrd="1" destOrd="0" presId="urn:microsoft.com/office/officeart/2016/7/layout/RepeatingBendingProcessNew"/>
    <dgm:cxn modelId="{A13DE0B0-DE95-466C-90DA-D33C91E86BA7}" type="presParOf" srcId="{3788B47F-6809-4EC9-9F2F-B45A236E24AF}" destId="{5AD30FE7-F02F-4E58-B5A3-67DB7C459937}" srcOrd="0" destOrd="0" presId="urn:microsoft.com/office/officeart/2016/7/layout/RepeatingBendingProcessNew"/>
    <dgm:cxn modelId="{6AA8E822-B015-4DE5-9F73-BAC8191FBB14}" type="presParOf" srcId="{E95E4D3D-BD05-451D-8072-0C89F12994D4}" destId="{D38DB5D4-1E93-4FD2-80D5-196306A30D63}" srcOrd="2" destOrd="0" presId="urn:microsoft.com/office/officeart/2016/7/layout/RepeatingBendingProcessNew"/>
    <dgm:cxn modelId="{6DBFC998-8442-44DF-88A7-FA876B84DB71}" type="presParOf" srcId="{E95E4D3D-BD05-451D-8072-0C89F12994D4}" destId="{D63AE0C0-BF48-4B00-AA99-33664AAB6AD3}" srcOrd="3" destOrd="0" presId="urn:microsoft.com/office/officeart/2016/7/layout/RepeatingBendingProcessNew"/>
    <dgm:cxn modelId="{28B0DB73-5E9A-4C71-BB9F-9FB724683C27}" type="presParOf" srcId="{D63AE0C0-BF48-4B00-AA99-33664AAB6AD3}" destId="{C8941DF0-AB19-4778-95E3-C51537C18690}" srcOrd="0" destOrd="0" presId="urn:microsoft.com/office/officeart/2016/7/layout/RepeatingBendingProcessNew"/>
    <dgm:cxn modelId="{79D67696-7C8F-4F47-81EA-40BB8BC7194E}" type="presParOf" srcId="{E95E4D3D-BD05-451D-8072-0C89F12994D4}" destId="{AB0EE6DA-9B3E-4DC5-9C22-58E1849771A4}" srcOrd="4" destOrd="0" presId="urn:microsoft.com/office/officeart/2016/7/layout/RepeatingBendingProcessNew"/>
    <dgm:cxn modelId="{595F9D15-524B-4639-B71D-F59256D813F3}" type="presParOf" srcId="{E95E4D3D-BD05-451D-8072-0C89F12994D4}" destId="{D25A71F0-779F-43FD-A24E-F4DAFFD14307}" srcOrd="5" destOrd="0" presId="urn:microsoft.com/office/officeart/2016/7/layout/RepeatingBendingProcessNew"/>
    <dgm:cxn modelId="{302D7DC7-6E40-4B57-9BDB-AA40FFFE1443}" type="presParOf" srcId="{D25A71F0-779F-43FD-A24E-F4DAFFD14307}" destId="{3EE95806-0745-4DDF-A8A8-DB8964282546}" srcOrd="0" destOrd="0" presId="urn:microsoft.com/office/officeart/2016/7/layout/RepeatingBendingProcessNew"/>
    <dgm:cxn modelId="{7C20FCE6-6DAD-4086-8848-F3E80808EB36}" type="presParOf" srcId="{E95E4D3D-BD05-451D-8072-0C89F12994D4}" destId="{A7232C29-23C6-48E1-A0AC-1A1514180F01}" srcOrd="6" destOrd="0" presId="urn:microsoft.com/office/officeart/2016/7/layout/RepeatingBendingProcessNew"/>
    <dgm:cxn modelId="{ED561CCE-8FE2-4FCA-84BB-7E065EB47703}" type="presParOf" srcId="{E95E4D3D-BD05-451D-8072-0C89F12994D4}" destId="{03C70E5C-91DD-4799-A157-53F96611BC2D}" srcOrd="7" destOrd="0" presId="urn:microsoft.com/office/officeart/2016/7/layout/RepeatingBendingProcessNew"/>
    <dgm:cxn modelId="{81A295F2-3A89-4693-98FC-BD2E8ECC09AE}" type="presParOf" srcId="{03C70E5C-91DD-4799-A157-53F96611BC2D}" destId="{54002356-06F6-4801-9A4B-D3ADCDB4BC00}" srcOrd="0" destOrd="0" presId="urn:microsoft.com/office/officeart/2016/7/layout/RepeatingBendingProcessNew"/>
    <dgm:cxn modelId="{03F2BC5C-7C0D-46FD-9441-F1986CDE01C4}" type="presParOf" srcId="{E95E4D3D-BD05-451D-8072-0C89F12994D4}" destId="{05A67DAF-A71F-4859-81D2-8B46DAEF87DF}" srcOrd="8" destOrd="0" presId="urn:microsoft.com/office/officeart/2016/7/layout/RepeatingBendingProcessNew"/>
    <dgm:cxn modelId="{002566F6-7CC3-4FCD-BA34-175A24D53267}" type="presParOf" srcId="{E95E4D3D-BD05-451D-8072-0C89F12994D4}" destId="{9C7DC8E7-398B-4FDB-BA69-3FF9A1D0B8CC}" srcOrd="9" destOrd="0" presId="urn:microsoft.com/office/officeart/2016/7/layout/RepeatingBendingProcessNew"/>
    <dgm:cxn modelId="{3B678D65-B7BC-4088-B683-2F4939C9EE01}" type="presParOf" srcId="{9C7DC8E7-398B-4FDB-BA69-3FF9A1D0B8CC}" destId="{B8E486C9-D3E9-40B0-ADEF-E6C4D9343FAC}" srcOrd="0" destOrd="0" presId="urn:microsoft.com/office/officeart/2016/7/layout/RepeatingBendingProcessNew"/>
    <dgm:cxn modelId="{CF7F81BD-CDF8-45FB-A458-3D8FFC12896E}" type="presParOf" srcId="{E95E4D3D-BD05-451D-8072-0C89F12994D4}" destId="{9A4D1993-14FE-4C5A-AA89-CCD30F66B17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4.xml><?xml version="1.0" encoding="utf-8"?>
<dgm:dataModel xmlns:dgm="http://schemas.openxmlformats.org/drawingml/2006/diagram" xmlns:a="http://schemas.openxmlformats.org/drawingml/2006/main">
  <dgm:ptLst>
    <dgm:pt modelId="{502C8034-C9C1-4BA0-A8B6-0A8D8276F21B}" type="doc">
      <dgm:prSet loTypeId="urn:microsoft.com/office/officeart/2005/8/layout/list1" loCatId="list" qsTypeId="urn:microsoft.com/office/officeart/2005/8/quickstyle/simple1" qsCatId="simple" csTypeId="urn:microsoft.com/office/officeart/2005/8/colors/accent3_2#15" csCatId="accent3" phldr="1"/>
      <dgm:spPr/>
      <dgm:t>
        <a:bodyPr/>
        <a:lstStyle/>
        <a:p>
          <a:endParaRPr lang="en-GB"/>
        </a:p>
      </dgm:t>
    </dgm:pt>
    <dgm:pt modelId="{E4819827-AB31-4F99-95E1-66628A6B9E4F}">
      <dgm:prSet phldrT="[Text]"/>
      <dgm:spPr/>
      <dgm:t>
        <a:bodyPr/>
        <a:lstStyle/>
        <a:p>
          <a:r>
            <a:rPr lang="en-GB" b="1" dirty="0"/>
            <a:t>Nulls</a:t>
          </a:r>
          <a:endParaRPr lang="en-GB" dirty="0"/>
        </a:p>
      </dgm:t>
    </dgm:pt>
    <dgm:pt modelId="{03423424-C176-48A0-A962-316806261BD5}" type="parTrans" cxnId="{B971E17E-09CE-4FAB-A828-47362A2A4E87}">
      <dgm:prSet/>
      <dgm:spPr/>
      <dgm:t>
        <a:bodyPr/>
        <a:lstStyle/>
        <a:p>
          <a:endParaRPr lang="en-GB"/>
        </a:p>
      </dgm:t>
    </dgm:pt>
    <dgm:pt modelId="{D641D9E6-87E2-47B2-8E80-71C96F667035}" type="sibTrans" cxnId="{B971E17E-09CE-4FAB-A828-47362A2A4E87}">
      <dgm:prSet/>
      <dgm:spPr/>
      <dgm:t>
        <a:bodyPr/>
        <a:lstStyle/>
        <a:p>
          <a:endParaRPr lang="en-GB"/>
        </a:p>
      </dgm:t>
    </dgm:pt>
    <dgm:pt modelId="{CD8ECEF8-DED9-4C49-932E-4600C190C31B}">
      <dgm:prSet phldrT="[Text]"/>
      <dgm:spPr/>
      <dgm:t>
        <a:bodyPr/>
        <a:lstStyle/>
        <a:p>
          <a:pPr>
            <a:buFont typeface="Arial" panose="020B0604020202020204" pitchFamily="34" charset="0"/>
            <a:buNone/>
          </a:pPr>
          <a:r>
            <a:rPr lang="en-GB"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gm:t>
    </dgm:pt>
    <dgm:pt modelId="{30C5017F-0786-4E21-ACF2-91EC18734E80}" type="parTrans" cxnId="{3E3F9E35-702E-4589-9039-A9A5A8AA7639}">
      <dgm:prSet/>
      <dgm:spPr/>
      <dgm:t>
        <a:bodyPr/>
        <a:lstStyle/>
        <a:p>
          <a:endParaRPr lang="en-GB"/>
        </a:p>
      </dgm:t>
    </dgm:pt>
    <dgm:pt modelId="{D89420E2-8D82-4D6F-B6FC-1C7F07678196}" type="sibTrans" cxnId="{3E3F9E35-702E-4589-9039-A9A5A8AA7639}">
      <dgm:prSet/>
      <dgm:spPr/>
      <dgm:t>
        <a:bodyPr/>
        <a:lstStyle/>
        <a:p>
          <a:endParaRPr lang="en-GB"/>
        </a:p>
      </dgm:t>
    </dgm:pt>
    <dgm:pt modelId="{19134D3B-7ED5-4431-A507-5787C5C0FD89}">
      <dgm:prSet phldrT="[Text]"/>
      <dgm:spPr/>
      <dgm:t>
        <a:bodyPr/>
        <a:lstStyle/>
        <a:p>
          <a:r>
            <a:rPr lang="en-GB" b="1" dirty="0"/>
            <a:t>Summarised Features</a:t>
          </a:r>
          <a:endParaRPr lang="en-GB" dirty="0"/>
        </a:p>
      </dgm:t>
    </dgm:pt>
    <dgm:pt modelId="{007F4B04-8F5A-40CB-83C0-B909A6C5918F}" type="parTrans" cxnId="{33A60CB1-B3F7-448B-A7A7-5BA1EE72272C}">
      <dgm:prSet/>
      <dgm:spPr/>
      <dgm:t>
        <a:bodyPr/>
        <a:lstStyle/>
        <a:p>
          <a:endParaRPr lang="en-GB"/>
        </a:p>
      </dgm:t>
    </dgm:pt>
    <dgm:pt modelId="{70DC2082-1E0D-4238-885C-713F354319D6}" type="sibTrans" cxnId="{33A60CB1-B3F7-448B-A7A7-5BA1EE72272C}">
      <dgm:prSet/>
      <dgm:spPr/>
      <dgm:t>
        <a:bodyPr/>
        <a:lstStyle/>
        <a:p>
          <a:endParaRPr lang="en-GB"/>
        </a:p>
      </dgm:t>
    </dgm:pt>
    <dgm:pt modelId="{0B99C3F4-2A75-4451-9A6A-69F616F821F3}">
      <dgm:prSet phldrT="[Text]"/>
      <dgm:spPr/>
      <dgm:t>
        <a:bodyPr/>
        <a:lstStyle/>
        <a:p>
          <a:pPr>
            <a:buNone/>
          </a:pPr>
          <a:r>
            <a:rPr kumimoji="0" lang="en-GB" b="0" i="0" u="none" strike="noStrike"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gm:t>
    </dgm:pt>
    <dgm:pt modelId="{70CBB40A-3739-4569-B9D5-0E2DA3A65FA7}" type="parTrans" cxnId="{C570AE15-68F7-4DAC-8713-E27D588AD64E}">
      <dgm:prSet/>
      <dgm:spPr/>
      <dgm:t>
        <a:bodyPr/>
        <a:lstStyle/>
        <a:p>
          <a:endParaRPr lang="en-GB"/>
        </a:p>
      </dgm:t>
    </dgm:pt>
    <dgm:pt modelId="{CBAD77B5-AF29-4CF4-9511-B2545628E469}" type="sibTrans" cxnId="{C570AE15-68F7-4DAC-8713-E27D588AD64E}">
      <dgm:prSet/>
      <dgm:spPr/>
      <dgm:t>
        <a:bodyPr/>
        <a:lstStyle/>
        <a:p>
          <a:endParaRPr lang="en-GB"/>
        </a:p>
      </dgm:t>
    </dgm:pt>
    <dgm:pt modelId="{043B768F-FF0B-4B60-A326-3F9F0DFCC96A}" type="pres">
      <dgm:prSet presAssocID="{502C8034-C9C1-4BA0-A8B6-0A8D8276F21B}" presName="linear" presStyleCnt="0">
        <dgm:presLayoutVars>
          <dgm:dir/>
          <dgm:animLvl val="lvl"/>
          <dgm:resizeHandles val="exact"/>
        </dgm:presLayoutVars>
      </dgm:prSet>
      <dgm:spPr/>
    </dgm:pt>
    <dgm:pt modelId="{BCCFF705-5F0D-4248-AAF0-7358A587B7A0}" type="pres">
      <dgm:prSet presAssocID="{E4819827-AB31-4F99-95E1-66628A6B9E4F}" presName="parentLin" presStyleCnt="0"/>
      <dgm:spPr/>
    </dgm:pt>
    <dgm:pt modelId="{712C83FF-7CC0-496B-9FA7-FECA41256307}" type="pres">
      <dgm:prSet presAssocID="{E4819827-AB31-4F99-95E1-66628A6B9E4F}" presName="parentLeftMargin" presStyleLbl="node1" presStyleIdx="0" presStyleCnt="2"/>
      <dgm:spPr/>
    </dgm:pt>
    <dgm:pt modelId="{A00C8796-B0C0-496E-9E3A-9D0F12355793}" type="pres">
      <dgm:prSet presAssocID="{E4819827-AB31-4F99-95E1-66628A6B9E4F}" presName="parentText" presStyleLbl="node1" presStyleIdx="0" presStyleCnt="2">
        <dgm:presLayoutVars>
          <dgm:chMax val="0"/>
          <dgm:bulletEnabled val="1"/>
        </dgm:presLayoutVars>
      </dgm:prSet>
      <dgm:spPr/>
    </dgm:pt>
    <dgm:pt modelId="{767EF479-2623-462D-A3D0-DAF90B1542E1}" type="pres">
      <dgm:prSet presAssocID="{E4819827-AB31-4F99-95E1-66628A6B9E4F}" presName="negativeSpace" presStyleCnt="0"/>
      <dgm:spPr/>
    </dgm:pt>
    <dgm:pt modelId="{4AC899EE-E8E7-4206-B1F4-44A9BA820D9E}" type="pres">
      <dgm:prSet presAssocID="{E4819827-AB31-4F99-95E1-66628A6B9E4F}" presName="childText" presStyleLbl="conFgAcc1" presStyleIdx="0" presStyleCnt="2">
        <dgm:presLayoutVars>
          <dgm:bulletEnabled val="1"/>
        </dgm:presLayoutVars>
      </dgm:prSet>
      <dgm:spPr/>
    </dgm:pt>
    <dgm:pt modelId="{D04BDC1E-1DD2-4AC6-B706-923CFDB5EE6A}" type="pres">
      <dgm:prSet presAssocID="{D641D9E6-87E2-47B2-8E80-71C96F667035}" presName="spaceBetweenRectangles" presStyleCnt="0"/>
      <dgm:spPr/>
    </dgm:pt>
    <dgm:pt modelId="{9D93361D-E846-4811-B9D4-6B9B12EE8C9F}" type="pres">
      <dgm:prSet presAssocID="{19134D3B-7ED5-4431-A507-5787C5C0FD89}" presName="parentLin" presStyleCnt="0"/>
      <dgm:spPr/>
    </dgm:pt>
    <dgm:pt modelId="{28BF8027-3527-4384-AE79-D012EE0F8F6D}" type="pres">
      <dgm:prSet presAssocID="{19134D3B-7ED5-4431-A507-5787C5C0FD89}" presName="parentLeftMargin" presStyleLbl="node1" presStyleIdx="0" presStyleCnt="2"/>
      <dgm:spPr/>
    </dgm:pt>
    <dgm:pt modelId="{43D22A84-82FB-434B-BD26-7D0AD421DFD0}" type="pres">
      <dgm:prSet presAssocID="{19134D3B-7ED5-4431-A507-5787C5C0FD89}" presName="parentText" presStyleLbl="node1" presStyleIdx="1" presStyleCnt="2">
        <dgm:presLayoutVars>
          <dgm:chMax val="0"/>
          <dgm:bulletEnabled val="1"/>
        </dgm:presLayoutVars>
      </dgm:prSet>
      <dgm:spPr/>
    </dgm:pt>
    <dgm:pt modelId="{C53A27A5-CAD2-4B39-B310-F7A9E413DA2A}" type="pres">
      <dgm:prSet presAssocID="{19134D3B-7ED5-4431-A507-5787C5C0FD89}" presName="negativeSpace" presStyleCnt="0"/>
      <dgm:spPr/>
    </dgm:pt>
    <dgm:pt modelId="{DCAA67C2-C872-4CB4-BBE7-3A09D521528A}" type="pres">
      <dgm:prSet presAssocID="{19134D3B-7ED5-4431-A507-5787C5C0FD89}" presName="childText" presStyleLbl="conFgAcc1" presStyleIdx="1" presStyleCnt="2">
        <dgm:presLayoutVars>
          <dgm:bulletEnabled val="1"/>
        </dgm:presLayoutVars>
      </dgm:prSet>
      <dgm:spPr/>
    </dgm:pt>
  </dgm:ptLst>
  <dgm:cxnLst>
    <dgm:cxn modelId="{C570AE15-68F7-4DAC-8713-E27D588AD64E}" srcId="{19134D3B-7ED5-4431-A507-5787C5C0FD89}" destId="{0B99C3F4-2A75-4451-9A6A-69F616F821F3}" srcOrd="0" destOrd="0" parTransId="{70CBB40A-3739-4569-B9D5-0E2DA3A65FA7}" sibTransId="{CBAD77B5-AF29-4CF4-9511-B2545628E469}"/>
    <dgm:cxn modelId="{3E3F9E35-702E-4589-9039-A9A5A8AA7639}" srcId="{E4819827-AB31-4F99-95E1-66628A6B9E4F}" destId="{CD8ECEF8-DED9-4C49-932E-4600C190C31B}" srcOrd="0" destOrd="0" parTransId="{30C5017F-0786-4E21-ACF2-91EC18734E80}" sibTransId="{D89420E2-8D82-4D6F-B6FC-1C7F07678196}"/>
    <dgm:cxn modelId="{8981DB66-D863-46BF-9BFE-A026288B9D3F}" type="presOf" srcId="{E4819827-AB31-4F99-95E1-66628A6B9E4F}" destId="{A00C8796-B0C0-496E-9E3A-9D0F12355793}" srcOrd="1" destOrd="0" presId="urn:microsoft.com/office/officeart/2005/8/layout/list1"/>
    <dgm:cxn modelId="{24735073-2A6B-49EF-8B98-5967DC8CEAC4}" type="presOf" srcId="{0B99C3F4-2A75-4451-9A6A-69F616F821F3}" destId="{DCAA67C2-C872-4CB4-BBE7-3A09D521528A}" srcOrd="0" destOrd="0" presId="urn:microsoft.com/office/officeart/2005/8/layout/list1"/>
    <dgm:cxn modelId="{B971E17E-09CE-4FAB-A828-47362A2A4E87}" srcId="{502C8034-C9C1-4BA0-A8B6-0A8D8276F21B}" destId="{E4819827-AB31-4F99-95E1-66628A6B9E4F}" srcOrd="0" destOrd="0" parTransId="{03423424-C176-48A0-A962-316806261BD5}" sibTransId="{D641D9E6-87E2-47B2-8E80-71C96F667035}"/>
    <dgm:cxn modelId="{C4EE339E-C1AA-4C81-A563-145F2228EEA2}" type="presOf" srcId="{CD8ECEF8-DED9-4C49-932E-4600C190C31B}" destId="{4AC899EE-E8E7-4206-B1F4-44A9BA820D9E}" srcOrd="0" destOrd="0" presId="urn:microsoft.com/office/officeart/2005/8/layout/list1"/>
    <dgm:cxn modelId="{33A60CB1-B3F7-448B-A7A7-5BA1EE72272C}" srcId="{502C8034-C9C1-4BA0-A8B6-0A8D8276F21B}" destId="{19134D3B-7ED5-4431-A507-5787C5C0FD89}" srcOrd="1" destOrd="0" parTransId="{007F4B04-8F5A-40CB-83C0-B909A6C5918F}" sibTransId="{70DC2082-1E0D-4238-885C-713F354319D6}"/>
    <dgm:cxn modelId="{49CBB3C2-8AFA-417F-847F-21C9949B9AE2}" type="presOf" srcId="{19134D3B-7ED5-4431-A507-5787C5C0FD89}" destId="{28BF8027-3527-4384-AE79-D012EE0F8F6D}" srcOrd="0" destOrd="0" presId="urn:microsoft.com/office/officeart/2005/8/layout/list1"/>
    <dgm:cxn modelId="{06656DD8-2B68-4FDE-BB6B-4BFB785C5E67}" type="presOf" srcId="{E4819827-AB31-4F99-95E1-66628A6B9E4F}" destId="{712C83FF-7CC0-496B-9FA7-FECA41256307}" srcOrd="0" destOrd="0" presId="urn:microsoft.com/office/officeart/2005/8/layout/list1"/>
    <dgm:cxn modelId="{CEA4A7DC-BD6E-46C1-8284-C480344ED277}" type="presOf" srcId="{19134D3B-7ED5-4431-A507-5787C5C0FD89}" destId="{43D22A84-82FB-434B-BD26-7D0AD421DFD0}" srcOrd="1" destOrd="0" presId="urn:microsoft.com/office/officeart/2005/8/layout/list1"/>
    <dgm:cxn modelId="{4D530EE4-55A7-4BE9-B933-B2D03038E669}" type="presOf" srcId="{502C8034-C9C1-4BA0-A8B6-0A8D8276F21B}" destId="{043B768F-FF0B-4B60-A326-3F9F0DFCC96A}" srcOrd="0" destOrd="0" presId="urn:microsoft.com/office/officeart/2005/8/layout/list1"/>
    <dgm:cxn modelId="{1C3048B4-5B63-42BF-B209-737AD204D0C5}" type="presParOf" srcId="{043B768F-FF0B-4B60-A326-3F9F0DFCC96A}" destId="{BCCFF705-5F0D-4248-AAF0-7358A587B7A0}" srcOrd="0" destOrd="0" presId="urn:microsoft.com/office/officeart/2005/8/layout/list1"/>
    <dgm:cxn modelId="{6A79D214-C569-44AB-A5EA-9205E41D16AD}" type="presParOf" srcId="{BCCFF705-5F0D-4248-AAF0-7358A587B7A0}" destId="{712C83FF-7CC0-496B-9FA7-FECA41256307}" srcOrd="0" destOrd="0" presId="urn:microsoft.com/office/officeart/2005/8/layout/list1"/>
    <dgm:cxn modelId="{E62884E8-0336-4DE7-9A27-70488387A496}" type="presParOf" srcId="{BCCFF705-5F0D-4248-AAF0-7358A587B7A0}" destId="{A00C8796-B0C0-496E-9E3A-9D0F12355793}" srcOrd="1" destOrd="0" presId="urn:microsoft.com/office/officeart/2005/8/layout/list1"/>
    <dgm:cxn modelId="{37C41663-5C19-4F59-B2D9-09B57C21EDCA}" type="presParOf" srcId="{043B768F-FF0B-4B60-A326-3F9F0DFCC96A}" destId="{767EF479-2623-462D-A3D0-DAF90B1542E1}" srcOrd="1" destOrd="0" presId="urn:microsoft.com/office/officeart/2005/8/layout/list1"/>
    <dgm:cxn modelId="{27C0D7FA-C572-4E09-877D-A3312190096D}" type="presParOf" srcId="{043B768F-FF0B-4B60-A326-3F9F0DFCC96A}" destId="{4AC899EE-E8E7-4206-B1F4-44A9BA820D9E}" srcOrd="2" destOrd="0" presId="urn:microsoft.com/office/officeart/2005/8/layout/list1"/>
    <dgm:cxn modelId="{43F279C1-043B-44DB-8B8E-30ADF7D16EA2}" type="presParOf" srcId="{043B768F-FF0B-4B60-A326-3F9F0DFCC96A}" destId="{D04BDC1E-1DD2-4AC6-B706-923CFDB5EE6A}" srcOrd="3" destOrd="0" presId="urn:microsoft.com/office/officeart/2005/8/layout/list1"/>
    <dgm:cxn modelId="{046C2104-0991-4BD5-9E7C-02F5B3EEA033}" type="presParOf" srcId="{043B768F-FF0B-4B60-A326-3F9F0DFCC96A}" destId="{9D93361D-E846-4811-B9D4-6B9B12EE8C9F}" srcOrd="4" destOrd="0" presId="urn:microsoft.com/office/officeart/2005/8/layout/list1"/>
    <dgm:cxn modelId="{19F5EB40-6FD7-46EC-BA47-92217C75BF6C}" type="presParOf" srcId="{9D93361D-E846-4811-B9D4-6B9B12EE8C9F}" destId="{28BF8027-3527-4384-AE79-D012EE0F8F6D}" srcOrd="0" destOrd="0" presId="urn:microsoft.com/office/officeart/2005/8/layout/list1"/>
    <dgm:cxn modelId="{8161FEEB-C67F-4162-A6F0-5CC578818304}" type="presParOf" srcId="{9D93361D-E846-4811-B9D4-6B9B12EE8C9F}" destId="{43D22A84-82FB-434B-BD26-7D0AD421DFD0}" srcOrd="1" destOrd="0" presId="urn:microsoft.com/office/officeart/2005/8/layout/list1"/>
    <dgm:cxn modelId="{77D743B9-8A61-4C4F-82CD-ABDFA21115A2}" type="presParOf" srcId="{043B768F-FF0B-4B60-A326-3F9F0DFCC96A}" destId="{C53A27A5-CAD2-4B39-B310-F7A9E413DA2A}" srcOrd="5" destOrd="0" presId="urn:microsoft.com/office/officeart/2005/8/layout/list1"/>
    <dgm:cxn modelId="{2C8FAD3D-22E1-490C-9298-44EB366834B7}" type="presParOf" srcId="{043B768F-FF0B-4B60-A326-3F9F0DFCC96A}" destId="{DCAA67C2-C872-4CB4-BBE7-3A09D521528A}"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9680756-4BD3-4F84-8A5D-4B964453A280}" type="doc">
      <dgm:prSet loTypeId="urn:microsoft.com/office/officeart/2018/2/layout/IconVerticalSolidList" loCatId="icon" qsTypeId="urn:microsoft.com/office/officeart/2005/8/quickstyle/simple1#43" qsCatId="simple" csTypeId="urn:microsoft.com/office/officeart/2005/8/colors/accent3_2#42" csCatId="accent3" phldr="1"/>
      <dgm:spPr/>
      <dgm:t>
        <a:bodyPr/>
        <a:lstStyle/>
        <a:p>
          <a:endParaRPr lang="en-US"/>
        </a:p>
      </dgm:t>
    </dgm:pt>
    <dgm:pt modelId="{75DC09F0-8E03-44E9-A3D6-D31D3A15C9C3}">
      <dgm:prSet/>
      <dgm:spPr/>
      <dgm:t>
        <a:bodyPr/>
        <a:lstStyle/>
        <a:p>
          <a:pPr>
            <a:lnSpc>
              <a:spcPct val="100000"/>
            </a:lnSpc>
          </a:pPr>
          <a:r>
            <a:rPr lang="en-GB" b="1" dirty="0"/>
            <a:t>Target Label Encoding </a:t>
          </a:r>
          <a:endParaRPr lang="en-US" b="1" dirty="0"/>
        </a:p>
      </dgm:t>
    </dgm:pt>
    <dgm:pt modelId="{9A5596AA-83B4-4804-9A4C-4B2B131B2E7B}" type="parTrans" cxnId="{745C17BF-CDFD-4871-8439-BCE8939E7EF2}">
      <dgm:prSet/>
      <dgm:spPr/>
      <dgm:t>
        <a:bodyPr/>
        <a:lstStyle/>
        <a:p>
          <a:endParaRPr lang="en-US"/>
        </a:p>
      </dgm:t>
    </dgm:pt>
    <dgm:pt modelId="{D60A2AEF-5472-47C2-84AF-EAC0B153A42D}" type="sibTrans" cxnId="{745C17BF-CDFD-4871-8439-BCE8939E7EF2}">
      <dgm:prSet/>
      <dgm:spPr/>
      <dgm:t>
        <a:bodyPr/>
        <a:lstStyle/>
        <a:p>
          <a:endParaRPr lang="en-US"/>
        </a:p>
      </dgm:t>
    </dgm:pt>
    <dgm:pt modelId="{9EC0802F-283C-4DF6-A974-ECC0CF60EC59}">
      <dgm:prSet/>
      <dgm:spPr/>
      <dgm:t>
        <a:bodyPr/>
        <a:lstStyle/>
        <a:p>
          <a:pPr>
            <a:lnSpc>
              <a:spcPct val="100000"/>
            </a:lnSpc>
          </a:pPr>
          <a:r>
            <a:rPr lang="en-GB" b="0" i="0" dirty="0"/>
            <a:t>The </a:t>
          </a:r>
          <a:r>
            <a:rPr lang="en-GB" b="1" i="0" dirty="0"/>
            <a:t>smokes</a:t>
          </a:r>
          <a:r>
            <a:rPr lang="en-GB" b="0" i="0" dirty="0"/>
            <a:t> column contained several categories aside from no smoker status. We converted these into a binary label: users who answered no were labelled as non-smokers, while all other responses were labelled as smokers. </a:t>
          </a:r>
          <a:endParaRPr lang="en-US" dirty="0">
            <a:latin typeface="+mn-lt"/>
            <a:ea typeface="Yu Gothic UI Semilight" panose="020B0400000000000000" pitchFamily="34" charset="-128"/>
          </a:endParaRPr>
        </a:p>
      </dgm:t>
    </dgm:pt>
    <dgm:pt modelId="{8EBD0758-5141-4F19-ABB5-5157A615629B}" type="parTrans" cxnId="{11368B19-14DC-4322-95EB-9CD55644AB90}">
      <dgm:prSet/>
      <dgm:spPr/>
      <dgm:t>
        <a:bodyPr/>
        <a:lstStyle/>
        <a:p>
          <a:endParaRPr lang="en-US"/>
        </a:p>
      </dgm:t>
    </dgm:pt>
    <dgm:pt modelId="{4C43970A-CE4A-4168-9906-2BF245EF3D13}" type="sibTrans" cxnId="{11368B19-14DC-4322-95EB-9CD55644AB90}">
      <dgm:prSet/>
      <dgm:spPr/>
      <dgm:t>
        <a:bodyPr/>
        <a:lstStyle/>
        <a:p>
          <a:endParaRPr lang="en-US"/>
        </a:p>
      </dgm:t>
    </dgm:pt>
    <dgm:pt modelId="{74D560CC-34BE-4550-8737-A05713897D0C}">
      <dgm:prSet/>
      <dgm:spPr/>
      <dgm:t>
        <a:bodyPr/>
        <a:lstStyle/>
        <a:p>
          <a:pPr>
            <a:lnSpc>
              <a:spcPct val="100000"/>
            </a:lnSpc>
          </a:pPr>
          <a:r>
            <a:rPr lang="en-GB" b="1" i="0" dirty="0"/>
            <a:t>Train-test Split</a:t>
          </a:r>
          <a:endParaRPr lang="en-US" dirty="0"/>
        </a:p>
      </dgm:t>
    </dgm:pt>
    <dgm:pt modelId="{7B582DB2-50D3-431E-A39F-E2EEF6CFBF1A}" type="parTrans" cxnId="{6284149A-2A3F-40BC-92CF-F5E1E0ADA693}">
      <dgm:prSet/>
      <dgm:spPr/>
      <dgm:t>
        <a:bodyPr/>
        <a:lstStyle/>
        <a:p>
          <a:endParaRPr lang="en-US"/>
        </a:p>
      </dgm:t>
    </dgm:pt>
    <dgm:pt modelId="{B0AD3191-E348-4AE7-AB67-2F46727E8878}" type="sibTrans" cxnId="{6284149A-2A3F-40BC-92CF-F5E1E0ADA693}">
      <dgm:prSet/>
      <dgm:spPr/>
      <dgm:t>
        <a:bodyPr/>
        <a:lstStyle/>
        <a:p>
          <a:endParaRPr lang="en-US"/>
        </a:p>
      </dgm:t>
    </dgm:pt>
    <dgm:pt modelId="{00DCD73A-AB96-4525-A883-0F03A2273298}">
      <dgm:prSet/>
      <dgm:spPr/>
      <dgm:t>
        <a:bodyPr/>
        <a:lstStyle/>
        <a:p>
          <a:pPr>
            <a:lnSpc>
              <a:spcPct val="100000"/>
            </a:lnSpc>
          </a:pPr>
          <a:r>
            <a:rPr lang="en-GB" b="0" i="0" dirty="0"/>
            <a:t>We split the data into features (X) and labels (Y), then used a train-test split to divide the clean dataset into training and validation sets. This was done before encoding and standardising to prevent data leakage between sets.</a:t>
          </a:r>
          <a:endParaRPr lang="en-US" dirty="0">
            <a:latin typeface="+mn-lt"/>
            <a:ea typeface="Yu Gothic UI Semilight" panose="020B0400000000000000" pitchFamily="34" charset="-128"/>
          </a:endParaRPr>
        </a:p>
      </dgm:t>
    </dgm:pt>
    <dgm:pt modelId="{44446489-8C50-4A76-9081-0D2C119AC6C2}" type="parTrans" cxnId="{D50705BC-A2FF-4D92-9BA2-86C9ABF7DDB4}">
      <dgm:prSet/>
      <dgm:spPr/>
      <dgm:t>
        <a:bodyPr/>
        <a:lstStyle/>
        <a:p>
          <a:endParaRPr lang="en-US"/>
        </a:p>
      </dgm:t>
    </dgm:pt>
    <dgm:pt modelId="{FE57C30B-4255-40C2-ABD0-3E116B734535}" type="sibTrans" cxnId="{D50705BC-A2FF-4D92-9BA2-86C9ABF7DDB4}">
      <dgm:prSet/>
      <dgm:spPr/>
      <dgm:t>
        <a:bodyPr/>
        <a:lstStyle/>
        <a:p>
          <a:endParaRPr lang="en-US"/>
        </a:p>
      </dgm:t>
    </dgm:pt>
    <dgm:pt modelId="{FFCE8147-13CA-449B-B3B2-71D15AAB19D2}">
      <dgm:prSet/>
      <dgm:spPr/>
      <dgm:t>
        <a:bodyPr/>
        <a:lstStyle/>
        <a:p>
          <a:pPr>
            <a:lnSpc>
              <a:spcPct val="100000"/>
            </a:lnSpc>
          </a:pPr>
          <a:r>
            <a:rPr lang="en-GB" b="1" i="0" dirty="0"/>
            <a:t>One-Hot Encoding</a:t>
          </a:r>
          <a:endParaRPr lang="en-US" dirty="0"/>
        </a:p>
      </dgm:t>
    </dgm:pt>
    <dgm:pt modelId="{0DB07463-79E4-4125-ADC4-170F0C599508}" type="parTrans" cxnId="{16741E2F-0C1F-4652-BC48-5672990F8323}">
      <dgm:prSet/>
      <dgm:spPr/>
      <dgm:t>
        <a:bodyPr/>
        <a:lstStyle/>
        <a:p>
          <a:endParaRPr lang="en-US"/>
        </a:p>
      </dgm:t>
    </dgm:pt>
    <dgm:pt modelId="{72C9ED2E-D976-48FF-94FC-587E20F98CD7}" type="sibTrans" cxnId="{16741E2F-0C1F-4652-BC48-5672990F8323}">
      <dgm:prSet/>
      <dgm:spPr/>
      <dgm:t>
        <a:bodyPr/>
        <a:lstStyle/>
        <a:p>
          <a:endParaRPr lang="en-US"/>
        </a:p>
      </dgm:t>
    </dgm:pt>
    <dgm:pt modelId="{F2C30BC1-8BB4-4B16-B190-72CE8A6CA3AD}">
      <dgm:prSet/>
      <dgm:spPr/>
      <dgm:t>
        <a:bodyPr/>
        <a:lstStyle/>
        <a:p>
          <a:pPr>
            <a:lnSpc>
              <a:spcPct val="100000"/>
            </a:lnSpc>
          </a:pPr>
          <a:r>
            <a:rPr lang="en-GB" b="0" i="0" dirty="0"/>
            <a:t>For our categorical features, we used one-hot encoding to convert the categorical features into a numeric format that the machine learning algorithms could interpret.</a:t>
          </a:r>
          <a:endParaRPr lang="en-US" dirty="0"/>
        </a:p>
      </dgm:t>
    </dgm:pt>
    <dgm:pt modelId="{2B7B291E-8EA6-4B5C-992D-D4C7BBE3A5A7}" type="parTrans" cxnId="{8DAAC2ED-0ECC-4F72-827D-898F48EFD2E7}">
      <dgm:prSet/>
      <dgm:spPr/>
      <dgm:t>
        <a:bodyPr/>
        <a:lstStyle/>
        <a:p>
          <a:endParaRPr lang="en-US"/>
        </a:p>
      </dgm:t>
    </dgm:pt>
    <dgm:pt modelId="{824468B0-0665-48BE-9773-36A8F55D0BB2}" type="sibTrans" cxnId="{8DAAC2ED-0ECC-4F72-827D-898F48EFD2E7}">
      <dgm:prSet/>
      <dgm:spPr/>
      <dgm:t>
        <a:bodyPr/>
        <a:lstStyle/>
        <a:p>
          <a:endParaRPr lang="en-US"/>
        </a:p>
      </dgm:t>
    </dgm:pt>
    <dgm:pt modelId="{6006ED6E-EF26-4773-8249-3C268B49A4F3}">
      <dgm:prSet/>
      <dgm:spPr/>
      <dgm:t>
        <a:bodyPr/>
        <a:lstStyle/>
        <a:p>
          <a:pPr>
            <a:lnSpc>
              <a:spcPct val="100000"/>
            </a:lnSpc>
          </a:pPr>
          <a:r>
            <a:rPr lang="en-GB" b="1" i="0" dirty="0"/>
            <a:t>Standardisation</a:t>
          </a:r>
          <a:endParaRPr lang="en-US" dirty="0"/>
        </a:p>
      </dgm:t>
    </dgm:pt>
    <dgm:pt modelId="{BF2E5147-E9F4-4F9A-9C53-7C722296905A}" type="parTrans" cxnId="{091840C4-6573-46FD-BFB0-D59E603C3439}">
      <dgm:prSet/>
      <dgm:spPr/>
      <dgm:t>
        <a:bodyPr/>
        <a:lstStyle/>
        <a:p>
          <a:endParaRPr lang="en-US"/>
        </a:p>
      </dgm:t>
    </dgm:pt>
    <dgm:pt modelId="{F5CAAE20-D089-48DF-B1A0-C5EDD5EDEA8D}" type="sibTrans" cxnId="{091840C4-6573-46FD-BFB0-D59E603C3439}">
      <dgm:prSet/>
      <dgm:spPr/>
      <dgm:t>
        <a:bodyPr/>
        <a:lstStyle/>
        <a:p>
          <a:endParaRPr lang="en-US"/>
        </a:p>
      </dgm:t>
    </dgm:pt>
    <dgm:pt modelId="{465146B8-399A-49D8-9983-9421F1B6A2E0}">
      <dgm:prSet/>
      <dgm:spPr/>
      <dgm:t>
        <a:bodyPr/>
        <a:lstStyle/>
        <a:p>
          <a:pPr>
            <a:lnSpc>
              <a:spcPct val="100000"/>
            </a:lnSpc>
          </a:pPr>
          <a:r>
            <a:rPr lang="en-GB" b="0" i="0" dirty="0"/>
            <a:t>Because logistic regression models are sensitive to feature scale, we created a standardised set of feature data. This helped our logistic regression model learn more effectively and improved its performance.</a:t>
          </a:r>
          <a:endParaRPr lang="en-US" dirty="0"/>
        </a:p>
      </dgm:t>
    </dgm:pt>
    <dgm:pt modelId="{E95CAAAE-4917-4AC5-BE57-539866CDC9A7}" type="parTrans" cxnId="{C2544508-DA2B-4566-9BE2-254652778471}">
      <dgm:prSet/>
      <dgm:spPr/>
      <dgm:t>
        <a:bodyPr/>
        <a:lstStyle/>
        <a:p>
          <a:endParaRPr lang="en-US"/>
        </a:p>
      </dgm:t>
    </dgm:pt>
    <dgm:pt modelId="{647BF87C-89A4-4045-B031-9611FC5D3155}" type="sibTrans" cxnId="{C2544508-DA2B-4566-9BE2-254652778471}">
      <dgm:prSet/>
      <dgm:spPr/>
      <dgm:t>
        <a:bodyPr/>
        <a:lstStyle/>
        <a:p>
          <a:endParaRPr lang="en-US"/>
        </a:p>
      </dgm:t>
    </dgm:pt>
    <dgm:pt modelId="{6AB764DC-0E61-4CBB-8DE5-694785AE9B68}" type="pres">
      <dgm:prSet presAssocID="{49680756-4BD3-4F84-8A5D-4B964453A280}" presName="root" presStyleCnt="0">
        <dgm:presLayoutVars>
          <dgm:dir/>
          <dgm:resizeHandles val="exact"/>
        </dgm:presLayoutVars>
      </dgm:prSet>
      <dgm:spPr/>
    </dgm:pt>
    <dgm:pt modelId="{D463E207-701B-4F04-A8B0-E9884CD5262A}" type="pres">
      <dgm:prSet presAssocID="{75DC09F0-8E03-44E9-A3D6-D31D3A15C9C3}" presName="compNode" presStyleCnt="0"/>
      <dgm:spPr/>
    </dgm:pt>
    <dgm:pt modelId="{8D2E263E-EDF6-452B-9CB6-2B5582E5081D}" type="pres">
      <dgm:prSet presAssocID="{75DC09F0-8E03-44E9-A3D6-D31D3A15C9C3}" presName="bgRect" presStyleLbl="bgShp" presStyleIdx="0" presStyleCnt="4"/>
      <dgm:spPr/>
    </dgm:pt>
    <dgm:pt modelId="{D0ACD794-ACEA-4982-8D1C-6CCC65EB83E1}" type="pres">
      <dgm:prSet presAssocID="{75DC09F0-8E03-44E9-A3D6-D31D3A15C9C3}"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moking"/>
        </a:ext>
      </dgm:extLst>
    </dgm:pt>
    <dgm:pt modelId="{BF3CF92D-B0F8-47B5-8A4F-345AF778473A}" type="pres">
      <dgm:prSet presAssocID="{75DC09F0-8E03-44E9-A3D6-D31D3A15C9C3}" presName="spaceRect" presStyleCnt="0"/>
      <dgm:spPr/>
    </dgm:pt>
    <dgm:pt modelId="{E86FA69C-A857-4539-8AB4-C8683D0EC16E}" type="pres">
      <dgm:prSet presAssocID="{75DC09F0-8E03-44E9-A3D6-D31D3A15C9C3}" presName="parTx" presStyleLbl="revTx" presStyleIdx="0" presStyleCnt="8">
        <dgm:presLayoutVars>
          <dgm:chMax val="0"/>
          <dgm:chPref val="0"/>
        </dgm:presLayoutVars>
      </dgm:prSet>
      <dgm:spPr/>
    </dgm:pt>
    <dgm:pt modelId="{0A06CC47-B981-45C2-A94F-BF6AF14E987E}" type="pres">
      <dgm:prSet presAssocID="{75DC09F0-8E03-44E9-A3D6-D31D3A15C9C3}" presName="desTx" presStyleLbl="revTx" presStyleIdx="1" presStyleCnt="8">
        <dgm:presLayoutVars/>
      </dgm:prSet>
      <dgm:spPr/>
    </dgm:pt>
    <dgm:pt modelId="{E5D4656C-146F-40B8-BA68-3FCD488058ED}" type="pres">
      <dgm:prSet presAssocID="{D60A2AEF-5472-47C2-84AF-EAC0B153A42D}" presName="sibTrans" presStyleCnt="0"/>
      <dgm:spPr/>
    </dgm:pt>
    <dgm:pt modelId="{FE684952-45F8-4133-9F7F-1BEB8285B9F3}" type="pres">
      <dgm:prSet presAssocID="{74D560CC-34BE-4550-8737-A05713897D0C}" presName="compNode" presStyleCnt="0"/>
      <dgm:spPr/>
    </dgm:pt>
    <dgm:pt modelId="{591D4A88-298A-4D98-96CD-F862B39A61F4}" type="pres">
      <dgm:prSet presAssocID="{74D560CC-34BE-4550-8737-A05713897D0C}" presName="bgRect" presStyleLbl="bgShp" presStyleIdx="1" presStyleCnt="4"/>
      <dgm:spPr/>
    </dgm:pt>
    <dgm:pt modelId="{BB85D6B5-9009-4A8F-A5A1-4E0EDB8CFC6E}" type="pres">
      <dgm:prSet presAssocID="{74D560CC-34BE-4550-8737-A05713897D0C}" presName="iconRect" presStyleLbl="nod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Decision chart with solid fill"/>
        </a:ext>
      </dgm:extLst>
    </dgm:pt>
    <dgm:pt modelId="{133AE7E8-F71D-4B0F-9396-22F2BB788CB2}" type="pres">
      <dgm:prSet presAssocID="{74D560CC-34BE-4550-8737-A05713897D0C}" presName="spaceRect" presStyleCnt="0"/>
      <dgm:spPr/>
    </dgm:pt>
    <dgm:pt modelId="{23001468-A7D8-450C-918D-8DC7DCD6DC2D}" type="pres">
      <dgm:prSet presAssocID="{74D560CC-34BE-4550-8737-A05713897D0C}" presName="parTx" presStyleLbl="revTx" presStyleIdx="2" presStyleCnt="8">
        <dgm:presLayoutVars>
          <dgm:chMax val="0"/>
          <dgm:chPref val="0"/>
        </dgm:presLayoutVars>
      </dgm:prSet>
      <dgm:spPr/>
    </dgm:pt>
    <dgm:pt modelId="{13BF9963-FC3D-40C6-B594-46E1D79DA245}" type="pres">
      <dgm:prSet presAssocID="{74D560CC-34BE-4550-8737-A05713897D0C}" presName="desTx" presStyleLbl="revTx" presStyleIdx="3" presStyleCnt="8">
        <dgm:presLayoutVars/>
      </dgm:prSet>
      <dgm:spPr/>
    </dgm:pt>
    <dgm:pt modelId="{BCF8DB5F-3F7C-46D7-8D89-2483C0F58A3B}" type="pres">
      <dgm:prSet presAssocID="{B0AD3191-E348-4AE7-AB67-2F46727E8878}" presName="sibTrans" presStyleCnt="0"/>
      <dgm:spPr/>
    </dgm:pt>
    <dgm:pt modelId="{1E7C8DBF-E768-4B30-BC4F-7CCDC54EC11D}" type="pres">
      <dgm:prSet presAssocID="{FFCE8147-13CA-449B-B3B2-71D15AAB19D2}" presName="compNode" presStyleCnt="0"/>
      <dgm:spPr/>
    </dgm:pt>
    <dgm:pt modelId="{E95796B8-CB4A-44F8-ACBF-9F41AF6F350E}" type="pres">
      <dgm:prSet presAssocID="{FFCE8147-13CA-449B-B3B2-71D15AAB19D2}" presName="bgRect" presStyleLbl="bgShp" presStyleIdx="2" presStyleCnt="4"/>
      <dgm:spPr/>
    </dgm:pt>
    <dgm:pt modelId="{7BCF4D80-84DA-4FB4-88D1-E9E82A9F2EBF}" type="pres">
      <dgm:prSet presAssocID="{FFCE8147-13CA-449B-B3B2-71D15AAB19D2}"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sconnected"/>
        </a:ext>
      </dgm:extLst>
    </dgm:pt>
    <dgm:pt modelId="{5347E5CB-3CED-43F7-8686-FA282084C54B}" type="pres">
      <dgm:prSet presAssocID="{FFCE8147-13CA-449B-B3B2-71D15AAB19D2}" presName="spaceRect" presStyleCnt="0"/>
      <dgm:spPr/>
    </dgm:pt>
    <dgm:pt modelId="{4B4E4611-E3F0-41B6-9E5C-7D2555D3FB68}" type="pres">
      <dgm:prSet presAssocID="{FFCE8147-13CA-449B-B3B2-71D15AAB19D2}" presName="parTx" presStyleLbl="revTx" presStyleIdx="4" presStyleCnt="8">
        <dgm:presLayoutVars>
          <dgm:chMax val="0"/>
          <dgm:chPref val="0"/>
        </dgm:presLayoutVars>
      </dgm:prSet>
      <dgm:spPr/>
    </dgm:pt>
    <dgm:pt modelId="{207F25EA-76C1-4FC2-A295-FF5F7249C1D4}" type="pres">
      <dgm:prSet presAssocID="{FFCE8147-13CA-449B-B3B2-71D15AAB19D2}" presName="desTx" presStyleLbl="revTx" presStyleIdx="5" presStyleCnt="8">
        <dgm:presLayoutVars/>
      </dgm:prSet>
      <dgm:spPr/>
    </dgm:pt>
    <dgm:pt modelId="{4BF1341B-749E-4DDB-8E8A-5EE468337041}" type="pres">
      <dgm:prSet presAssocID="{72C9ED2E-D976-48FF-94FC-587E20F98CD7}" presName="sibTrans" presStyleCnt="0"/>
      <dgm:spPr/>
    </dgm:pt>
    <dgm:pt modelId="{6D8DA2A8-8A73-4948-BFFB-E10687684566}" type="pres">
      <dgm:prSet presAssocID="{6006ED6E-EF26-4773-8249-3C268B49A4F3}" presName="compNode" presStyleCnt="0"/>
      <dgm:spPr/>
    </dgm:pt>
    <dgm:pt modelId="{D39E7134-0899-4778-AA52-AD38D575CE2F}" type="pres">
      <dgm:prSet presAssocID="{6006ED6E-EF26-4773-8249-3C268B49A4F3}" presName="bgRect" presStyleLbl="bgShp" presStyleIdx="3" presStyleCnt="4"/>
      <dgm:spPr/>
    </dgm:pt>
    <dgm:pt modelId="{F79F01F7-0898-4489-A103-3CFBAD58B283}" type="pres">
      <dgm:prSet presAssocID="{6006ED6E-EF26-4773-8249-3C268B49A4F3}" presName="iconRect" presStyleLbl="node1" presStyleIdx="3" presStyleCnt="4" custLinFactNeighborY="-245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Network with solid fill"/>
        </a:ext>
      </dgm:extLst>
    </dgm:pt>
    <dgm:pt modelId="{9E12CC23-F492-4456-9F38-B77EF8C9D37B}" type="pres">
      <dgm:prSet presAssocID="{6006ED6E-EF26-4773-8249-3C268B49A4F3}" presName="spaceRect" presStyleCnt="0"/>
      <dgm:spPr/>
    </dgm:pt>
    <dgm:pt modelId="{C14E2CDE-0BB6-47C4-B536-CF16F3FF1ED4}" type="pres">
      <dgm:prSet presAssocID="{6006ED6E-EF26-4773-8249-3C268B49A4F3}" presName="parTx" presStyleLbl="revTx" presStyleIdx="6" presStyleCnt="8">
        <dgm:presLayoutVars>
          <dgm:chMax val="0"/>
          <dgm:chPref val="0"/>
        </dgm:presLayoutVars>
      </dgm:prSet>
      <dgm:spPr/>
    </dgm:pt>
    <dgm:pt modelId="{31B96AEB-6F14-4E85-9147-2DB06D2B3421}" type="pres">
      <dgm:prSet presAssocID="{6006ED6E-EF26-4773-8249-3C268B49A4F3}" presName="desTx" presStyleLbl="revTx" presStyleIdx="7" presStyleCnt="8">
        <dgm:presLayoutVars/>
      </dgm:prSet>
      <dgm:spPr/>
    </dgm:pt>
  </dgm:ptLst>
  <dgm:cxnLst>
    <dgm:cxn modelId="{C2544508-DA2B-4566-9BE2-254652778471}" srcId="{6006ED6E-EF26-4773-8249-3C268B49A4F3}" destId="{465146B8-399A-49D8-9983-9421F1B6A2E0}" srcOrd="0" destOrd="0" parTransId="{E95CAAAE-4917-4AC5-BE57-539866CDC9A7}" sibTransId="{647BF87C-89A4-4045-B031-9611FC5D3155}"/>
    <dgm:cxn modelId="{0AD4FC0D-48AE-4DC7-B9E3-7A64720D8B51}" type="presOf" srcId="{FFCE8147-13CA-449B-B3B2-71D15AAB19D2}" destId="{4B4E4611-E3F0-41B6-9E5C-7D2555D3FB68}" srcOrd="0" destOrd="0" presId="urn:microsoft.com/office/officeart/2018/2/layout/IconVerticalSolidList"/>
    <dgm:cxn modelId="{0C029E14-9CFE-4BCC-BB2C-48E7A4EBA78D}" type="presOf" srcId="{49680756-4BD3-4F84-8A5D-4B964453A280}" destId="{6AB764DC-0E61-4CBB-8DE5-694785AE9B68}" srcOrd="0" destOrd="0" presId="urn:microsoft.com/office/officeart/2018/2/layout/IconVerticalSolidList"/>
    <dgm:cxn modelId="{11368B19-14DC-4322-95EB-9CD55644AB90}" srcId="{75DC09F0-8E03-44E9-A3D6-D31D3A15C9C3}" destId="{9EC0802F-283C-4DF6-A974-ECC0CF60EC59}" srcOrd="0" destOrd="0" parTransId="{8EBD0758-5141-4F19-ABB5-5157A615629B}" sibTransId="{4C43970A-CE4A-4168-9906-2BF245EF3D13}"/>
    <dgm:cxn modelId="{877DD226-8AF4-4600-80A0-2EB8C117CCCA}" type="presOf" srcId="{00DCD73A-AB96-4525-A883-0F03A2273298}" destId="{13BF9963-FC3D-40C6-B594-46E1D79DA245}" srcOrd="0" destOrd="0" presId="urn:microsoft.com/office/officeart/2018/2/layout/IconVerticalSolidList"/>
    <dgm:cxn modelId="{16741E2F-0C1F-4652-BC48-5672990F8323}" srcId="{49680756-4BD3-4F84-8A5D-4B964453A280}" destId="{FFCE8147-13CA-449B-B3B2-71D15AAB19D2}" srcOrd="2" destOrd="0" parTransId="{0DB07463-79E4-4125-ADC4-170F0C599508}" sibTransId="{72C9ED2E-D976-48FF-94FC-587E20F98CD7}"/>
    <dgm:cxn modelId="{25883542-1CA7-4C4A-8DAA-FE7B2C4BD671}" type="presOf" srcId="{74D560CC-34BE-4550-8737-A05713897D0C}" destId="{23001468-A7D8-450C-918D-8DC7DCD6DC2D}" srcOrd="0" destOrd="0" presId="urn:microsoft.com/office/officeart/2018/2/layout/IconVerticalSolidList"/>
    <dgm:cxn modelId="{99426C67-CDF2-4676-AD2E-E1CB0D9DECFB}" type="presOf" srcId="{6006ED6E-EF26-4773-8249-3C268B49A4F3}" destId="{C14E2CDE-0BB6-47C4-B536-CF16F3FF1ED4}" srcOrd="0" destOrd="0" presId="urn:microsoft.com/office/officeart/2018/2/layout/IconVerticalSolidList"/>
    <dgm:cxn modelId="{80EE7649-529D-458C-A1B3-F0D0B49CE7BD}" type="presOf" srcId="{9EC0802F-283C-4DF6-A974-ECC0CF60EC59}" destId="{0A06CC47-B981-45C2-A94F-BF6AF14E987E}" srcOrd="0" destOrd="0" presId="urn:microsoft.com/office/officeart/2018/2/layout/IconVerticalSolidList"/>
    <dgm:cxn modelId="{D1140789-4D63-4FAD-A4C0-FB3223C560F1}" type="presOf" srcId="{75DC09F0-8E03-44E9-A3D6-D31D3A15C9C3}" destId="{E86FA69C-A857-4539-8AB4-C8683D0EC16E}" srcOrd="0" destOrd="0" presId="urn:microsoft.com/office/officeart/2018/2/layout/IconVerticalSolidList"/>
    <dgm:cxn modelId="{339B5594-1D00-47C1-9B8F-A5E3BD214B30}" type="presOf" srcId="{465146B8-399A-49D8-9983-9421F1B6A2E0}" destId="{31B96AEB-6F14-4E85-9147-2DB06D2B3421}" srcOrd="0" destOrd="0" presId="urn:microsoft.com/office/officeart/2018/2/layout/IconVerticalSolidList"/>
    <dgm:cxn modelId="{6284149A-2A3F-40BC-92CF-F5E1E0ADA693}" srcId="{49680756-4BD3-4F84-8A5D-4B964453A280}" destId="{74D560CC-34BE-4550-8737-A05713897D0C}" srcOrd="1" destOrd="0" parTransId="{7B582DB2-50D3-431E-A39F-E2EEF6CFBF1A}" sibTransId="{B0AD3191-E348-4AE7-AB67-2F46727E8878}"/>
    <dgm:cxn modelId="{D50705BC-A2FF-4D92-9BA2-86C9ABF7DDB4}" srcId="{74D560CC-34BE-4550-8737-A05713897D0C}" destId="{00DCD73A-AB96-4525-A883-0F03A2273298}" srcOrd="0" destOrd="0" parTransId="{44446489-8C50-4A76-9081-0D2C119AC6C2}" sibTransId="{FE57C30B-4255-40C2-ABD0-3E116B734535}"/>
    <dgm:cxn modelId="{745C17BF-CDFD-4871-8439-BCE8939E7EF2}" srcId="{49680756-4BD3-4F84-8A5D-4B964453A280}" destId="{75DC09F0-8E03-44E9-A3D6-D31D3A15C9C3}" srcOrd="0" destOrd="0" parTransId="{9A5596AA-83B4-4804-9A4C-4B2B131B2E7B}" sibTransId="{D60A2AEF-5472-47C2-84AF-EAC0B153A42D}"/>
    <dgm:cxn modelId="{091840C4-6573-46FD-BFB0-D59E603C3439}" srcId="{49680756-4BD3-4F84-8A5D-4B964453A280}" destId="{6006ED6E-EF26-4773-8249-3C268B49A4F3}" srcOrd="3" destOrd="0" parTransId="{BF2E5147-E9F4-4F9A-9C53-7C722296905A}" sibTransId="{F5CAAE20-D089-48DF-B1A0-C5EDD5EDEA8D}"/>
    <dgm:cxn modelId="{8DAAC2ED-0ECC-4F72-827D-898F48EFD2E7}" srcId="{FFCE8147-13CA-449B-B3B2-71D15AAB19D2}" destId="{F2C30BC1-8BB4-4B16-B190-72CE8A6CA3AD}" srcOrd="0" destOrd="0" parTransId="{2B7B291E-8EA6-4B5C-992D-D4C7BBE3A5A7}" sibTransId="{824468B0-0665-48BE-9773-36A8F55D0BB2}"/>
    <dgm:cxn modelId="{7D1ABFF5-D662-4E4D-8131-A3BAE5A5177D}" type="presOf" srcId="{F2C30BC1-8BB4-4B16-B190-72CE8A6CA3AD}" destId="{207F25EA-76C1-4FC2-A295-FF5F7249C1D4}" srcOrd="0" destOrd="0" presId="urn:microsoft.com/office/officeart/2018/2/layout/IconVerticalSolidList"/>
    <dgm:cxn modelId="{AC3C5378-65E9-4035-B97B-C5A23F47446E}" type="presParOf" srcId="{6AB764DC-0E61-4CBB-8DE5-694785AE9B68}" destId="{D463E207-701B-4F04-A8B0-E9884CD5262A}" srcOrd="0" destOrd="0" presId="urn:microsoft.com/office/officeart/2018/2/layout/IconVerticalSolidList"/>
    <dgm:cxn modelId="{4ADA4954-CA19-4EBB-94A9-981E8FED9083}" type="presParOf" srcId="{D463E207-701B-4F04-A8B0-E9884CD5262A}" destId="{8D2E263E-EDF6-452B-9CB6-2B5582E5081D}" srcOrd="0" destOrd="0" presId="urn:microsoft.com/office/officeart/2018/2/layout/IconVerticalSolidList"/>
    <dgm:cxn modelId="{6D46C8A3-9C37-4E4B-BCFE-C0FA00538C46}" type="presParOf" srcId="{D463E207-701B-4F04-A8B0-E9884CD5262A}" destId="{D0ACD794-ACEA-4982-8D1C-6CCC65EB83E1}" srcOrd="1" destOrd="0" presId="urn:microsoft.com/office/officeart/2018/2/layout/IconVerticalSolidList"/>
    <dgm:cxn modelId="{EC76EA89-E869-434E-B89C-633E31900CD1}" type="presParOf" srcId="{D463E207-701B-4F04-A8B0-E9884CD5262A}" destId="{BF3CF92D-B0F8-47B5-8A4F-345AF778473A}" srcOrd="2" destOrd="0" presId="urn:microsoft.com/office/officeart/2018/2/layout/IconVerticalSolidList"/>
    <dgm:cxn modelId="{25F7C755-A34B-4F33-A24C-1ABA4F214D9C}" type="presParOf" srcId="{D463E207-701B-4F04-A8B0-E9884CD5262A}" destId="{E86FA69C-A857-4539-8AB4-C8683D0EC16E}" srcOrd="3" destOrd="0" presId="urn:microsoft.com/office/officeart/2018/2/layout/IconVerticalSolidList"/>
    <dgm:cxn modelId="{8AEBF203-9336-45B9-9AA4-04F1D1B48938}" type="presParOf" srcId="{D463E207-701B-4F04-A8B0-E9884CD5262A}" destId="{0A06CC47-B981-45C2-A94F-BF6AF14E987E}" srcOrd="4" destOrd="0" presId="urn:microsoft.com/office/officeart/2018/2/layout/IconVerticalSolidList"/>
    <dgm:cxn modelId="{33A1CB40-2715-42C9-90C7-FC4EBA0773EE}" type="presParOf" srcId="{6AB764DC-0E61-4CBB-8DE5-694785AE9B68}" destId="{E5D4656C-146F-40B8-BA68-3FCD488058ED}" srcOrd="1" destOrd="0" presId="urn:microsoft.com/office/officeart/2018/2/layout/IconVerticalSolidList"/>
    <dgm:cxn modelId="{28C4266F-8ACC-4B05-AC28-DB4AEA27C8EC}" type="presParOf" srcId="{6AB764DC-0E61-4CBB-8DE5-694785AE9B68}" destId="{FE684952-45F8-4133-9F7F-1BEB8285B9F3}" srcOrd="2" destOrd="0" presId="urn:microsoft.com/office/officeart/2018/2/layout/IconVerticalSolidList"/>
    <dgm:cxn modelId="{ED9258AE-83B0-44BC-A9C5-83C3CEC2C538}" type="presParOf" srcId="{FE684952-45F8-4133-9F7F-1BEB8285B9F3}" destId="{591D4A88-298A-4D98-96CD-F862B39A61F4}" srcOrd="0" destOrd="0" presId="urn:microsoft.com/office/officeart/2018/2/layout/IconVerticalSolidList"/>
    <dgm:cxn modelId="{3B46EB09-2C8C-4CB0-B3B4-6CFBE38B9BC7}" type="presParOf" srcId="{FE684952-45F8-4133-9F7F-1BEB8285B9F3}" destId="{BB85D6B5-9009-4A8F-A5A1-4E0EDB8CFC6E}" srcOrd="1" destOrd="0" presId="urn:microsoft.com/office/officeart/2018/2/layout/IconVerticalSolidList"/>
    <dgm:cxn modelId="{763B1358-DD96-43AA-AC94-BC6656DCB64C}" type="presParOf" srcId="{FE684952-45F8-4133-9F7F-1BEB8285B9F3}" destId="{133AE7E8-F71D-4B0F-9396-22F2BB788CB2}" srcOrd="2" destOrd="0" presId="urn:microsoft.com/office/officeart/2018/2/layout/IconVerticalSolidList"/>
    <dgm:cxn modelId="{B955F760-3944-475E-BF2C-F8710CF090F5}" type="presParOf" srcId="{FE684952-45F8-4133-9F7F-1BEB8285B9F3}" destId="{23001468-A7D8-450C-918D-8DC7DCD6DC2D}" srcOrd="3" destOrd="0" presId="urn:microsoft.com/office/officeart/2018/2/layout/IconVerticalSolidList"/>
    <dgm:cxn modelId="{9D2A9DA6-ED57-4353-8944-F136D6052AC9}" type="presParOf" srcId="{FE684952-45F8-4133-9F7F-1BEB8285B9F3}" destId="{13BF9963-FC3D-40C6-B594-46E1D79DA245}" srcOrd="4" destOrd="0" presId="urn:microsoft.com/office/officeart/2018/2/layout/IconVerticalSolidList"/>
    <dgm:cxn modelId="{1D9493B8-7392-4101-AED0-08817E0C5B0E}" type="presParOf" srcId="{6AB764DC-0E61-4CBB-8DE5-694785AE9B68}" destId="{BCF8DB5F-3F7C-46D7-8D89-2483C0F58A3B}" srcOrd="3" destOrd="0" presId="urn:microsoft.com/office/officeart/2018/2/layout/IconVerticalSolidList"/>
    <dgm:cxn modelId="{C7101856-C364-46D5-8AAA-E39C3A2ED69D}" type="presParOf" srcId="{6AB764DC-0E61-4CBB-8DE5-694785AE9B68}" destId="{1E7C8DBF-E768-4B30-BC4F-7CCDC54EC11D}" srcOrd="4" destOrd="0" presId="urn:microsoft.com/office/officeart/2018/2/layout/IconVerticalSolidList"/>
    <dgm:cxn modelId="{F3A06213-C4D3-43A6-8257-C09BC67CD33A}" type="presParOf" srcId="{1E7C8DBF-E768-4B30-BC4F-7CCDC54EC11D}" destId="{E95796B8-CB4A-44F8-ACBF-9F41AF6F350E}" srcOrd="0" destOrd="0" presId="urn:microsoft.com/office/officeart/2018/2/layout/IconVerticalSolidList"/>
    <dgm:cxn modelId="{E63DB9B7-5872-474C-8D44-1E09F6A5FA37}" type="presParOf" srcId="{1E7C8DBF-E768-4B30-BC4F-7CCDC54EC11D}" destId="{7BCF4D80-84DA-4FB4-88D1-E9E82A9F2EBF}" srcOrd="1" destOrd="0" presId="urn:microsoft.com/office/officeart/2018/2/layout/IconVerticalSolidList"/>
    <dgm:cxn modelId="{7348D66F-433F-4CCE-917B-8C30313B4E67}" type="presParOf" srcId="{1E7C8DBF-E768-4B30-BC4F-7CCDC54EC11D}" destId="{5347E5CB-3CED-43F7-8686-FA282084C54B}" srcOrd="2" destOrd="0" presId="urn:microsoft.com/office/officeart/2018/2/layout/IconVerticalSolidList"/>
    <dgm:cxn modelId="{2361CC94-9641-4A84-AD4C-BCF71D83E5B4}" type="presParOf" srcId="{1E7C8DBF-E768-4B30-BC4F-7CCDC54EC11D}" destId="{4B4E4611-E3F0-41B6-9E5C-7D2555D3FB68}" srcOrd="3" destOrd="0" presId="urn:microsoft.com/office/officeart/2018/2/layout/IconVerticalSolidList"/>
    <dgm:cxn modelId="{9881BD72-665F-4342-A2BB-B2ED3ACA6EEE}" type="presParOf" srcId="{1E7C8DBF-E768-4B30-BC4F-7CCDC54EC11D}" destId="{207F25EA-76C1-4FC2-A295-FF5F7249C1D4}" srcOrd="4" destOrd="0" presId="urn:microsoft.com/office/officeart/2018/2/layout/IconVerticalSolidList"/>
    <dgm:cxn modelId="{922B5F5A-D2E3-4F37-8D8E-741781824523}" type="presParOf" srcId="{6AB764DC-0E61-4CBB-8DE5-694785AE9B68}" destId="{4BF1341B-749E-4DDB-8E8A-5EE468337041}" srcOrd="5" destOrd="0" presId="urn:microsoft.com/office/officeart/2018/2/layout/IconVerticalSolidList"/>
    <dgm:cxn modelId="{BB4E79A6-D6AA-47BE-A830-44C1FBCFE120}" type="presParOf" srcId="{6AB764DC-0E61-4CBB-8DE5-694785AE9B68}" destId="{6D8DA2A8-8A73-4948-BFFB-E10687684566}" srcOrd="6" destOrd="0" presId="urn:microsoft.com/office/officeart/2018/2/layout/IconVerticalSolidList"/>
    <dgm:cxn modelId="{6A3C1DA4-7A80-414D-859C-88A9FB0E9719}" type="presParOf" srcId="{6D8DA2A8-8A73-4948-BFFB-E10687684566}" destId="{D39E7134-0899-4778-AA52-AD38D575CE2F}" srcOrd="0" destOrd="0" presId="urn:microsoft.com/office/officeart/2018/2/layout/IconVerticalSolidList"/>
    <dgm:cxn modelId="{AA9F9895-D0FB-446D-9D31-FAFA147DC493}" type="presParOf" srcId="{6D8DA2A8-8A73-4948-BFFB-E10687684566}" destId="{F79F01F7-0898-4489-A103-3CFBAD58B283}" srcOrd="1" destOrd="0" presId="urn:microsoft.com/office/officeart/2018/2/layout/IconVerticalSolidList"/>
    <dgm:cxn modelId="{59E0C568-846D-4B93-A11B-E6A03CE07516}" type="presParOf" srcId="{6D8DA2A8-8A73-4948-BFFB-E10687684566}" destId="{9E12CC23-F492-4456-9F38-B77EF8C9D37B}" srcOrd="2" destOrd="0" presId="urn:microsoft.com/office/officeart/2018/2/layout/IconVerticalSolidList"/>
    <dgm:cxn modelId="{C14CD7A8-3CF3-44DF-85E8-B19545395171}" type="presParOf" srcId="{6D8DA2A8-8A73-4948-BFFB-E10687684566}" destId="{C14E2CDE-0BB6-47C4-B536-CF16F3FF1ED4}" srcOrd="3" destOrd="0" presId="urn:microsoft.com/office/officeart/2018/2/layout/IconVerticalSolidList"/>
    <dgm:cxn modelId="{03C5FB77-0645-47FD-ACDB-EBF0357DE38A}" type="presParOf" srcId="{6D8DA2A8-8A73-4948-BFFB-E10687684566}" destId="{31B96AEB-6F14-4E85-9147-2DB06D2B3421}"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B313E4A-8B87-4AAD-AEEE-9B1435558CB9}"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527C33A0-D4CE-48C2-812A-2152C182D6D8}">
      <dgm:prSet phldrT="[Text]" custT="1"/>
      <dgm:spPr>
        <a:ln>
          <a:noFill/>
        </a:ln>
      </dgm:spPr>
      <dgm:t>
        <a:bodyPr anchor="ctr"/>
        <a:lstStyle/>
        <a:p>
          <a:r>
            <a:rPr lang="en-US" sz="1600" b="0" i="0" kern="1200" cap="all" spc="300" baseline="0" dirty="0">
              <a:solidFill>
                <a:schemeClr val="tx1"/>
              </a:solidFill>
              <a:latin typeface="Yu Gothic UI Semilight" panose="020B0400000000000000" pitchFamily="34" charset="-128"/>
              <a:ea typeface="+mn-ea"/>
              <a:cs typeface="+mn-cs"/>
            </a:rPr>
            <a:t>Binomial Logistic regression</a:t>
          </a:r>
        </a:p>
      </dgm:t>
    </dgm:pt>
    <dgm:pt modelId="{051EA6F1-57D0-42F2-BD63-8D741E1935F1}" type="parTrans" cxnId="{67CDFC22-3852-49AA-846F-62CFC47D4773}">
      <dgm:prSet/>
      <dgm:spPr/>
      <dgm:t>
        <a:bodyPr/>
        <a:lstStyle/>
        <a:p>
          <a:endParaRPr lang="en-US" sz="1400">
            <a:solidFill>
              <a:schemeClr val="accent3"/>
            </a:solidFill>
          </a:endParaRPr>
        </a:p>
      </dgm:t>
    </dgm:pt>
    <dgm:pt modelId="{E3167961-4CF2-4300-9C4A-A70246E015B1}" type="sibTrans" cxnId="{67CDFC22-3852-49AA-846F-62CFC47D4773}">
      <dgm:prSet/>
      <dgm:spPr/>
      <dgm:t>
        <a:bodyPr/>
        <a:lstStyle/>
        <a:p>
          <a:endParaRPr lang="en-US" sz="1400">
            <a:solidFill>
              <a:schemeClr val="accent3"/>
            </a:solidFill>
          </a:endParaRPr>
        </a:p>
      </dgm:t>
    </dgm:pt>
    <dgm:pt modelId="{B6769171-B80C-4F5B-90C7-EC3BDB7E975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K-nearest </a:t>
          </a:r>
          <a:r>
            <a:rPr lang="en-US" sz="1600" b="0" i="0" kern="1200" cap="all" spc="300" baseline="0" dirty="0" err="1">
              <a:solidFill>
                <a:prstClr val="black"/>
              </a:solidFill>
              <a:latin typeface="Yu Gothic UI Semilight" panose="020B0400000000000000" pitchFamily="34" charset="-128"/>
              <a:ea typeface="+mn-ea"/>
              <a:cs typeface="+mn-cs"/>
            </a:rPr>
            <a:t>neigbours</a:t>
          </a:r>
          <a:r>
            <a:rPr lang="en-US" sz="1600" b="0" i="0" kern="1200" cap="all" spc="300" baseline="0" dirty="0">
              <a:solidFill>
                <a:prstClr val="black"/>
              </a:solidFill>
              <a:latin typeface="Yu Gothic UI Semilight" panose="020B0400000000000000" pitchFamily="34" charset="-128"/>
              <a:ea typeface="+mn-ea"/>
              <a:cs typeface="+mn-cs"/>
            </a:rPr>
            <a:t> classifier</a:t>
          </a:r>
        </a:p>
      </dgm:t>
    </dgm:pt>
    <dgm:pt modelId="{EBFED7B5-6EA8-4A9E-BFDD-4F059EEEF6B1}" type="parTrans" cxnId="{DE2646DB-D133-4C29-A2FC-663797E2947F}">
      <dgm:prSet/>
      <dgm:spPr/>
      <dgm:t>
        <a:bodyPr/>
        <a:lstStyle/>
        <a:p>
          <a:endParaRPr lang="en-US" sz="1400">
            <a:solidFill>
              <a:schemeClr val="accent3"/>
            </a:solidFill>
          </a:endParaRPr>
        </a:p>
      </dgm:t>
    </dgm:pt>
    <dgm:pt modelId="{15DA4E02-04FA-4A21-9790-F88305AE1DDF}" type="sibTrans" cxnId="{DE2646DB-D133-4C29-A2FC-663797E2947F}">
      <dgm:prSet/>
      <dgm:spPr/>
      <dgm:t>
        <a:bodyPr/>
        <a:lstStyle/>
        <a:p>
          <a:endParaRPr lang="en-US" sz="1400">
            <a:solidFill>
              <a:schemeClr val="accent3"/>
            </a:solidFill>
          </a:endParaRPr>
        </a:p>
      </dgm:t>
    </dgm:pt>
    <dgm:pt modelId="{D005F7E6-D3D7-4736-A565-5597C92EEA6E}">
      <dgm:prSet phldrT="[Text]" custT="1"/>
      <dgm:spPr/>
      <dgm:t>
        <a:bodyPr anchor="ctr"/>
        <a:lstStyle/>
        <a:p>
          <a:r>
            <a:rPr lang="en-US" sz="3600" dirty="0">
              <a:solidFill>
                <a:schemeClr val="accent3"/>
              </a:solidFill>
              <a:latin typeface="+mj-lt"/>
            </a:rPr>
            <a:t>M1</a:t>
          </a:r>
        </a:p>
      </dgm:t>
    </dgm:pt>
    <dgm:pt modelId="{5488EE6F-940A-406A-80A3-42C5A10B4269}" type="parTrans" cxnId="{EB93DE1A-F1C2-46BB-91EC-F2BFD558BDCD}">
      <dgm:prSet/>
      <dgm:spPr/>
      <dgm:t>
        <a:bodyPr/>
        <a:lstStyle/>
        <a:p>
          <a:endParaRPr lang="en-US" sz="1400">
            <a:solidFill>
              <a:schemeClr val="accent3"/>
            </a:solidFill>
          </a:endParaRPr>
        </a:p>
      </dgm:t>
    </dgm:pt>
    <dgm:pt modelId="{52810DCF-3FEF-47BA-9560-DDA76F05622B}" type="sibTrans" cxnId="{EB93DE1A-F1C2-46BB-91EC-F2BFD558BDCD}">
      <dgm:prSet/>
      <dgm:spPr/>
      <dgm:t>
        <a:bodyPr/>
        <a:lstStyle/>
        <a:p>
          <a:endParaRPr lang="en-US" sz="1400">
            <a:solidFill>
              <a:schemeClr val="accent3"/>
            </a:solidFill>
          </a:endParaRPr>
        </a:p>
      </dgm:t>
    </dgm:pt>
    <dgm:pt modelId="{6F977B38-B94F-4762-9FA8-43006E979831}">
      <dgm:prSet phldrT="[Text]" custT="1"/>
      <dgm:spPr/>
      <dgm:t>
        <a:bodyPr anchor="ctr"/>
        <a:lstStyle/>
        <a:p>
          <a:r>
            <a:rPr lang="en-US" sz="3600" dirty="0">
              <a:solidFill>
                <a:schemeClr val="accent3"/>
              </a:solidFill>
              <a:latin typeface="+mj-lt"/>
            </a:rPr>
            <a:t>M2</a:t>
          </a:r>
        </a:p>
      </dgm:t>
    </dgm:pt>
    <dgm:pt modelId="{D645353D-A275-487B-92A0-06F88FEAB990}" type="parTrans" cxnId="{F2E15CDB-CF08-4E99-9BB4-FE8B9862B0BE}">
      <dgm:prSet/>
      <dgm:spPr/>
      <dgm:t>
        <a:bodyPr/>
        <a:lstStyle/>
        <a:p>
          <a:endParaRPr lang="en-US" sz="1400">
            <a:solidFill>
              <a:schemeClr val="accent3"/>
            </a:solidFill>
          </a:endParaRPr>
        </a:p>
      </dgm:t>
    </dgm:pt>
    <dgm:pt modelId="{C116B6CE-0E45-468A-8FCD-98B3260F6E2B}" type="sibTrans" cxnId="{F2E15CDB-CF08-4E99-9BB4-FE8B9862B0BE}">
      <dgm:prSet/>
      <dgm:spPr/>
      <dgm:t>
        <a:bodyPr/>
        <a:lstStyle/>
        <a:p>
          <a:endParaRPr lang="en-US" sz="1400">
            <a:solidFill>
              <a:schemeClr val="accent3"/>
            </a:solidFill>
          </a:endParaRPr>
        </a:p>
      </dgm:t>
    </dgm:pt>
    <dgm:pt modelId="{D1DFD31E-EBD3-4332-8636-6D8373C48843}">
      <dgm:prSet phldrT="[Text]" custT="1"/>
      <dgm:spPr/>
      <dgm:t>
        <a:bodyPr anchor="ctr"/>
        <a:lstStyle/>
        <a:p>
          <a:r>
            <a:rPr lang="en-US" sz="3600" dirty="0">
              <a:solidFill>
                <a:schemeClr val="accent3"/>
              </a:solidFill>
              <a:latin typeface="+mj-lt"/>
            </a:rPr>
            <a:t>M3</a:t>
          </a:r>
        </a:p>
      </dgm:t>
    </dgm:pt>
    <dgm:pt modelId="{6DD3ACB7-7BFD-4F02-8143-F4245AB3D242}" type="parTrans" cxnId="{A3E8F565-D509-4242-89E5-F545BD9B39AF}">
      <dgm:prSet/>
      <dgm:spPr/>
      <dgm:t>
        <a:bodyPr/>
        <a:lstStyle/>
        <a:p>
          <a:endParaRPr lang="en-US" sz="1400">
            <a:solidFill>
              <a:schemeClr val="accent3"/>
            </a:solidFill>
          </a:endParaRPr>
        </a:p>
      </dgm:t>
    </dgm:pt>
    <dgm:pt modelId="{8A67AB22-1ED0-4C87-93DD-EC8BA8AC9DE1}" type="sibTrans" cxnId="{A3E8F565-D509-4242-89E5-F545BD9B39AF}">
      <dgm:prSet/>
      <dgm:spPr/>
      <dgm:t>
        <a:bodyPr/>
        <a:lstStyle/>
        <a:p>
          <a:endParaRPr lang="en-US" sz="1400">
            <a:solidFill>
              <a:schemeClr val="accent3"/>
            </a:solidFill>
          </a:endParaRPr>
        </a:p>
      </dgm:t>
    </dgm:pt>
    <dgm:pt modelId="{19F861D7-06D0-4475-8396-2F5BA32F3667}">
      <dgm:prSet phldrT="[Text]" custT="1"/>
      <dgm:spPr/>
      <dgm:t>
        <a:bodyPr anchor="ctr"/>
        <a:lstStyle/>
        <a:p>
          <a:r>
            <a:rPr lang="en-US" sz="1600" b="0" i="0" kern="1200" cap="all" spc="300" baseline="0" dirty="0">
              <a:solidFill>
                <a:prstClr val="black"/>
              </a:solidFill>
              <a:latin typeface="Yu Gothic UI Semilight" panose="020B0400000000000000" pitchFamily="34" charset="-128"/>
              <a:ea typeface="+mn-ea"/>
              <a:cs typeface="+mn-cs"/>
            </a:rPr>
            <a:t>Random Forests Classifier</a:t>
          </a:r>
        </a:p>
      </dgm:t>
    </dgm:pt>
    <dgm:pt modelId="{E600A78F-D810-48FA-BA62-69BAA380AFC0}" type="sibTrans" cxnId="{1BBF4133-48CE-4EF2-B1A9-2D15BDAD32DA}">
      <dgm:prSet/>
      <dgm:spPr/>
      <dgm:t>
        <a:bodyPr/>
        <a:lstStyle/>
        <a:p>
          <a:endParaRPr lang="en-US" sz="1400">
            <a:solidFill>
              <a:schemeClr val="accent3"/>
            </a:solidFill>
          </a:endParaRPr>
        </a:p>
      </dgm:t>
    </dgm:pt>
    <dgm:pt modelId="{688591F3-C9FA-4E02-ACDA-6F3849A6023D}" type="parTrans" cxnId="{1BBF4133-48CE-4EF2-B1A9-2D15BDAD32DA}">
      <dgm:prSet/>
      <dgm:spPr/>
      <dgm:t>
        <a:bodyPr/>
        <a:lstStyle/>
        <a:p>
          <a:endParaRPr lang="en-US" sz="1400">
            <a:solidFill>
              <a:schemeClr val="accent3"/>
            </a:solidFill>
          </a:endParaRPr>
        </a:p>
      </dgm:t>
    </dgm:pt>
    <dgm:pt modelId="{D342E22F-EB29-4FAD-9B28-4C34502171B9}" type="pres">
      <dgm:prSet presAssocID="{BB313E4A-8B87-4AAD-AEEE-9B1435558CB9}" presName="vert0" presStyleCnt="0">
        <dgm:presLayoutVars>
          <dgm:dir/>
          <dgm:animOne val="branch"/>
          <dgm:animLvl val="lvl"/>
        </dgm:presLayoutVars>
      </dgm:prSet>
      <dgm:spPr/>
    </dgm:pt>
    <dgm:pt modelId="{4E247E96-070B-4744-96B3-E1F97A845C9F}" type="pres">
      <dgm:prSet presAssocID="{D005F7E6-D3D7-4736-A565-5597C92EEA6E}" presName="thickLine" presStyleLbl="alignNode1" presStyleIdx="0" presStyleCnt="3"/>
      <dgm:spPr/>
    </dgm:pt>
    <dgm:pt modelId="{27343992-1E43-4DD5-A34F-B5C1356DFE59}" type="pres">
      <dgm:prSet presAssocID="{D005F7E6-D3D7-4736-A565-5597C92EEA6E}" presName="horz1" presStyleCnt="0"/>
      <dgm:spPr/>
    </dgm:pt>
    <dgm:pt modelId="{794A25E5-C31E-4F51-977B-29908E4DED60}" type="pres">
      <dgm:prSet presAssocID="{D005F7E6-D3D7-4736-A565-5597C92EEA6E}" presName="tx1" presStyleLbl="revTx" presStyleIdx="0" presStyleCnt="6"/>
      <dgm:spPr/>
    </dgm:pt>
    <dgm:pt modelId="{D7852091-6875-4A46-BEE1-63E8C2BCD888}" type="pres">
      <dgm:prSet presAssocID="{D005F7E6-D3D7-4736-A565-5597C92EEA6E}" presName="vert1" presStyleCnt="0"/>
      <dgm:spPr/>
    </dgm:pt>
    <dgm:pt modelId="{CA417A59-A3FF-4C11-905B-2547DCEE95E1}" type="pres">
      <dgm:prSet presAssocID="{527C33A0-D4CE-48C2-812A-2152C182D6D8}" presName="vertSpace2a" presStyleCnt="0"/>
      <dgm:spPr/>
    </dgm:pt>
    <dgm:pt modelId="{A1C33D26-B435-488C-8EC8-B15795800AB8}" type="pres">
      <dgm:prSet presAssocID="{527C33A0-D4CE-48C2-812A-2152C182D6D8}" presName="horz2" presStyleCnt="0"/>
      <dgm:spPr/>
    </dgm:pt>
    <dgm:pt modelId="{19CA6B4E-4FAF-4EBF-B6AC-6C65343D6240}" type="pres">
      <dgm:prSet presAssocID="{527C33A0-D4CE-48C2-812A-2152C182D6D8}" presName="horzSpace2" presStyleCnt="0"/>
      <dgm:spPr/>
    </dgm:pt>
    <dgm:pt modelId="{E375414F-0076-4C00-857D-10F60768B5A1}" type="pres">
      <dgm:prSet presAssocID="{527C33A0-D4CE-48C2-812A-2152C182D6D8}" presName="tx2" presStyleLbl="revTx" presStyleIdx="1" presStyleCnt="6"/>
      <dgm:spPr/>
    </dgm:pt>
    <dgm:pt modelId="{BC0F0F45-6B28-47F0-8900-09203954EE61}" type="pres">
      <dgm:prSet presAssocID="{527C33A0-D4CE-48C2-812A-2152C182D6D8}" presName="vert2" presStyleCnt="0"/>
      <dgm:spPr/>
    </dgm:pt>
    <dgm:pt modelId="{A71BDFB5-6117-4C8B-8D80-B6049D42BB45}" type="pres">
      <dgm:prSet presAssocID="{527C33A0-D4CE-48C2-812A-2152C182D6D8}" presName="thinLine2b" presStyleLbl="callout" presStyleIdx="0" presStyleCnt="3"/>
      <dgm:spPr>
        <a:ln>
          <a:noFill/>
        </a:ln>
      </dgm:spPr>
    </dgm:pt>
    <dgm:pt modelId="{36DFEE74-46AE-42CD-985F-3A8B5BF4A7E1}" type="pres">
      <dgm:prSet presAssocID="{527C33A0-D4CE-48C2-812A-2152C182D6D8}" presName="vertSpace2b" presStyleCnt="0"/>
      <dgm:spPr/>
    </dgm:pt>
    <dgm:pt modelId="{0466FBD4-672A-478D-B685-49046823EBFF}" type="pres">
      <dgm:prSet presAssocID="{6F977B38-B94F-4762-9FA8-43006E979831}" presName="thickLine" presStyleLbl="alignNode1" presStyleIdx="1" presStyleCnt="3"/>
      <dgm:spPr/>
    </dgm:pt>
    <dgm:pt modelId="{CD94F179-39E0-448F-85E4-129118A1510A}" type="pres">
      <dgm:prSet presAssocID="{6F977B38-B94F-4762-9FA8-43006E979831}" presName="horz1" presStyleCnt="0"/>
      <dgm:spPr/>
    </dgm:pt>
    <dgm:pt modelId="{27AE1F8E-D743-4045-8E99-EDACF531D229}" type="pres">
      <dgm:prSet presAssocID="{6F977B38-B94F-4762-9FA8-43006E979831}" presName="tx1" presStyleLbl="revTx" presStyleIdx="2" presStyleCnt="6"/>
      <dgm:spPr/>
    </dgm:pt>
    <dgm:pt modelId="{C56D60A2-1EF5-4EE8-B59E-9BC24794D33B}" type="pres">
      <dgm:prSet presAssocID="{6F977B38-B94F-4762-9FA8-43006E979831}" presName="vert1" presStyleCnt="0"/>
      <dgm:spPr/>
    </dgm:pt>
    <dgm:pt modelId="{15EE5929-195E-4B10-8CF0-5DC291C7CAFB}" type="pres">
      <dgm:prSet presAssocID="{19F861D7-06D0-4475-8396-2F5BA32F3667}" presName="vertSpace2a" presStyleCnt="0"/>
      <dgm:spPr/>
    </dgm:pt>
    <dgm:pt modelId="{A5FA039E-B5A1-41D2-8633-32CBFE09F2B5}" type="pres">
      <dgm:prSet presAssocID="{19F861D7-06D0-4475-8396-2F5BA32F3667}" presName="horz2" presStyleCnt="0"/>
      <dgm:spPr/>
    </dgm:pt>
    <dgm:pt modelId="{8C5F1764-6F85-4D78-A3C4-66EE7325AC88}" type="pres">
      <dgm:prSet presAssocID="{19F861D7-06D0-4475-8396-2F5BA32F3667}" presName="horzSpace2" presStyleCnt="0"/>
      <dgm:spPr/>
    </dgm:pt>
    <dgm:pt modelId="{8F8B6AF1-ABF7-490E-91F4-D9BF1971E612}" type="pres">
      <dgm:prSet presAssocID="{19F861D7-06D0-4475-8396-2F5BA32F3667}" presName="tx2" presStyleLbl="revTx" presStyleIdx="3" presStyleCnt="6"/>
      <dgm:spPr/>
    </dgm:pt>
    <dgm:pt modelId="{58C08AD8-0A53-4FA4-A089-A58442D0DF2C}" type="pres">
      <dgm:prSet presAssocID="{19F861D7-06D0-4475-8396-2F5BA32F3667}" presName="vert2" presStyleCnt="0"/>
      <dgm:spPr/>
    </dgm:pt>
    <dgm:pt modelId="{ED686FDA-E1A9-411A-922C-3304600C1C77}" type="pres">
      <dgm:prSet presAssocID="{19F861D7-06D0-4475-8396-2F5BA32F3667}" presName="thinLine2b" presStyleLbl="callout" presStyleIdx="1" presStyleCnt="3"/>
      <dgm:spPr>
        <a:ln>
          <a:noFill/>
        </a:ln>
      </dgm:spPr>
    </dgm:pt>
    <dgm:pt modelId="{1AF213DD-22E5-427E-A57B-51F9FCFF35FC}" type="pres">
      <dgm:prSet presAssocID="{19F861D7-06D0-4475-8396-2F5BA32F3667}" presName="vertSpace2b" presStyleCnt="0"/>
      <dgm:spPr/>
    </dgm:pt>
    <dgm:pt modelId="{B28246E4-7BC5-45AF-BA42-DDBC1C2C2E2A}" type="pres">
      <dgm:prSet presAssocID="{D1DFD31E-EBD3-4332-8636-6D8373C48843}" presName="thickLine" presStyleLbl="alignNode1" presStyleIdx="2" presStyleCnt="3"/>
      <dgm:spPr/>
    </dgm:pt>
    <dgm:pt modelId="{238C59FC-EE92-495D-8535-280132FE3CC8}" type="pres">
      <dgm:prSet presAssocID="{D1DFD31E-EBD3-4332-8636-6D8373C48843}" presName="horz1" presStyleCnt="0"/>
      <dgm:spPr/>
    </dgm:pt>
    <dgm:pt modelId="{94243B8C-4525-4765-A713-E2F4D7D955D2}" type="pres">
      <dgm:prSet presAssocID="{D1DFD31E-EBD3-4332-8636-6D8373C48843}" presName="tx1" presStyleLbl="revTx" presStyleIdx="4" presStyleCnt="6"/>
      <dgm:spPr/>
    </dgm:pt>
    <dgm:pt modelId="{C5CBCA6D-774E-4CF6-843F-95660CCF6404}" type="pres">
      <dgm:prSet presAssocID="{D1DFD31E-EBD3-4332-8636-6D8373C48843}" presName="vert1" presStyleCnt="0"/>
      <dgm:spPr/>
    </dgm:pt>
    <dgm:pt modelId="{1C7384DC-2BAD-45CD-A31F-9A38EC5B601E}" type="pres">
      <dgm:prSet presAssocID="{B6769171-B80C-4F5B-90C7-EC3BDB7E9754}" presName="vertSpace2a" presStyleCnt="0"/>
      <dgm:spPr/>
    </dgm:pt>
    <dgm:pt modelId="{E3873E4A-935D-4571-90E1-50623F2F0CED}" type="pres">
      <dgm:prSet presAssocID="{B6769171-B80C-4F5B-90C7-EC3BDB7E9754}" presName="horz2" presStyleCnt="0"/>
      <dgm:spPr/>
    </dgm:pt>
    <dgm:pt modelId="{950C5154-3C5B-4CB7-838A-18C7E9FD5E76}" type="pres">
      <dgm:prSet presAssocID="{B6769171-B80C-4F5B-90C7-EC3BDB7E9754}" presName="horzSpace2" presStyleCnt="0"/>
      <dgm:spPr/>
    </dgm:pt>
    <dgm:pt modelId="{9A0947CA-0828-427D-806E-BCC9C040AB48}" type="pres">
      <dgm:prSet presAssocID="{B6769171-B80C-4F5B-90C7-EC3BDB7E9754}" presName="tx2" presStyleLbl="revTx" presStyleIdx="5" presStyleCnt="6"/>
      <dgm:spPr/>
    </dgm:pt>
    <dgm:pt modelId="{6A24333E-5826-47ED-8DEB-F4CB79DB5CF5}" type="pres">
      <dgm:prSet presAssocID="{B6769171-B80C-4F5B-90C7-EC3BDB7E9754}" presName="vert2" presStyleCnt="0"/>
      <dgm:spPr/>
    </dgm:pt>
    <dgm:pt modelId="{58AEF715-538E-4FCF-B500-3EDFACBD68A6}" type="pres">
      <dgm:prSet presAssocID="{B6769171-B80C-4F5B-90C7-EC3BDB7E9754}" presName="thinLine2b" presStyleLbl="callout" presStyleIdx="2" presStyleCnt="3"/>
      <dgm:spPr>
        <a:ln>
          <a:noFill/>
        </a:ln>
      </dgm:spPr>
    </dgm:pt>
    <dgm:pt modelId="{44F457FD-5A06-4D21-A44F-72B7CDEE607A}" type="pres">
      <dgm:prSet presAssocID="{B6769171-B80C-4F5B-90C7-EC3BDB7E9754}" presName="vertSpace2b" presStyleCnt="0"/>
      <dgm:spPr/>
    </dgm:pt>
  </dgm:ptLst>
  <dgm:cxnLst>
    <dgm:cxn modelId="{EB93DE1A-F1C2-46BB-91EC-F2BFD558BDCD}" srcId="{BB313E4A-8B87-4AAD-AEEE-9B1435558CB9}" destId="{D005F7E6-D3D7-4736-A565-5597C92EEA6E}" srcOrd="0" destOrd="0" parTransId="{5488EE6F-940A-406A-80A3-42C5A10B4269}" sibTransId="{52810DCF-3FEF-47BA-9560-DDA76F05622B}"/>
    <dgm:cxn modelId="{67CDFC22-3852-49AA-846F-62CFC47D4773}" srcId="{D005F7E6-D3D7-4736-A565-5597C92EEA6E}" destId="{527C33A0-D4CE-48C2-812A-2152C182D6D8}" srcOrd="0" destOrd="0" parTransId="{051EA6F1-57D0-42F2-BD63-8D741E1935F1}" sibTransId="{E3167961-4CF2-4300-9C4A-A70246E015B1}"/>
    <dgm:cxn modelId="{1BBF4133-48CE-4EF2-B1A9-2D15BDAD32DA}" srcId="{6F977B38-B94F-4762-9FA8-43006E979831}" destId="{19F861D7-06D0-4475-8396-2F5BA32F3667}" srcOrd="0" destOrd="0" parTransId="{688591F3-C9FA-4E02-ACDA-6F3849A6023D}" sibTransId="{E600A78F-D810-48FA-BA62-69BAA380AFC0}"/>
    <dgm:cxn modelId="{61DFE55D-38EF-4731-902C-3E6F606D8B40}" type="presOf" srcId="{6F977B38-B94F-4762-9FA8-43006E979831}" destId="{27AE1F8E-D743-4045-8E99-EDACF531D229}" srcOrd="0" destOrd="0" presId="urn:microsoft.com/office/officeart/2008/layout/LinedList"/>
    <dgm:cxn modelId="{A3E8F565-D509-4242-89E5-F545BD9B39AF}" srcId="{BB313E4A-8B87-4AAD-AEEE-9B1435558CB9}" destId="{D1DFD31E-EBD3-4332-8636-6D8373C48843}" srcOrd="2" destOrd="0" parTransId="{6DD3ACB7-7BFD-4F02-8143-F4245AB3D242}" sibTransId="{8A67AB22-1ED0-4C87-93DD-EC8BA8AC9DE1}"/>
    <dgm:cxn modelId="{AA8FBB77-5FA8-493F-94A2-8786EB5B3083}" type="presOf" srcId="{BB313E4A-8B87-4AAD-AEEE-9B1435558CB9}" destId="{D342E22F-EB29-4FAD-9B28-4C34502171B9}" srcOrd="0" destOrd="0" presId="urn:microsoft.com/office/officeart/2008/layout/LinedList"/>
    <dgm:cxn modelId="{88FF1C7F-80D6-42CE-B602-E852DA6E791B}" type="presOf" srcId="{D005F7E6-D3D7-4736-A565-5597C92EEA6E}" destId="{794A25E5-C31E-4F51-977B-29908E4DED60}" srcOrd="0" destOrd="0" presId="urn:microsoft.com/office/officeart/2008/layout/LinedList"/>
    <dgm:cxn modelId="{D5D21386-72BD-4C27-BD5D-A96F8EDD0079}" type="presOf" srcId="{B6769171-B80C-4F5B-90C7-EC3BDB7E9754}" destId="{9A0947CA-0828-427D-806E-BCC9C040AB48}" srcOrd="0" destOrd="0" presId="urn:microsoft.com/office/officeart/2008/layout/LinedList"/>
    <dgm:cxn modelId="{FA89F48A-741D-43D6-AF9F-272E94B50C1D}" type="presOf" srcId="{19F861D7-06D0-4475-8396-2F5BA32F3667}" destId="{8F8B6AF1-ABF7-490E-91F4-D9BF1971E612}" srcOrd="0" destOrd="0" presId="urn:microsoft.com/office/officeart/2008/layout/LinedList"/>
    <dgm:cxn modelId="{21A593B1-0C91-4039-82CE-6A28EA2C42D4}" type="presOf" srcId="{527C33A0-D4CE-48C2-812A-2152C182D6D8}" destId="{E375414F-0076-4C00-857D-10F60768B5A1}" srcOrd="0" destOrd="0" presId="urn:microsoft.com/office/officeart/2008/layout/LinedList"/>
    <dgm:cxn modelId="{F2E15CDB-CF08-4E99-9BB4-FE8B9862B0BE}" srcId="{BB313E4A-8B87-4AAD-AEEE-9B1435558CB9}" destId="{6F977B38-B94F-4762-9FA8-43006E979831}" srcOrd="1" destOrd="0" parTransId="{D645353D-A275-487B-92A0-06F88FEAB990}" sibTransId="{C116B6CE-0E45-468A-8FCD-98B3260F6E2B}"/>
    <dgm:cxn modelId="{DE2646DB-D133-4C29-A2FC-663797E2947F}" srcId="{D1DFD31E-EBD3-4332-8636-6D8373C48843}" destId="{B6769171-B80C-4F5B-90C7-EC3BDB7E9754}" srcOrd="0" destOrd="0" parTransId="{EBFED7B5-6EA8-4A9E-BFDD-4F059EEEF6B1}" sibTransId="{15DA4E02-04FA-4A21-9790-F88305AE1DDF}"/>
    <dgm:cxn modelId="{CF589EF9-D950-4C6E-88E8-E1C3FCBFC083}" type="presOf" srcId="{D1DFD31E-EBD3-4332-8636-6D8373C48843}" destId="{94243B8C-4525-4765-A713-E2F4D7D955D2}" srcOrd="0" destOrd="0" presId="urn:microsoft.com/office/officeart/2008/layout/LinedList"/>
    <dgm:cxn modelId="{74A84CA4-958F-4DE3-BBE1-527F547E86D9}" type="presParOf" srcId="{D342E22F-EB29-4FAD-9B28-4C34502171B9}" destId="{4E247E96-070B-4744-96B3-E1F97A845C9F}" srcOrd="0" destOrd="0" presId="urn:microsoft.com/office/officeart/2008/layout/LinedList"/>
    <dgm:cxn modelId="{0AE7CEA7-07D9-4238-86A0-740F040A4A31}" type="presParOf" srcId="{D342E22F-EB29-4FAD-9B28-4C34502171B9}" destId="{27343992-1E43-4DD5-A34F-B5C1356DFE59}" srcOrd="1" destOrd="0" presId="urn:microsoft.com/office/officeart/2008/layout/LinedList"/>
    <dgm:cxn modelId="{EC6210FC-B12A-4095-A206-A0B3CFA54A84}" type="presParOf" srcId="{27343992-1E43-4DD5-A34F-B5C1356DFE59}" destId="{794A25E5-C31E-4F51-977B-29908E4DED60}" srcOrd="0" destOrd="0" presId="urn:microsoft.com/office/officeart/2008/layout/LinedList"/>
    <dgm:cxn modelId="{D2067632-2A22-46EB-91F0-6D28AA53AE00}" type="presParOf" srcId="{27343992-1E43-4DD5-A34F-B5C1356DFE59}" destId="{D7852091-6875-4A46-BEE1-63E8C2BCD888}" srcOrd="1" destOrd="0" presId="urn:microsoft.com/office/officeart/2008/layout/LinedList"/>
    <dgm:cxn modelId="{CDA776F5-D9D7-41D9-81FC-5CC63AF9203D}" type="presParOf" srcId="{D7852091-6875-4A46-BEE1-63E8C2BCD888}" destId="{CA417A59-A3FF-4C11-905B-2547DCEE95E1}" srcOrd="0" destOrd="0" presId="urn:microsoft.com/office/officeart/2008/layout/LinedList"/>
    <dgm:cxn modelId="{7910B4F4-F882-45D9-9788-12D7FD59A904}" type="presParOf" srcId="{D7852091-6875-4A46-BEE1-63E8C2BCD888}" destId="{A1C33D26-B435-488C-8EC8-B15795800AB8}" srcOrd="1" destOrd="0" presId="urn:microsoft.com/office/officeart/2008/layout/LinedList"/>
    <dgm:cxn modelId="{410BDD2C-0EE6-4A2D-82EF-D032360740E8}" type="presParOf" srcId="{A1C33D26-B435-488C-8EC8-B15795800AB8}" destId="{19CA6B4E-4FAF-4EBF-B6AC-6C65343D6240}" srcOrd="0" destOrd="0" presId="urn:microsoft.com/office/officeart/2008/layout/LinedList"/>
    <dgm:cxn modelId="{FD651275-D6ED-40AF-AFF4-36309396031D}" type="presParOf" srcId="{A1C33D26-B435-488C-8EC8-B15795800AB8}" destId="{E375414F-0076-4C00-857D-10F60768B5A1}" srcOrd="1" destOrd="0" presId="urn:microsoft.com/office/officeart/2008/layout/LinedList"/>
    <dgm:cxn modelId="{E5DFF5C6-7488-439F-BB39-4FF98C9C85E4}" type="presParOf" srcId="{A1C33D26-B435-488C-8EC8-B15795800AB8}" destId="{BC0F0F45-6B28-47F0-8900-09203954EE61}" srcOrd="2" destOrd="0" presId="urn:microsoft.com/office/officeart/2008/layout/LinedList"/>
    <dgm:cxn modelId="{B6997354-3A39-4598-8EC7-9C9BAE2F7FB8}" type="presParOf" srcId="{D7852091-6875-4A46-BEE1-63E8C2BCD888}" destId="{A71BDFB5-6117-4C8B-8D80-B6049D42BB45}" srcOrd="2" destOrd="0" presId="urn:microsoft.com/office/officeart/2008/layout/LinedList"/>
    <dgm:cxn modelId="{D80C7FB6-1B1E-4243-8458-72DC3CA7309D}" type="presParOf" srcId="{D7852091-6875-4A46-BEE1-63E8C2BCD888}" destId="{36DFEE74-46AE-42CD-985F-3A8B5BF4A7E1}" srcOrd="3" destOrd="0" presId="urn:microsoft.com/office/officeart/2008/layout/LinedList"/>
    <dgm:cxn modelId="{D2E634E4-408D-4601-880B-2E78845F9E07}" type="presParOf" srcId="{D342E22F-EB29-4FAD-9B28-4C34502171B9}" destId="{0466FBD4-672A-478D-B685-49046823EBFF}" srcOrd="2" destOrd="0" presId="urn:microsoft.com/office/officeart/2008/layout/LinedList"/>
    <dgm:cxn modelId="{C1451749-48A5-4165-838A-A700F439413C}" type="presParOf" srcId="{D342E22F-EB29-4FAD-9B28-4C34502171B9}" destId="{CD94F179-39E0-448F-85E4-129118A1510A}" srcOrd="3" destOrd="0" presId="urn:microsoft.com/office/officeart/2008/layout/LinedList"/>
    <dgm:cxn modelId="{168FABD3-7C0B-4122-B47E-6CCA459836E1}" type="presParOf" srcId="{CD94F179-39E0-448F-85E4-129118A1510A}" destId="{27AE1F8E-D743-4045-8E99-EDACF531D229}" srcOrd="0" destOrd="0" presId="urn:microsoft.com/office/officeart/2008/layout/LinedList"/>
    <dgm:cxn modelId="{BEF7CCA0-9236-4168-9DF5-614B58AE61F3}" type="presParOf" srcId="{CD94F179-39E0-448F-85E4-129118A1510A}" destId="{C56D60A2-1EF5-4EE8-B59E-9BC24794D33B}" srcOrd="1" destOrd="0" presId="urn:microsoft.com/office/officeart/2008/layout/LinedList"/>
    <dgm:cxn modelId="{FE37D9A8-3030-4B0E-AB6A-6F69650FCE4C}" type="presParOf" srcId="{C56D60A2-1EF5-4EE8-B59E-9BC24794D33B}" destId="{15EE5929-195E-4B10-8CF0-5DC291C7CAFB}" srcOrd="0" destOrd="0" presId="urn:microsoft.com/office/officeart/2008/layout/LinedList"/>
    <dgm:cxn modelId="{AAD37329-1F77-455A-8556-88D3116DFBC3}" type="presParOf" srcId="{C56D60A2-1EF5-4EE8-B59E-9BC24794D33B}" destId="{A5FA039E-B5A1-41D2-8633-32CBFE09F2B5}" srcOrd="1" destOrd="0" presId="urn:microsoft.com/office/officeart/2008/layout/LinedList"/>
    <dgm:cxn modelId="{335276F0-D830-48C5-9B4B-B1031C1425EE}" type="presParOf" srcId="{A5FA039E-B5A1-41D2-8633-32CBFE09F2B5}" destId="{8C5F1764-6F85-4D78-A3C4-66EE7325AC88}" srcOrd="0" destOrd="0" presId="urn:microsoft.com/office/officeart/2008/layout/LinedList"/>
    <dgm:cxn modelId="{6F4ED73E-7943-487C-A1C3-316B6608383E}" type="presParOf" srcId="{A5FA039E-B5A1-41D2-8633-32CBFE09F2B5}" destId="{8F8B6AF1-ABF7-490E-91F4-D9BF1971E612}" srcOrd="1" destOrd="0" presId="urn:microsoft.com/office/officeart/2008/layout/LinedList"/>
    <dgm:cxn modelId="{E931BE4E-A861-42C7-8529-9A31B34DAEF5}" type="presParOf" srcId="{A5FA039E-B5A1-41D2-8633-32CBFE09F2B5}" destId="{58C08AD8-0A53-4FA4-A089-A58442D0DF2C}" srcOrd="2" destOrd="0" presId="urn:microsoft.com/office/officeart/2008/layout/LinedList"/>
    <dgm:cxn modelId="{E0D90694-6586-4109-84EF-BD3B88FBDBD6}" type="presParOf" srcId="{C56D60A2-1EF5-4EE8-B59E-9BC24794D33B}" destId="{ED686FDA-E1A9-411A-922C-3304600C1C77}" srcOrd="2" destOrd="0" presId="urn:microsoft.com/office/officeart/2008/layout/LinedList"/>
    <dgm:cxn modelId="{F7D13C2D-7708-4D00-A0A1-94876294F074}" type="presParOf" srcId="{C56D60A2-1EF5-4EE8-B59E-9BC24794D33B}" destId="{1AF213DD-22E5-427E-A57B-51F9FCFF35FC}" srcOrd="3" destOrd="0" presId="urn:microsoft.com/office/officeart/2008/layout/LinedList"/>
    <dgm:cxn modelId="{0E95FE36-CBB5-4059-8398-BA999D61F84D}" type="presParOf" srcId="{D342E22F-EB29-4FAD-9B28-4C34502171B9}" destId="{B28246E4-7BC5-45AF-BA42-DDBC1C2C2E2A}" srcOrd="4" destOrd="0" presId="urn:microsoft.com/office/officeart/2008/layout/LinedList"/>
    <dgm:cxn modelId="{A454C2EB-C133-48F5-A844-8274A837113A}" type="presParOf" srcId="{D342E22F-EB29-4FAD-9B28-4C34502171B9}" destId="{238C59FC-EE92-495D-8535-280132FE3CC8}" srcOrd="5" destOrd="0" presId="urn:microsoft.com/office/officeart/2008/layout/LinedList"/>
    <dgm:cxn modelId="{07DCA3D0-BDAB-4C37-9988-5E50EEC8AC28}" type="presParOf" srcId="{238C59FC-EE92-495D-8535-280132FE3CC8}" destId="{94243B8C-4525-4765-A713-E2F4D7D955D2}" srcOrd="0" destOrd="0" presId="urn:microsoft.com/office/officeart/2008/layout/LinedList"/>
    <dgm:cxn modelId="{2CD295E3-7BE0-4A0D-B0D0-9942E82D019F}" type="presParOf" srcId="{238C59FC-EE92-495D-8535-280132FE3CC8}" destId="{C5CBCA6D-774E-4CF6-843F-95660CCF6404}" srcOrd="1" destOrd="0" presId="urn:microsoft.com/office/officeart/2008/layout/LinedList"/>
    <dgm:cxn modelId="{10815701-B628-4182-960B-BAE79527C8FC}" type="presParOf" srcId="{C5CBCA6D-774E-4CF6-843F-95660CCF6404}" destId="{1C7384DC-2BAD-45CD-A31F-9A38EC5B601E}" srcOrd="0" destOrd="0" presId="urn:microsoft.com/office/officeart/2008/layout/LinedList"/>
    <dgm:cxn modelId="{63DD5706-C05B-4218-89B5-AB5F914702DC}" type="presParOf" srcId="{C5CBCA6D-774E-4CF6-843F-95660CCF6404}" destId="{E3873E4A-935D-4571-90E1-50623F2F0CED}" srcOrd="1" destOrd="0" presId="urn:microsoft.com/office/officeart/2008/layout/LinedList"/>
    <dgm:cxn modelId="{E6AB1689-9CDE-4DAD-B1F1-595040E1739C}" type="presParOf" srcId="{E3873E4A-935D-4571-90E1-50623F2F0CED}" destId="{950C5154-3C5B-4CB7-838A-18C7E9FD5E76}" srcOrd="0" destOrd="0" presId="urn:microsoft.com/office/officeart/2008/layout/LinedList"/>
    <dgm:cxn modelId="{B8E04278-8C5B-4426-A360-5345DDE2320D}" type="presParOf" srcId="{E3873E4A-935D-4571-90E1-50623F2F0CED}" destId="{9A0947CA-0828-427D-806E-BCC9C040AB48}" srcOrd="1" destOrd="0" presId="urn:microsoft.com/office/officeart/2008/layout/LinedList"/>
    <dgm:cxn modelId="{4C21A011-0D73-4F9C-8C5B-A1E1D280952A}" type="presParOf" srcId="{E3873E4A-935D-4571-90E1-50623F2F0CED}" destId="{6A24333E-5826-47ED-8DEB-F4CB79DB5CF5}" srcOrd="2" destOrd="0" presId="urn:microsoft.com/office/officeart/2008/layout/LinedList"/>
    <dgm:cxn modelId="{BDA38931-F4C6-40CC-98C4-964F50A66E19}" type="presParOf" srcId="{C5CBCA6D-774E-4CF6-843F-95660CCF6404}" destId="{58AEF715-538E-4FCF-B500-3EDFACBD68A6}" srcOrd="2" destOrd="0" presId="urn:microsoft.com/office/officeart/2008/layout/LinedList"/>
    <dgm:cxn modelId="{18271D40-3AEE-446C-8CCE-37535173FB28}" type="presParOf" srcId="{C5CBCA6D-774E-4CF6-843F-95660CCF6404}" destId="{44F457FD-5A06-4D21-A44F-72B7CDEE607A}" srcOrd="3"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59CC7A5-D768-46BB-881E-38135F09791D}"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en-GB"/>
        </a:p>
      </dgm:t>
    </dgm:pt>
    <dgm:pt modelId="{B3B4F47B-5B48-4C4E-9F05-9621EFDE957F}">
      <dgm:prSet phldrT="[Text]" phldr="0"/>
      <dgm:spPr/>
      <dgm:t>
        <a:bodyPr/>
        <a:lstStyle/>
        <a:p>
          <a:r>
            <a:rPr lang="en-GB" dirty="0">
              <a:latin typeface="+mj-lt"/>
            </a:rPr>
            <a:t>Logistic Regression</a:t>
          </a:r>
        </a:p>
      </dgm:t>
    </dgm:pt>
    <dgm:pt modelId="{FBF1FDBF-DEF2-4D93-8B36-32035F0C0D88}" type="parTrans" cxnId="{C11A2446-5A27-4240-9176-0A328E1B0CD9}">
      <dgm:prSet/>
      <dgm:spPr/>
      <dgm:t>
        <a:bodyPr/>
        <a:lstStyle/>
        <a:p>
          <a:endParaRPr lang="en-GB"/>
        </a:p>
      </dgm:t>
    </dgm:pt>
    <dgm:pt modelId="{AD04AFC8-63F3-4D28-8CCD-455D8770DF05}" type="sibTrans" cxnId="{C11A2446-5A27-4240-9176-0A328E1B0CD9}">
      <dgm:prSet/>
      <dgm:spPr/>
      <dgm:t>
        <a:bodyPr/>
        <a:lstStyle/>
        <a:p>
          <a:endParaRPr lang="en-GB"/>
        </a:p>
      </dgm:t>
    </dgm:pt>
    <dgm:pt modelId="{FEA849CA-A795-40B2-BEF6-C81709EA7183}">
      <dgm:prSet phldrT="[Text]" phldr="0"/>
      <dgm:spPr/>
      <dgm:t>
        <a:bodyPr/>
        <a:lstStyle/>
        <a:p>
          <a:r>
            <a:rPr lang="en-GB" dirty="0">
              <a:latin typeface="+mj-lt"/>
            </a:rPr>
            <a:t>K-Nearest Neighbours</a:t>
          </a:r>
        </a:p>
      </dgm:t>
    </dgm:pt>
    <dgm:pt modelId="{FA4D5A3F-01D0-4F14-B4AF-8FC71782959C}" type="parTrans" cxnId="{8C847E2A-4F5A-4C1A-B297-223C997C7F6C}">
      <dgm:prSet/>
      <dgm:spPr/>
      <dgm:t>
        <a:bodyPr/>
        <a:lstStyle/>
        <a:p>
          <a:endParaRPr lang="en-GB"/>
        </a:p>
      </dgm:t>
    </dgm:pt>
    <dgm:pt modelId="{C282E216-DCB9-4505-BFAE-611DC1FD6E1A}" type="sibTrans" cxnId="{8C847E2A-4F5A-4C1A-B297-223C997C7F6C}">
      <dgm:prSet/>
      <dgm:spPr/>
      <dgm:t>
        <a:bodyPr/>
        <a:lstStyle/>
        <a:p>
          <a:endParaRPr lang="en-GB"/>
        </a:p>
      </dgm:t>
    </dgm:pt>
    <dgm:pt modelId="{6D941E3E-BA87-4A3D-87B1-3C2E68BBF106}">
      <dgm:prSet phldrT="[Text]" phldr="0"/>
      <dgm:spPr/>
      <dgm:t>
        <a:bodyPr/>
        <a:lstStyle/>
        <a:p>
          <a:r>
            <a:rPr lang="en-GB" dirty="0">
              <a:latin typeface="+mj-lt"/>
            </a:rPr>
            <a:t>Random Forests</a:t>
          </a:r>
        </a:p>
      </dgm:t>
    </dgm:pt>
    <dgm:pt modelId="{742BD4B2-06D3-48EF-906E-46E1F0FB830A}" type="parTrans" cxnId="{F0C70428-F241-4A28-8349-4A2AF6F403DF}">
      <dgm:prSet/>
      <dgm:spPr/>
      <dgm:t>
        <a:bodyPr/>
        <a:lstStyle/>
        <a:p>
          <a:endParaRPr lang="en-GB"/>
        </a:p>
      </dgm:t>
    </dgm:pt>
    <dgm:pt modelId="{0008EA42-0234-4CE5-BE35-EA74B8E92192}" type="sibTrans" cxnId="{F0C70428-F241-4A28-8349-4A2AF6F403DF}">
      <dgm:prSet/>
      <dgm:spPr/>
      <dgm:t>
        <a:bodyPr/>
        <a:lstStyle/>
        <a:p>
          <a:endParaRPr lang="en-GB"/>
        </a:p>
      </dgm:t>
    </dgm:pt>
    <dgm:pt modelId="{A09CE610-2605-4F96-9146-10F4BDC12089}" type="pres">
      <dgm:prSet presAssocID="{A59CC7A5-D768-46BB-881E-38135F09791D}" presName="Name0" presStyleCnt="0">
        <dgm:presLayoutVars>
          <dgm:dir/>
          <dgm:resizeHandles val="exact"/>
        </dgm:presLayoutVars>
      </dgm:prSet>
      <dgm:spPr/>
    </dgm:pt>
    <dgm:pt modelId="{BA14BA05-080A-407D-B214-E01CDF501204}" type="pres">
      <dgm:prSet presAssocID="{B3B4F47B-5B48-4C4E-9F05-9621EFDE957F}" presName="compNode" presStyleCnt="0"/>
      <dgm:spPr/>
    </dgm:pt>
    <dgm:pt modelId="{7032BB5A-2D8A-4300-838D-C47B2F2E4BA7}" type="pres">
      <dgm:prSet presAssocID="{B3B4F47B-5B48-4C4E-9F05-9621EFDE957F}" presName="pictRect" presStyleLbl="node1" presStyleIdx="0" presStyleCnt="3" custScaleX="68989"/>
      <dgm:spPr>
        <a:blipFill>
          <a:blip xmlns:r="http://schemas.openxmlformats.org/officeDocument/2006/relationships" r:embed="rId1"/>
          <a:srcRect/>
          <a:stretch>
            <a:fillRect/>
          </a:stretch>
        </a:blipFill>
      </dgm:spPr>
    </dgm:pt>
    <dgm:pt modelId="{01781F16-0C2D-4586-8AFB-F87900D9A657}" type="pres">
      <dgm:prSet presAssocID="{B3B4F47B-5B48-4C4E-9F05-9621EFDE957F}" presName="textRect" presStyleLbl="revTx" presStyleIdx="0" presStyleCnt="3">
        <dgm:presLayoutVars>
          <dgm:bulletEnabled val="1"/>
        </dgm:presLayoutVars>
      </dgm:prSet>
      <dgm:spPr/>
    </dgm:pt>
    <dgm:pt modelId="{2C402089-8E84-4972-BD95-0ECFA8C7CDD0}" type="pres">
      <dgm:prSet presAssocID="{AD04AFC8-63F3-4D28-8CCD-455D8770DF05}" presName="sibTrans" presStyleLbl="sibTrans2D1" presStyleIdx="0" presStyleCnt="0"/>
      <dgm:spPr/>
    </dgm:pt>
    <dgm:pt modelId="{55A9F854-E901-4D34-8982-91E3434C47A0}" type="pres">
      <dgm:prSet presAssocID="{6D941E3E-BA87-4A3D-87B1-3C2E68BBF106}" presName="compNode" presStyleCnt="0"/>
      <dgm:spPr/>
    </dgm:pt>
    <dgm:pt modelId="{E57FDBEA-07CD-4EE0-B9F6-B3513C800D23}" type="pres">
      <dgm:prSet presAssocID="{6D941E3E-BA87-4A3D-87B1-3C2E68BBF106}" presName="pictRect" presStyleLbl="node1" presStyleIdx="1" presStyleCnt="3" custScaleX="68989"/>
      <dgm:spPr>
        <a:blipFill>
          <a:blip xmlns:r="http://schemas.openxmlformats.org/officeDocument/2006/relationships" r:embed="rId2"/>
          <a:srcRect/>
          <a:stretch>
            <a:fillRect/>
          </a:stretch>
        </a:blipFill>
      </dgm:spPr>
    </dgm:pt>
    <dgm:pt modelId="{5A2326FB-9C5F-4C93-94B6-3F68487EE15B}" type="pres">
      <dgm:prSet presAssocID="{6D941E3E-BA87-4A3D-87B1-3C2E68BBF106}" presName="textRect" presStyleLbl="revTx" presStyleIdx="1" presStyleCnt="3">
        <dgm:presLayoutVars>
          <dgm:bulletEnabled val="1"/>
        </dgm:presLayoutVars>
      </dgm:prSet>
      <dgm:spPr/>
    </dgm:pt>
    <dgm:pt modelId="{FBB6A2C1-ABDE-4364-BDF9-6EBC88D5F2AF}" type="pres">
      <dgm:prSet presAssocID="{0008EA42-0234-4CE5-BE35-EA74B8E92192}" presName="sibTrans" presStyleLbl="sibTrans2D1" presStyleIdx="0" presStyleCnt="0"/>
      <dgm:spPr/>
    </dgm:pt>
    <dgm:pt modelId="{5600010E-AFAD-4192-9F26-4CA4FBF925C4}" type="pres">
      <dgm:prSet presAssocID="{FEA849CA-A795-40B2-BEF6-C81709EA7183}" presName="compNode" presStyleCnt="0"/>
      <dgm:spPr/>
    </dgm:pt>
    <dgm:pt modelId="{48E9D8B7-C615-4785-9984-18582DDB6C31}" type="pres">
      <dgm:prSet presAssocID="{FEA849CA-A795-40B2-BEF6-C81709EA7183}" presName="pictRect" presStyleLbl="node1" presStyleIdx="2" presStyleCnt="3" custScaleX="68989"/>
      <dgm:spPr>
        <a:blipFill>
          <a:blip xmlns:r="http://schemas.openxmlformats.org/officeDocument/2006/relationships" r:embed="rId3"/>
          <a:srcRect/>
          <a:stretch>
            <a:fillRect/>
          </a:stretch>
        </a:blipFill>
      </dgm:spPr>
    </dgm:pt>
    <dgm:pt modelId="{D267D666-2C35-4EC6-8B1E-910B727C725A}" type="pres">
      <dgm:prSet presAssocID="{FEA849CA-A795-40B2-BEF6-C81709EA7183}" presName="textRect" presStyleLbl="revTx" presStyleIdx="2" presStyleCnt="3">
        <dgm:presLayoutVars>
          <dgm:bulletEnabled val="1"/>
        </dgm:presLayoutVars>
      </dgm:prSet>
      <dgm:spPr/>
    </dgm:pt>
  </dgm:ptLst>
  <dgm:cxnLst>
    <dgm:cxn modelId="{65C8C90C-45C3-4357-8265-5E32875ECCBB}" type="presOf" srcId="{0008EA42-0234-4CE5-BE35-EA74B8E92192}" destId="{FBB6A2C1-ABDE-4364-BDF9-6EBC88D5F2AF}" srcOrd="0" destOrd="0" presId="urn:microsoft.com/office/officeart/2005/8/layout/pList1"/>
    <dgm:cxn modelId="{F0C70428-F241-4A28-8349-4A2AF6F403DF}" srcId="{A59CC7A5-D768-46BB-881E-38135F09791D}" destId="{6D941E3E-BA87-4A3D-87B1-3C2E68BBF106}" srcOrd="1" destOrd="0" parTransId="{742BD4B2-06D3-48EF-906E-46E1F0FB830A}" sibTransId="{0008EA42-0234-4CE5-BE35-EA74B8E92192}"/>
    <dgm:cxn modelId="{8C847E2A-4F5A-4C1A-B297-223C997C7F6C}" srcId="{A59CC7A5-D768-46BB-881E-38135F09791D}" destId="{FEA849CA-A795-40B2-BEF6-C81709EA7183}" srcOrd="2" destOrd="0" parTransId="{FA4D5A3F-01D0-4F14-B4AF-8FC71782959C}" sibTransId="{C282E216-DCB9-4505-BFAE-611DC1FD6E1A}"/>
    <dgm:cxn modelId="{F134583A-3336-446D-BB3D-ADC33509CB74}" type="presOf" srcId="{FEA849CA-A795-40B2-BEF6-C81709EA7183}" destId="{D267D666-2C35-4EC6-8B1E-910B727C725A}" srcOrd="0" destOrd="0" presId="urn:microsoft.com/office/officeart/2005/8/layout/pList1"/>
    <dgm:cxn modelId="{C11A2446-5A27-4240-9176-0A328E1B0CD9}" srcId="{A59CC7A5-D768-46BB-881E-38135F09791D}" destId="{B3B4F47B-5B48-4C4E-9F05-9621EFDE957F}" srcOrd="0" destOrd="0" parTransId="{FBF1FDBF-DEF2-4D93-8B36-32035F0C0D88}" sibTransId="{AD04AFC8-63F3-4D28-8CCD-455D8770DF05}"/>
    <dgm:cxn modelId="{51D3E899-B148-4056-B613-1128211D5D3C}" type="presOf" srcId="{AD04AFC8-63F3-4D28-8CCD-455D8770DF05}" destId="{2C402089-8E84-4972-BD95-0ECFA8C7CDD0}" srcOrd="0" destOrd="0" presId="urn:microsoft.com/office/officeart/2005/8/layout/pList1"/>
    <dgm:cxn modelId="{EEEA90B9-B54B-40AE-897F-F0C96D829DC0}" type="presOf" srcId="{6D941E3E-BA87-4A3D-87B1-3C2E68BBF106}" destId="{5A2326FB-9C5F-4C93-94B6-3F68487EE15B}" srcOrd="0" destOrd="0" presId="urn:microsoft.com/office/officeart/2005/8/layout/pList1"/>
    <dgm:cxn modelId="{A303D6C6-D8B5-4773-8EAA-6A04F2738817}" type="presOf" srcId="{B3B4F47B-5B48-4C4E-9F05-9621EFDE957F}" destId="{01781F16-0C2D-4586-8AFB-F87900D9A657}" srcOrd="0" destOrd="0" presId="urn:microsoft.com/office/officeart/2005/8/layout/pList1"/>
    <dgm:cxn modelId="{C67E65D9-3B14-4112-AFF2-7351062D9252}" type="presOf" srcId="{A59CC7A5-D768-46BB-881E-38135F09791D}" destId="{A09CE610-2605-4F96-9146-10F4BDC12089}" srcOrd="0" destOrd="0" presId="urn:microsoft.com/office/officeart/2005/8/layout/pList1"/>
    <dgm:cxn modelId="{DEB80D80-F589-435F-8E52-CA70F3DF82EC}" type="presParOf" srcId="{A09CE610-2605-4F96-9146-10F4BDC12089}" destId="{BA14BA05-080A-407D-B214-E01CDF501204}" srcOrd="0" destOrd="0" presId="urn:microsoft.com/office/officeart/2005/8/layout/pList1"/>
    <dgm:cxn modelId="{1EFAA57C-C4FA-41BE-924B-BD2B1AE4EE50}" type="presParOf" srcId="{BA14BA05-080A-407D-B214-E01CDF501204}" destId="{7032BB5A-2D8A-4300-838D-C47B2F2E4BA7}" srcOrd="0" destOrd="0" presId="urn:microsoft.com/office/officeart/2005/8/layout/pList1"/>
    <dgm:cxn modelId="{AB1A2F32-08FD-43C7-9C68-B38192DD4BBA}" type="presParOf" srcId="{BA14BA05-080A-407D-B214-E01CDF501204}" destId="{01781F16-0C2D-4586-8AFB-F87900D9A657}" srcOrd="1" destOrd="0" presId="urn:microsoft.com/office/officeart/2005/8/layout/pList1"/>
    <dgm:cxn modelId="{FF09DF6B-EFC0-4E58-810C-154A35D0A21A}" type="presParOf" srcId="{A09CE610-2605-4F96-9146-10F4BDC12089}" destId="{2C402089-8E84-4972-BD95-0ECFA8C7CDD0}" srcOrd="1" destOrd="0" presId="urn:microsoft.com/office/officeart/2005/8/layout/pList1"/>
    <dgm:cxn modelId="{66B40D53-1DF6-4753-80B4-FAC3F82B9046}" type="presParOf" srcId="{A09CE610-2605-4F96-9146-10F4BDC12089}" destId="{55A9F854-E901-4D34-8982-91E3434C47A0}" srcOrd="2" destOrd="0" presId="urn:microsoft.com/office/officeart/2005/8/layout/pList1"/>
    <dgm:cxn modelId="{FBF20499-73BB-4B33-A13B-5600E9B1CFE8}" type="presParOf" srcId="{55A9F854-E901-4D34-8982-91E3434C47A0}" destId="{E57FDBEA-07CD-4EE0-B9F6-B3513C800D23}" srcOrd="0" destOrd="0" presId="urn:microsoft.com/office/officeart/2005/8/layout/pList1"/>
    <dgm:cxn modelId="{476D9C86-D72E-442D-A217-49D4DE1CEE35}" type="presParOf" srcId="{55A9F854-E901-4D34-8982-91E3434C47A0}" destId="{5A2326FB-9C5F-4C93-94B6-3F68487EE15B}" srcOrd="1" destOrd="0" presId="urn:microsoft.com/office/officeart/2005/8/layout/pList1"/>
    <dgm:cxn modelId="{2BC41412-C7FC-4C4C-8A8E-FF3B9FB3330D}" type="presParOf" srcId="{A09CE610-2605-4F96-9146-10F4BDC12089}" destId="{FBB6A2C1-ABDE-4364-BDF9-6EBC88D5F2AF}" srcOrd="3" destOrd="0" presId="urn:microsoft.com/office/officeart/2005/8/layout/pList1"/>
    <dgm:cxn modelId="{27711C6D-6B9B-4C9C-92C6-67AFB4CD0498}" type="presParOf" srcId="{A09CE610-2605-4F96-9146-10F4BDC12089}" destId="{5600010E-AFAD-4192-9F26-4CA4FBF925C4}" srcOrd="4" destOrd="0" presId="urn:microsoft.com/office/officeart/2005/8/layout/pList1"/>
    <dgm:cxn modelId="{22283B7E-98F7-4F81-87EC-507CEB50333D}" type="presParOf" srcId="{5600010E-AFAD-4192-9F26-4CA4FBF925C4}" destId="{48E9D8B7-C615-4785-9984-18582DDB6C31}" srcOrd="0" destOrd="0" presId="urn:microsoft.com/office/officeart/2005/8/layout/pList1"/>
    <dgm:cxn modelId="{74638D9A-D647-4BBD-A2E1-AEE5BAA8F0D1}" type="presParOf" srcId="{5600010E-AFAD-4192-9F26-4CA4FBF925C4}" destId="{D267D666-2C35-4EC6-8B1E-910B727C725A}" srcOrd="1" destOrd="0" presId="urn:microsoft.com/office/officeart/2005/8/layout/p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A59CC7A5-D768-46BB-881E-38135F09791D}"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en-GB"/>
        </a:p>
      </dgm:t>
    </dgm:pt>
    <dgm:pt modelId="{B3B4F47B-5B48-4C4E-9F05-9621EFDE957F}">
      <dgm:prSet phldrT="[Text]" phldr="0"/>
      <dgm:spPr/>
      <dgm:t>
        <a:bodyPr/>
        <a:lstStyle/>
        <a:p>
          <a:r>
            <a:rPr lang="en-GB" dirty="0">
              <a:latin typeface="+mj-lt"/>
            </a:rPr>
            <a:t>Logistic Regression</a:t>
          </a:r>
        </a:p>
      </dgm:t>
    </dgm:pt>
    <dgm:pt modelId="{FBF1FDBF-DEF2-4D93-8B36-32035F0C0D88}" type="parTrans" cxnId="{C11A2446-5A27-4240-9176-0A328E1B0CD9}">
      <dgm:prSet/>
      <dgm:spPr/>
      <dgm:t>
        <a:bodyPr/>
        <a:lstStyle/>
        <a:p>
          <a:endParaRPr lang="en-GB"/>
        </a:p>
      </dgm:t>
    </dgm:pt>
    <dgm:pt modelId="{AD04AFC8-63F3-4D28-8CCD-455D8770DF05}" type="sibTrans" cxnId="{C11A2446-5A27-4240-9176-0A328E1B0CD9}">
      <dgm:prSet/>
      <dgm:spPr/>
      <dgm:t>
        <a:bodyPr/>
        <a:lstStyle/>
        <a:p>
          <a:endParaRPr lang="en-GB"/>
        </a:p>
      </dgm:t>
    </dgm:pt>
    <dgm:pt modelId="{FEA849CA-A795-40B2-BEF6-C81709EA7183}">
      <dgm:prSet phldrT="[Text]" phldr="0"/>
      <dgm:spPr/>
      <dgm:t>
        <a:bodyPr/>
        <a:lstStyle/>
        <a:p>
          <a:r>
            <a:rPr lang="en-GB" dirty="0">
              <a:latin typeface="+mj-lt"/>
            </a:rPr>
            <a:t>K-Nearest Neighbours</a:t>
          </a:r>
        </a:p>
      </dgm:t>
    </dgm:pt>
    <dgm:pt modelId="{FA4D5A3F-01D0-4F14-B4AF-8FC71782959C}" type="parTrans" cxnId="{8C847E2A-4F5A-4C1A-B297-223C997C7F6C}">
      <dgm:prSet/>
      <dgm:spPr/>
      <dgm:t>
        <a:bodyPr/>
        <a:lstStyle/>
        <a:p>
          <a:endParaRPr lang="en-GB"/>
        </a:p>
      </dgm:t>
    </dgm:pt>
    <dgm:pt modelId="{C282E216-DCB9-4505-BFAE-611DC1FD6E1A}" type="sibTrans" cxnId="{8C847E2A-4F5A-4C1A-B297-223C997C7F6C}">
      <dgm:prSet/>
      <dgm:spPr/>
      <dgm:t>
        <a:bodyPr/>
        <a:lstStyle/>
        <a:p>
          <a:endParaRPr lang="en-GB"/>
        </a:p>
      </dgm:t>
    </dgm:pt>
    <dgm:pt modelId="{6D941E3E-BA87-4A3D-87B1-3C2E68BBF106}">
      <dgm:prSet phldrT="[Text]" phldr="0"/>
      <dgm:spPr/>
      <dgm:t>
        <a:bodyPr/>
        <a:lstStyle/>
        <a:p>
          <a:r>
            <a:rPr lang="en-GB" dirty="0">
              <a:latin typeface="+mj-lt"/>
            </a:rPr>
            <a:t>Random Forests</a:t>
          </a:r>
        </a:p>
      </dgm:t>
    </dgm:pt>
    <dgm:pt modelId="{742BD4B2-06D3-48EF-906E-46E1F0FB830A}" type="parTrans" cxnId="{F0C70428-F241-4A28-8349-4A2AF6F403DF}">
      <dgm:prSet/>
      <dgm:spPr/>
      <dgm:t>
        <a:bodyPr/>
        <a:lstStyle/>
        <a:p>
          <a:endParaRPr lang="en-GB"/>
        </a:p>
      </dgm:t>
    </dgm:pt>
    <dgm:pt modelId="{0008EA42-0234-4CE5-BE35-EA74B8E92192}" type="sibTrans" cxnId="{F0C70428-F241-4A28-8349-4A2AF6F403DF}">
      <dgm:prSet/>
      <dgm:spPr/>
      <dgm:t>
        <a:bodyPr/>
        <a:lstStyle/>
        <a:p>
          <a:endParaRPr lang="en-GB"/>
        </a:p>
      </dgm:t>
    </dgm:pt>
    <dgm:pt modelId="{A09CE610-2605-4F96-9146-10F4BDC12089}" type="pres">
      <dgm:prSet presAssocID="{A59CC7A5-D768-46BB-881E-38135F09791D}" presName="Name0" presStyleCnt="0">
        <dgm:presLayoutVars>
          <dgm:dir/>
          <dgm:resizeHandles val="exact"/>
        </dgm:presLayoutVars>
      </dgm:prSet>
      <dgm:spPr/>
    </dgm:pt>
    <dgm:pt modelId="{BA14BA05-080A-407D-B214-E01CDF501204}" type="pres">
      <dgm:prSet presAssocID="{B3B4F47B-5B48-4C4E-9F05-9621EFDE957F}" presName="compNode" presStyleCnt="0"/>
      <dgm:spPr/>
    </dgm:pt>
    <dgm:pt modelId="{7032BB5A-2D8A-4300-838D-C47B2F2E4BA7}" type="pres">
      <dgm:prSet presAssocID="{B3B4F47B-5B48-4C4E-9F05-9621EFDE957F}" presName="pictRect" presStyleLbl="node1" presStyleIdx="0" presStyleCnt="3" custScaleX="68989"/>
      <dgm:spPr>
        <a:blipFill>
          <a:blip xmlns:r="http://schemas.openxmlformats.org/officeDocument/2006/relationships" r:embed="rId1"/>
          <a:srcRect/>
          <a:stretch>
            <a:fillRect/>
          </a:stretch>
        </a:blipFill>
      </dgm:spPr>
    </dgm:pt>
    <dgm:pt modelId="{01781F16-0C2D-4586-8AFB-F87900D9A657}" type="pres">
      <dgm:prSet presAssocID="{B3B4F47B-5B48-4C4E-9F05-9621EFDE957F}" presName="textRect" presStyleLbl="revTx" presStyleIdx="0" presStyleCnt="3">
        <dgm:presLayoutVars>
          <dgm:bulletEnabled val="1"/>
        </dgm:presLayoutVars>
      </dgm:prSet>
      <dgm:spPr/>
    </dgm:pt>
    <dgm:pt modelId="{2C402089-8E84-4972-BD95-0ECFA8C7CDD0}" type="pres">
      <dgm:prSet presAssocID="{AD04AFC8-63F3-4D28-8CCD-455D8770DF05}" presName="sibTrans" presStyleLbl="sibTrans2D1" presStyleIdx="0" presStyleCnt="0"/>
      <dgm:spPr/>
    </dgm:pt>
    <dgm:pt modelId="{55A9F854-E901-4D34-8982-91E3434C47A0}" type="pres">
      <dgm:prSet presAssocID="{6D941E3E-BA87-4A3D-87B1-3C2E68BBF106}" presName="compNode" presStyleCnt="0"/>
      <dgm:spPr/>
    </dgm:pt>
    <dgm:pt modelId="{E57FDBEA-07CD-4EE0-B9F6-B3513C800D23}" type="pres">
      <dgm:prSet presAssocID="{6D941E3E-BA87-4A3D-87B1-3C2E68BBF106}" presName="pictRect" presStyleLbl="node1" presStyleIdx="1" presStyleCnt="3" custScaleX="68989"/>
      <dgm:spPr>
        <a:blipFill>
          <a:blip xmlns:r="http://schemas.openxmlformats.org/officeDocument/2006/relationships" r:embed="rId2"/>
          <a:srcRect/>
          <a:stretch>
            <a:fillRect/>
          </a:stretch>
        </a:blipFill>
      </dgm:spPr>
    </dgm:pt>
    <dgm:pt modelId="{5A2326FB-9C5F-4C93-94B6-3F68487EE15B}" type="pres">
      <dgm:prSet presAssocID="{6D941E3E-BA87-4A3D-87B1-3C2E68BBF106}" presName="textRect" presStyleLbl="revTx" presStyleIdx="1" presStyleCnt="3">
        <dgm:presLayoutVars>
          <dgm:bulletEnabled val="1"/>
        </dgm:presLayoutVars>
      </dgm:prSet>
      <dgm:spPr/>
    </dgm:pt>
    <dgm:pt modelId="{FBB6A2C1-ABDE-4364-BDF9-6EBC88D5F2AF}" type="pres">
      <dgm:prSet presAssocID="{0008EA42-0234-4CE5-BE35-EA74B8E92192}" presName="sibTrans" presStyleLbl="sibTrans2D1" presStyleIdx="0" presStyleCnt="0"/>
      <dgm:spPr/>
    </dgm:pt>
    <dgm:pt modelId="{5600010E-AFAD-4192-9F26-4CA4FBF925C4}" type="pres">
      <dgm:prSet presAssocID="{FEA849CA-A795-40B2-BEF6-C81709EA7183}" presName="compNode" presStyleCnt="0"/>
      <dgm:spPr/>
    </dgm:pt>
    <dgm:pt modelId="{48E9D8B7-C615-4785-9984-18582DDB6C31}" type="pres">
      <dgm:prSet presAssocID="{FEA849CA-A795-40B2-BEF6-C81709EA7183}" presName="pictRect" presStyleLbl="node1" presStyleIdx="2" presStyleCnt="3" custScaleX="68989"/>
      <dgm:spPr>
        <a:blipFill>
          <a:blip xmlns:r="http://schemas.openxmlformats.org/officeDocument/2006/relationships" r:embed="rId3"/>
          <a:srcRect/>
          <a:stretch>
            <a:fillRect/>
          </a:stretch>
        </a:blipFill>
      </dgm:spPr>
    </dgm:pt>
    <dgm:pt modelId="{D267D666-2C35-4EC6-8B1E-910B727C725A}" type="pres">
      <dgm:prSet presAssocID="{FEA849CA-A795-40B2-BEF6-C81709EA7183}" presName="textRect" presStyleLbl="revTx" presStyleIdx="2" presStyleCnt="3">
        <dgm:presLayoutVars>
          <dgm:bulletEnabled val="1"/>
        </dgm:presLayoutVars>
      </dgm:prSet>
      <dgm:spPr/>
    </dgm:pt>
  </dgm:ptLst>
  <dgm:cxnLst>
    <dgm:cxn modelId="{65C8C90C-45C3-4357-8265-5E32875ECCBB}" type="presOf" srcId="{0008EA42-0234-4CE5-BE35-EA74B8E92192}" destId="{FBB6A2C1-ABDE-4364-BDF9-6EBC88D5F2AF}" srcOrd="0" destOrd="0" presId="urn:microsoft.com/office/officeart/2005/8/layout/pList1"/>
    <dgm:cxn modelId="{F0C70428-F241-4A28-8349-4A2AF6F403DF}" srcId="{A59CC7A5-D768-46BB-881E-38135F09791D}" destId="{6D941E3E-BA87-4A3D-87B1-3C2E68BBF106}" srcOrd="1" destOrd="0" parTransId="{742BD4B2-06D3-48EF-906E-46E1F0FB830A}" sibTransId="{0008EA42-0234-4CE5-BE35-EA74B8E92192}"/>
    <dgm:cxn modelId="{8C847E2A-4F5A-4C1A-B297-223C997C7F6C}" srcId="{A59CC7A5-D768-46BB-881E-38135F09791D}" destId="{FEA849CA-A795-40B2-BEF6-C81709EA7183}" srcOrd="2" destOrd="0" parTransId="{FA4D5A3F-01D0-4F14-B4AF-8FC71782959C}" sibTransId="{C282E216-DCB9-4505-BFAE-611DC1FD6E1A}"/>
    <dgm:cxn modelId="{F134583A-3336-446D-BB3D-ADC33509CB74}" type="presOf" srcId="{FEA849CA-A795-40B2-BEF6-C81709EA7183}" destId="{D267D666-2C35-4EC6-8B1E-910B727C725A}" srcOrd="0" destOrd="0" presId="urn:microsoft.com/office/officeart/2005/8/layout/pList1"/>
    <dgm:cxn modelId="{C11A2446-5A27-4240-9176-0A328E1B0CD9}" srcId="{A59CC7A5-D768-46BB-881E-38135F09791D}" destId="{B3B4F47B-5B48-4C4E-9F05-9621EFDE957F}" srcOrd="0" destOrd="0" parTransId="{FBF1FDBF-DEF2-4D93-8B36-32035F0C0D88}" sibTransId="{AD04AFC8-63F3-4D28-8CCD-455D8770DF05}"/>
    <dgm:cxn modelId="{51D3E899-B148-4056-B613-1128211D5D3C}" type="presOf" srcId="{AD04AFC8-63F3-4D28-8CCD-455D8770DF05}" destId="{2C402089-8E84-4972-BD95-0ECFA8C7CDD0}" srcOrd="0" destOrd="0" presId="urn:microsoft.com/office/officeart/2005/8/layout/pList1"/>
    <dgm:cxn modelId="{EEEA90B9-B54B-40AE-897F-F0C96D829DC0}" type="presOf" srcId="{6D941E3E-BA87-4A3D-87B1-3C2E68BBF106}" destId="{5A2326FB-9C5F-4C93-94B6-3F68487EE15B}" srcOrd="0" destOrd="0" presId="urn:microsoft.com/office/officeart/2005/8/layout/pList1"/>
    <dgm:cxn modelId="{A303D6C6-D8B5-4773-8EAA-6A04F2738817}" type="presOf" srcId="{B3B4F47B-5B48-4C4E-9F05-9621EFDE957F}" destId="{01781F16-0C2D-4586-8AFB-F87900D9A657}" srcOrd="0" destOrd="0" presId="urn:microsoft.com/office/officeart/2005/8/layout/pList1"/>
    <dgm:cxn modelId="{C67E65D9-3B14-4112-AFF2-7351062D9252}" type="presOf" srcId="{A59CC7A5-D768-46BB-881E-38135F09791D}" destId="{A09CE610-2605-4F96-9146-10F4BDC12089}" srcOrd="0" destOrd="0" presId="urn:microsoft.com/office/officeart/2005/8/layout/pList1"/>
    <dgm:cxn modelId="{DEB80D80-F589-435F-8E52-CA70F3DF82EC}" type="presParOf" srcId="{A09CE610-2605-4F96-9146-10F4BDC12089}" destId="{BA14BA05-080A-407D-B214-E01CDF501204}" srcOrd="0" destOrd="0" presId="urn:microsoft.com/office/officeart/2005/8/layout/pList1"/>
    <dgm:cxn modelId="{1EFAA57C-C4FA-41BE-924B-BD2B1AE4EE50}" type="presParOf" srcId="{BA14BA05-080A-407D-B214-E01CDF501204}" destId="{7032BB5A-2D8A-4300-838D-C47B2F2E4BA7}" srcOrd="0" destOrd="0" presId="urn:microsoft.com/office/officeart/2005/8/layout/pList1"/>
    <dgm:cxn modelId="{AB1A2F32-08FD-43C7-9C68-B38192DD4BBA}" type="presParOf" srcId="{BA14BA05-080A-407D-B214-E01CDF501204}" destId="{01781F16-0C2D-4586-8AFB-F87900D9A657}" srcOrd="1" destOrd="0" presId="urn:microsoft.com/office/officeart/2005/8/layout/pList1"/>
    <dgm:cxn modelId="{FF09DF6B-EFC0-4E58-810C-154A35D0A21A}" type="presParOf" srcId="{A09CE610-2605-4F96-9146-10F4BDC12089}" destId="{2C402089-8E84-4972-BD95-0ECFA8C7CDD0}" srcOrd="1" destOrd="0" presId="urn:microsoft.com/office/officeart/2005/8/layout/pList1"/>
    <dgm:cxn modelId="{66B40D53-1DF6-4753-80B4-FAC3F82B9046}" type="presParOf" srcId="{A09CE610-2605-4F96-9146-10F4BDC12089}" destId="{55A9F854-E901-4D34-8982-91E3434C47A0}" srcOrd="2" destOrd="0" presId="urn:microsoft.com/office/officeart/2005/8/layout/pList1"/>
    <dgm:cxn modelId="{FBF20499-73BB-4B33-A13B-5600E9B1CFE8}" type="presParOf" srcId="{55A9F854-E901-4D34-8982-91E3434C47A0}" destId="{E57FDBEA-07CD-4EE0-B9F6-B3513C800D23}" srcOrd="0" destOrd="0" presId="urn:microsoft.com/office/officeart/2005/8/layout/pList1"/>
    <dgm:cxn modelId="{476D9C86-D72E-442D-A217-49D4DE1CEE35}" type="presParOf" srcId="{55A9F854-E901-4D34-8982-91E3434C47A0}" destId="{5A2326FB-9C5F-4C93-94B6-3F68487EE15B}" srcOrd="1" destOrd="0" presId="urn:microsoft.com/office/officeart/2005/8/layout/pList1"/>
    <dgm:cxn modelId="{2BC41412-C7FC-4C4C-8A8E-FF3B9FB3330D}" type="presParOf" srcId="{A09CE610-2605-4F96-9146-10F4BDC12089}" destId="{FBB6A2C1-ABDE-4364-BDF9-6EBC88D5F2AF}" srcOrd="3" destOrd="0" presId="urn:microsoft.com/office/officeart/2005/8/layout/pList1"/>
    <dgm:cxn modelId="{27711C6D-6B9B-4C9C-92C6-67AFB4CD0498}" type="presParOf" srcId="{A09CE610-2605-4F96-9146-10F4BDC12089}" destId="{5600010E-AFAD-4192-9F26-4CA4FBF925C4}" srcOrd="4" destOrd="0" presId="urn:microsoft.com/office/officeart/2005/8/layout/pList1"/>
    <dgm:cxn modelId="{22283B7E-98F7-4F81-87EC-507CEB50333D}" type="presParOf" srcId="{5600010E-AFAD-4192-9F26-4CA4FBF925C4}" destId="{48E9D8B7-C615-4785-9984-18582DDB6C31}" srcOrd="0" destOrd="0" presId="urn:microsoft.com/office/officeart/2005/8/layout/pList1"/>
    <dgm:cxn modelId="{74638D9A-D647-4BBD-A2E1-AEE5BAA8F0D1}" type="presParOf" srcId="{5600010E-AFAD-4192-9F26-4CA4FBF925C4}" destId="{D267D666-2C35-4EC6-8B1E-910B727C725A}" srcOrd="1" destOrd="0" presId="urn:microsoft.com/office/officeart/2005/8/layout/p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3B3DE9-9986-4CF9-BD2A-7EE019AE550F}">
      <dsp:nvSpPr>
        <dsp:cNvPr id="0" name=""/>
        <dsp:cNvSpPr/>
      </dsp:nvSpPr>
      <dsp:spPr>
        <a:xfrm>
          <a:off x="286024"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C7AB3E-E33E-41A8-8E53-0F5D4B0FD2B6}">
      <dsp:nvSpPr>
        <dsp:cNvPr id="0" name=""/>
        <dsp:cNvSpPr/>
      </dsp:nvSpPr>
      <dsp:spPr>
        <a:xfrm>
          <a:off x="286024"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Overview</a:t>
          </a:r>
        </a:p>
      </dsp:txBody>
      <dsp:txXfrm>
        <a:off x="286024" y="951656"/>
        <a:ext cx="3154680" cy="638013"/>
      </dsp:txXfrm>
    </dsp:sp>
    <dsp:sp modelId="{C941D104-F19D-4F79-BECB-6E0F02117D51}">
      <dsp:nvSpPr>
        <dsp:cNvPr id="0" name=""/>
        <dsp:cNvSpPr/>
      </dsp:nvSpPr>
      <dsp:spPr>
        <a:xfrm>
          <a:off x="286024"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b="0" i="0" kern="1200" dirty="0">
              <a:latin typeface="Yu Gothic UI Semilight" panose="020B0400000000000000" pitchFamily="34" charset="-128"/>
              <a:ea typeface="Yu Gothic UI Semilight" panose="020B0400000000000000" pitchFamily="34" charset="-128"/>
            </a:rPr>
            <a:t>The </a:t>
          </a:r>
          <a:r>
            <a:rPr lang="en-GB" sz="1200" b="0" i="0" kern="1200" dirty="0" err="1">
              <a:latin typeface="Yu Gothic UI Semilight" panose="020B0400000000000000" pitchFamily="34" charset="-128"/>
              <a:ea typeface="Yu Gothic UI Semilight" panose="020B0400000000000000" pitchFamily="34" charset="-128"/>
            </a:rPr>
            <a:t>OKCupid</a:t>
          </a:r>
          <a:r>
            <a:rPr lang="en-GB" sz="1200" b="0" i="0" kern="1200" dirty="0">
              <a:latin typeface="Yu Gothic UI Semilight" panose="020B0400000000000000" pitchFamily="34" charset="-128"/>
              <a:ea typeface="Yu Gothic UI Semilight" panose="020B0400000000000000" pitchFamily="34" charset="-128"/>
            </a:rPr>
            <a:t> dataset, </a:t>
          </a:r>
          <a:r>
            <a:rPr lang="en-GB" sz="1100" b="0" i="0" kern="1200" dirty="0">
              <a:latin typeface="Courier New" panose="02070309020205020404" pitchFamily="49" charset="0"/>
              <a:cs typeface="Courier New" panose="02070309020205020404" pitchFamily="49" charset="0"/>
            </a:rPr>
            <a:t>profiles.csv</a:t>
          </a:r>
          <a:r>
            <a:rPr lang="en-GB" sz="1200" b="0" i="0" kern="1200" dirty="0">
              <a:latin typeface="Yu Gothic UI Semilight" panose="020B0400000000000000" pitchFamily="34" charset="-128"/>
              <a:ea typeface="Yu Gothic UI Semilight" panose="020B0400000000000000" pitchFamily="34" charset="-128"/>
            </a:rPr>
            <a:t>,</a:t>
          </a:r>
          <a:r>
            <a:rPr lang="en-GB" sz="1400" b="0" i="0" kern="1200" dirty="0">
              <a:latin typeface="Yu Gothic UI Semilight" panose="020B0400000000000000" pitchFamily="34" charset="-128"/>
              <a:ea typeface="Yu Gothic UI Semilight" panose="020B0400000000000000" pitchFamily="34" charset="-128"/>
            </a:rPr>
            <a:t> </a:t>
          </a:r>
          <a:r>
            <a:rPr lang="en-GB" sz="1200" b="0" i="0" kern="120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responses. As the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kern="1200" dirty="0">
            <a:latin typeface="Yu Gothic UI Semilight" panose="020B0400000000000000" pitchFamily="34" charset="-128"/>
            <a:ea typeface="Yu Gothic UI Semilight" panose="020B0400000000000000" pitchFamily="34" charset="-128"/>
          </a:endParaRPr>
        </a:p>
      </dsp:txBody>
      <dsp:txXfrm>
        <a:off x="286024" y="1589669"/>
        <a:ext cx="3154680" cy="1985566"/>
      </dsp:txXfrm>
    </dsp:sp>
    <dsp:sp modelId="{C10799AD-B342-4043-9539-303F3880E6B3}">
      <dsp:nvSpPr>
        <dsp:cNvPr id="0" name=""/>
        <dsp:cNvSpPr/>
      </dsp:nvSpPr>
      <dsp:spPr>
        <a:xfrm>
          <a:off x="3680460"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290FA1-DECB-491E-A978-4A5D42FAC6F8}">
      <dsp:nvSpPr>
        <dsp:cNvPr id="0" name=""/>
        <dsp:cNvSpPr/>
      </dsp:nvSpPr>
      <dsp:spPr>
        <a:xfrm>
          <a:off x="3680460"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Details</a:t>
          </a:r>
        </a:p>
      </dsp:txBody>
      <dsp:txXfrm>
        <a:off x="3680460" y="951656"/>
        <a:ext cx="3154680" cy="638013"/>
      </dsp:txXfrm>
    </dsp:sp>
    <dsp:sp modelId="{A2E6A667-C4F5-4489-8AB4-8791A31ACB42}">
      <dsp:nvSpPr>
        <dsp:cNvPr id="0" name=""/>
        <dsp:cNvSpPr/>
      </dsp:nvSpPr>
      <dsp:spPr>
        <a:xfrm>
          <a:off x="3680460"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Using the Python </a:t>
          </a:r>
          <a:r>
            <a:rPr lang="en-GB" sz="1200" kern="1200" dirty="0">
              <a:latin typeface="Courier New" panose="02070309020205020404" pitchFamily="49" charset="0"/>
              <a:cs typeface="Courier New" panose="02070309020205020404" pitchFamily="49" charset="0"/>
            </a:rPr>
            <a:t>pandas</a:t>
          </a:r>
          <a:r>
            <a:rPr lang="en-GB" sz="1400" kern="1200" dirty="0"/>
            <a:t> </a:t>
          </a:r>
          <a:r>
            <a:rPr lang="en-GB" sz="1200" kern="1200" dirty="0">
              <a:latin typeface="Yu Gothic UI Semilight" panose="020B0400000000000000" pitchFamily="34" charset="-128"/>
              <a:ea typeface="Yu Gothic UI Semilight" panose="020B0400000000000000" pitchFamily="34" charset="-128"/>
            </a:rPr>
            <a:t>library, we imported the dataset into a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called</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Courier New" panose="02070309020205020404" pitchFamily="49" charset="0"/>
              <a:cs typeface="Courier New" panose="02070309020205020404" pitchFamily="49" charset="0"/>
            </a:rPr>
            <a:t>profiles</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Yu Gothic UI Semilight" panose="020B0400000000000000" pitchFamily="34" charset="-128"/>
              <a:ea typeface="Yu Gothic UI Semilight" panose="020B0400000000000000" pitchFamily="34" charset="-128"/>
            </a:rPr>
            <a:t>This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kern="1200" dirty="0">
              <a:latin typeface="Yu Gothic UI Semilight" panose="020B0400000000000000" pitchFamily="34" charset="-128"/>
              <a:ea typeface="Yu Gothic UI Semilight" panose="020B0400000000000000" pitchFamily="34" charset="-128"/>
            </a:rPr>
            <a:t>income</a:t>
          </a:r>
          <a:r>
            <a:rPr lang="en-GB" sz="1200" kern="1200" dirty="0">
              <a:latin typeface="Yu Gothic UI Semilight" panose="020B0400000000000000" pitchFamily="34" charset="-128"/>
              <a:ea typeface="Yu Gothic UI Semilight" panose="020B0400000000000000" pitchFamily="34" charset="-128"/>
            </a:rPr>
            <a:t> and </a:t>
          </a:r>
          <a:r>
            <a:rPr lang="en-GB" sz="1200" b="1" kern="1200" dirty="0">
              <a:latin typeface="Yu Gothic UI Semilight" panose="020B0400000000000000" pitchFamily="34" charset="-128"/>
              <a:ea typeface="Yu Gothic UI Semilight" panose="020B0400000000000000" pitchFamily="34" charset="-128"/>
            </a:rPr>
            <a:t>age</a:t>
          </a:r>
          <a:r>
            <a:rPr lang="en-GB" sz="1200" kern="1200" dirty="0">
              <a:latin typeface="Yu Gothic UI Semilight" panose="020B0400000000000000" pitchFamily="34" charset="-128"/>
              <a:ea typeface="Yu Gothic UI Semilight" panose="020B0400000000000000" pitchFamily="34" charset="-128"/>
            </a:rPr>
            <a:t>, and categorical data, such as </a:t>
          </a:r>
          <a:r>
            <a:rPr lang="en-GB" sz="1200" b="1" kern="1200" dirty="0">
              <a:latin typeface="Yu Gothic UI Semilight" panose="020B0400000000000000" pitchFamily="34" charset="-128"/>
              <a:ea typeface="Yu Gothic UI Semilight" panose="020B0400000000000000" pitchFamily="34" charset="-128"/>
            </a:rPr>
            <a:t>diet</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religion</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smoker</a:t>
          </a:r>
          <a:r>
            <a:rPr lang="en-GB" sz="1200" kern="1200" dirty="0">
              <a:latin typeface="Yu Gothic UI Semilight" panose="020B0400000000000000" pitchFamily="34" charset="-128"/>
              <a:ea typeface="Yu Gothic UI Semilight" panose="020B0400000000000000" pitchFamily="34" charset="-128"/>
            </a:rPr>
            <a:t> status, and zodiac </a:t>
          </a:r>
          <a:r>
            <a:rPr lang="en-GB" sz="1200" b="1" kern="1200" dirty="0">
              <a:latin typeface="Yu Gothic UI Semilight" panose="020B0400000000000000" pitchFamily="34" charset="-128"/>
              <a:ea typeface="Yu Gothic UI Semilight" panose="020B0400000000000000" pitchFamily="34" charset="-128"/>
            </a:rPr>
            <a:t>sign</a:t>
          </a:r>
          <a:r>
            <a:rPr lang="en-GB" sz="1200" kern="1200" dirty="0">
              <a:latin typeface="Yu Gothic UI Semilight" panose="020B0400000000000000" pitchFamily="34" charset="-128"/>
              <a:ea typeface="Yu Gothic UI Semilight" panose="020B0400000000000000" pitchFamily="34" charset="-128"/>
            </a:rPr>
            <a:t>.</a:t>
          </a:r>
          <a:endParaRPr lang="en-GB" sz="1400" kern="1200" dirty="0">
            <a:latin typeface="Yu Gothic UI Semilight" panose="020B0400000000000000" pitchFamily="34" charset="-128"/>
            <a:ea typeface="Yu Gothic UI Semilight" panose="020B0400000000000000" pitchFamily="34" charset="-128"/>
          </a:endParaRPr>
        </a:p>
      </dsp:txBody>
      <dsp:txXfrm>
        <a:off x="3680460" y="1589669"/>
        <a:ext cx="3154680" cy="1985566"/>
      </dsp:txXfrm>
    </dsp:sp>
    <dsp:sp modelId="{74C0B1B6-AD43-4A09-AED3-C9E5DEF4C7A9}">
      <dsp:nvSpPr>
        <dsp:cNvPr id="0" name=""/>
        <dsp:cNvSpPr/>
      </dsp:nvSpPr>
      <dsp:spPr>
        <a:xfrm>
          <a:off x="7074895"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A4B3A6-53AE-4919-A589-F48A8820CACF}">
      <dsp:nvSpPr>
        <dsp:cNvPr id="0" name=""/>
        <dsp:cNvSpPr/>
      </dsp:nvSpPr>
      <dsp:spPr>
        <a:xfrm>
          <a:off x="7074895"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Obstacles</a:t>
          </a:r>
        </a:p>
      </dsp:txBody>
      <dsp:txXfrm>
        <a:off x="7074895" y="951656"/>
        <a:ext cx="3154680" cy="638013"/>
      </dsp:txXfrm>
    </dsp:sp>
    <dsp:sp modelId="{E55A895E-BE01-4E48-B5E0-4A42D74DA1C1}">
      <dsp:nvSpPr>
        <dsp:cNvPr id="0" name=""/>
        <dsp:cNvSpPr/>
      </dsp:nvSpPr>
      <dsp:spPr>
        <a:xfrm>
          <a:off x="7074895"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kern="1200" dirty="0">
              <a:latin typeface="Yu Gothic UI Semilight" panose="020B0400000000000000" pitchFamily="34" charset="-128"/>
              <a:ea typeface="Yu Gothic UI Semilight" panose="020B0400000000000000" pitchFamily="34" charset="-128"/>
            </a:rPr>
            <a:t>diet</a:t>
          </a:r>
          <a:r>
            <a:rPr lang="en-GB" sz="1200" b="0" i="0" kern="1200" dirty="0">
              <a:latin typeface="Yu Gothic UI Semilight" panose="020B0400000000000000" pitchFamily="34" charset="-128"/>
              <a:ea typeface="Yu Gothic UI Semilight" panose="020B0400000000000000" pitchFamily="34" charset="-128"/>
            </a:rPr>
            <a:t>, </a:t>
          </a:r>
          <a:r>
            <a:rPr lang="en-GB" sz="1200" b="1" i="0" kern="1200" dirty="0">
              <a:latin typeface="Yu Gothic UI Semilight" panose="020B0400000000000000" pitchFamily="34" charset="-128"/>
              <a:ea typeface="Yu Gothic UI Semilight" panose="020B0400000000000000" pitchFamily="34" charset="-128"/>
            </a:rPr>
            <a:t>offspring</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religion</a:t>
          </a:r>
          <a:r>
            <a:rPr lang="en-GB" sz="1200" b="0" i="0" kern="120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kern="1200" dirty="0">
              <a:latin typeface="Yu Gothic UI Semilight" panose="020B0400000000000000" pitchFamily="34" charset="-128"/>
              <a:ea typeface="Yu Gothic UI Semilight" panose="020B0400000000000000" pitchFamily="34" charset="-128"/>
            </a:rPr>
            <a:t>age</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height</a:t>
          </a:r>
          <a:r>
            <a:rPr lang="en-GB" sz="1200" b="0" i="0" kern="120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kern="1200" dirty="0">
            <a:latin typeface="Yu Gothic UI Semilight" panose="020B0400000000000000" pitchFamily="34" charset="-128"/>
            <a:ea typeface="Yu Gothic UI Semilight" panose="020B0400000000000000" pitchFamily="34" charset="-128"/>
          </a:endParaRPr>
        </a:p>
      </dsp:txBody>
      <dsp:txXfrm>
        <a:off x="7074895" y="1589669"/>
        <a:ext cx="3154680" cy="19855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1CC66D-F365-4C6C-8796-5EEA587FC234}">
      <dsp:nvSpPr>
        <dsp:cNvPr id="0" name=""/>
        <dsp:cNvSpPr/>
      </dsp:nvSpPr>
      <dsp:spPr>
        <a:xfrm>
          <a:off x="600"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Age:</a:t>
          </a:r>
          <a:r>
            <a:rPr lang="en-GB" sz="1200" kern="1200" dirty="0"/>
            <a:t> Most users are in their late 20s to early 30s, with a mean age of about 32 years.</a:t>
          </a:r>
          <a:endParaRPr lang="en-US" sz="1200" kern="1200" dirty="0"/>
        </a:p>
      </dsp:txBody>
      <dsp:txXfrm>
        <a:off x="600" y="233219"/>
        <a:ext cx="2342447" cy="1405468"/>
      </dsp:txXfrm>
    </dsp:sp>
    <dsp:sp modelId="{4C0B00DE-EEF7-4A71-9046-D3F50C318FBE}">
      <dsp:nvSpPr>
        <dsp:cNvPr id="0" name=""/>
        <dsp:cNvSpPr/>
      </dsp:nvSpPr>
      <dsp:spPr>
        <a:xfrm>
          <a:off x="2577293"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Gender:</a:t>
          </a:r>
          <a:r>
            <a:rPr lang="en-GB" sz="1200" kern="1200"/>
            <a:t> There are more men than women in the dataset.</a:t>
          </a:r>
          <a:endParaRPr lang="en-US" sz="1200" kern="1200"/>
        </a:p>
      </dsp:txBody>
      <dsp:txXfrm>
        <a:off x="2577293" y="233219"/>
        <a:ext cx="2342447" cy="1405468"/>
      </dsp:txXfrm>
    </dsp:sp>
    <dsp:sp modelId="{533D7804-1771-4E33-93BA-61445D8301E1}">
      <dsp:nvSpPr>
        <dsp:cNvPr id="0" name=""/>
        <dsp:cNvSpPr/>
      </dsp:nvSpPr>
      <dsp:spPr>
        <a:xfrm>
          <a:off x="600"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Religion, Job, and Zodiac:</a:t>
          </a:r>
          <a:r>
            <a:rPr lang="en-GB" sz="1200" kern="1200" dirty="0"/>
            <a:t> There is a wide range of religions and job roles among users in the dataset, with unequal distributions. Zodiac signs are relatively equally distributed.</a:t>
          </a:r>
          <a:endParaRPr lang="en-US" sz="1200" kern="1200" dirty="0"/>
        </a:p>
      </dsp:txBody>
      <dsp:txXfrm>
        <a:off x="600" y="1872932"/>
        <a:ext cx="2342447" cy="1405468"/>
      </dsp:txXfrm>
    </dsp:sp>
    <dsp:sp modelId="{84722377-7139-42AF-B3BD-F9DBB7CE4F95}">
      <dsp:nvSpPr>
        <dsp:cNvPr id="0" name=""/>
        <dsp:cNvSpPr/>
      </dsp:nvSpPr>
      <dsp:spPr>
        <a:xfrm>
          <a:off x="2577293"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Pets, Offspring and Orientation:</a:t>
          </a:r>
          <a:r>
            <a:rPr lang="en-GB" sz="1200" kern="1200"/>
            <a:t> Most of the users like both dogs and cats, and most are childless. The majority of users are straight, but other orientations are present.</a:t>
          </a:r>
          <a:endParaRPr lang="en-US" sz="1200" kern="1200"/>
        </a:p>
      </dsp:txBody>
      <dsp:txXfrm>
        <a:off x="2577293" y="1872932"/>
        <a:ext cx="2342447" cy="1405468"/>
      </dsp:txXfrm>
    </dsp:sp>
    <dsp:sp modelId="{A8E33BAF-C742-4161-9B21-93AF8323FC9B}">
      <dsp:nvSpPr>
        <dsp:cNvPr id="0" name=""/>
        <dsp:cNvSpPr/>
      </dsp:nvSpPr>
      <dsp:spPr>
        <a:xfrm>
          <a:off x="600"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Status:</a:t>
          </a:r>
          <a:r>
            <a:rPr lang="en-GB" sz="1200" kern="1200"/>
            <a:t> Most of the users are single, but curiously, there are exceptions.</a:t>
          </a:r>
          <a:endParaRPr lang="en-US" sz="1200" kern="1200"/>
        </a:p>
      </dsp:txBody>
      <dsp:txXfrm>
        <a:off x="600" y="3512646"/>
        <a:ext cx="2342447" cy="1405468"/>
      </dsp:txXfrm>
    </dsp:sp>
    <dsp:sp modelId="{CD0016FB-506C-4C54-BEF4-88D589CEFB6D}">
      <dsp:nvSpPr>
        <dsp:cNvPr id="0" name=""/>
        <dsp:cNvSpPr/>
      </dsp:nvSpPr>
      <dsp:spPr>
        <a:xfrm>
          <a:off x="2577293"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Smokes:</a:t>
          </a:r>
          <a:r>
            <a:rPr lang="en-GB" sz="1200" kern="1200"/>
            <a:t> Most of the users do not smoke, but there are a range who do smoke conditionally or otherwise.</a:t>
          </a:r>
          <a:endParaRPr lang="en-US" sz="1200" kern="1200"/>
        </a:p>
      </dsp:txBody>
      <dsp:txXfrm>
        <a:off x="2577293" y="3512646"/>
        <a:ext cx="2342447" cy="14054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88B47F-6809-4EC9-9F2F-B45A236E24AF}">
      <dsp:nvSpPr>
        <dsp:cNvPr id="0" name=""/>
        <dsp:cNvSpPr/>
      </dsp:nvSpPr>
      <dsp:spPr>
        <a:xfrm>
          <a:off x="2194974" y="70747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750672"/>
        <a:ext cx="25251" cy="5050"/>
      </dsp:txXfrm>
    </dsp:sp>
    <dsp:sp modelId="{B41DC3FC-9087-4844-ACC8-A8E0F5EBB45C}">
      <dsp:nvSpPr>
        <dsp:cNvPr id="0" name=""/>
        <dsp:cNvSpPr/>
      </dsp:nvSpPr>
      <dsp:spPr>
        <a:xfrm>
          <a:off x="1028"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Data Cleaning</a:t>
          </a:r>
          <a:endParaRPr lang="en-US" sz="2100" kern="1200" dirty="0"/>
        </a:p>
      </dsp:txBody>
      <dsp:txXfrm>
        <a:off x="1028" y="94473"/>
        <a:ext cx="2195746" cy="1317447"/>
      </dsp:txXfrm>
    </dsp:sp>
    <dsp:sp modelId="{D63AE0C0-BF48-4B00-AA99-33664AAB6AD3}">
      <dsp:nvSpPr>
        <dsp:cNvPr id="0" name=""/>
        <dsp:cNvSpPr/>
      </dsp:nvSpPr>
      <dsp:spPr>
        <a:xfrm>
          <a:off x="1098901" y="1410121"/>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1644807"/>
        <a:ext cx="137378" cy="5050"/>
      </dsp:txXfrm>
    </dsp:sp>
    <dsp:sp modelId="{D38DB5D4-1E93-4FD2-80D5-196306A30D63}">
      <dsp:nvSpPr>
        <dsp:cNvPr id="0" name=""/>
        <dsp:cNvSpPr/>
      </dsp:nvSpPr>
      <dsp:spPr>
        <a:xfrm>
          <a:off x="2701796"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Feature Selection</a:t>
          </a:r>
          <a:endParaRPr lang="en-US" sz="2100" kern="1200" dirty="0"/>
        </a:p>
      </dsp:txBody>
      <dsp:txXfrm>
        <a:off x="2701796" y="94473"/>
        <a:ext cx="2195746" cy="1317447"/>
      </dsp:txXfrm>
    </dsp:sp>
    <dsp:sp modelId="{D25A71F0-779F-43FD-A24E-F4DAFFD14307}">
      <dsp:nvSpPr>
        <dsp:cNvPr id="0" name=""/>
        <dsp:cNvSpPr/>
      </dsp:nvSpPr>
      <dsp:spPr>
        <a:xfrm>
          <a:off x="2194974" y="252994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2573141"/>
        <a:ext cx="25251" cy="5050"/>
      </dsp:txXfrm>
    </dsp:sp>
    <dsp:sp modelId="{AB0EE6DA-9B3E-4DC5-9C22-58E1849771A4}">
      <dsp:nvSpPr>
        <dsp:cNvPr id="0" name=""/>
        <dsp:cNvSpPr/>
      </dsp:nvSpPr>
      <dsp:spPr>
        <a:xfrm>
          <a:off x="1028"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Target Label Encoding</a:t>
          </a:r>
          <a:endParaRPr lang="en-US" sz="2100" kern="1200" dirty="0"/>
        </a:p>
      </dsp:txBody>
      <dsp:txXfrm>
        <a:off x="1028" y="1916943"/>
        <a:ext cx="2195746" cy="1317447"/>
      </dsp:txXfrm>
    </dsp:sp>
    <dsp:sp modelId="{03C70E5C-91DD-4799-A157-53F96611BC2D}">
      <dsp:nvSpPr>
        <dsp:cNvPr id="0" name=""/>
        <dsp:cNvSpPr/>
      </dsp:nvSpPr>
      <dsp:spPr>
        <a:xfrm>
          <a:off x="1098901" y="3232590"/>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3467276"/>
        <a:ext cx="137378" cy="5050"/>
      </dsp:txXfrm>
    </dsp:sp>
    <dsp:sp modelId="{A7232C29-23C6-48E1-A0AC-1A1514180F01}">
      <dsp:nvSpPr>
        <dsp:cNvPr id="0" name=""/>
        <dsp:cNvSpPr/>
      </dsp:nvSpPr>
      <dsp:spPr>
        <a:xfrm>
          <a:off x="2701796"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Train-test Split</a:t>
          </a:r>
          <a:endParaRPr lang="en-US" sz="2100" kern="1200" dirty="0"/>
        </a:p>
      </dsp:txBody>
      <dsp:txXfrm>
        <a:off x="2701796" y="1916943"/>
        <a:ext cx="2195746" cy="1317447"/>
      </dsp:txXfrm>
    </dsp:sp>
    <dsp:sp modelId="{9C7DC8E7-398B-4FDB-BA69-3FF9A1D0B8CC}">
      <dsp:nvSpPr>
        <dsp:cNvPr id="0" name=""/>
        <dsp:cNvSpPr/>
      </dsp:nvSpPr>
      <dsp:spPr>
        <a:xfrm>
          <a:off x="2194974" y="4352416"/>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4395611"/>
        <a:ext cx="25251" cy="5050"/>
      </dsp:txXfrm>
    </dsp:sp>
    <dsp:sp modelId="{05A67DAF-A71F-4859-81D2-8B46DAEF87DF}">
      <dsp:nvSpPr>
        <dsp:cNvPr id="0" name=""/>
        <dsp:cNvSpPr/>
      </dsp:nvSpPr>
      <dsp:spPr>
        <a:xfrm>
          <a:off x="1028"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One-Hot Encoding</a:t>
          </a:r>
          <a:endParaRPr lang="en-US" sz="2100" kern="1200" dirty="0"/>
        </a:p>
      </dsp:txBody>
      <dsp:txXfrm>
        <a:off x="1028" y="3739412"/>
        <a:ext cx="2195746" cy="1317447"/>
      </dsp:txXfrm>
    </dsp:sp>
    <dsp:sp modelId="{9A4D1993-14FE-4C5A-AA89-CCD30F66B17B}">
      <dsp:nvSpPr>
        <dsp:cNvPr id="0" name=""/>
        <dsp:cNvSpPr/>
      </dsp:nvSpPr>
      <dsp:spPr>
        <a:xfrm>
          <a:off x="2701796"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Standardisation</a:t>
          </a:r>
          <a:endParaRPr lang="en-US" sz="2100" kern="1200" dirty="0"/>
        </a:p>
      </dsp:txBody>
      <dsp:txXfrm>
        <a:off x="2701796" y="3739412"/>
        <a:ext cx="2195746" cy="13174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C899EE-E8E7-4206-B1F4-44A9BA820D9E}">
      <dsp:nvSpPr>
        <dsp:cNvPr id="0" name=""/>
        <dsp:cNvSpPr/>
      </dsp:nvSpPr>
      <dsp:spPr>
        <a:xfrm>
          <a:off x="0" y="314866"/>
          <a:ext cx="4997631" cy="23688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Font typeface="Arial" panose="020B0604020202020204" pitchFamily="34" charset="0"/>
            <a:buNone/>
          </a:pPr>
          <a:r>
            <a:rPr lang="en-GB" sz="1600" kern="1200"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sp:txBody>
      <dsp:txXfrm>
        <a:off x="0" y="314866"/>
        <a:ext cx="4997631" cy="2368800"/>
      </dsp:txXfrm>
    </dsp:sp>
    <dsp:sp modelId="{A00C8796-B0C0-496E-9E3A-9D0F12355793}">
      <dsp:nvSpPr>
        <dsp:cNvPr id="0" name=""/>
        <dsp:cNvSpPr/>
      </dsp:nvSpPr>
      <dsp:spPr>
        <a:xfrm>
          <a:off x="249881" y="78706"/>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Nulls</a:t>
          </a:r>
          <a:endParaRPr lang="en-GB" sz="1600" kern="1200" dirty="0"/>
        </a:p>
      </dsp:txBody>
      <dsp:txXfrm>
        <a:off x="272938" y="101763"/>
        <a:ext cx="3452227" cy="426206"/>
      </dsp:txXfrm>
    </dsp:sp>
    <dsp:sp modelId="{DCAA67C2-C872-4CB4-BBE7-3A09D521528A}">
      <dsp:nvSpPr>
        <dsp:cNvPr id="0" name=""/>
        <dsp:cNvSpPr/>
      </dsp:nvSpPr>
      <dsp:spPr>
        <a:xfrm>
          <a:off x="0" y="3006227"/>
          <a:ext cx="4997631" cy="20664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None/>
          </a:pPr>
          <a:r>
            <a:rPr kumimoji="0" lang="en-GB" sz="1600" b="0" i="0" u="none" strike="noStrike" kern="1200"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sz="1600" kern="1200"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sp:txBody>
      <dsp:txXfrm>
        <a:off x="0" y="3006227"/>
        <a:ext cx="4997631" cy="2066400"/>
      </dsp:txXfrm>
    </dsp:sp>
    <dsp:sp modelId="{43D22A84-82FB-434B-BD26-7D0AD421DFD0}">
      <dsp:nvSpPr>
        <dsp:cNvPr id="0" name=""/>
        <dsp:cNvSpPr/>
      </dsp:nvSpPr>
      <dsp:spPr>
        <a:xfrm>
          <a:off x="249881" y="2770067"/>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Summarised Features</a:t>
          </a:r>
          <a:endParaRPr lang="en-GB" sz="1600" kern="1200" dirty="0"/>
        </a:p>
      </dsp:txBody>
      <dsp:txXfrm>
        <a:off x="272938" y="2793124"/>
        <a:ext cx="3452227" cy="4262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2E263E-EDF6-452B-9CB6-2B5582E5081D}">
      <dsp:nvSpPr>
        <dsp:cNvPr id="0" name=""/>
        <dsp:cNvSpPr/>
      </dsp:nvSpPr>
      <dsp:spPr>
        <a:xfrm>
          <a:off x="0" y="1438"/>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ACD794-ACEA-4982-8D1C-6CCC65EB83E1}">
      <dsp:nvSpPr>
        <dsp:cNvPr id="0" name=""/>
        <dsp:cNvSpPr/>
      </dsp:nvSpPr>
      <dsp:spPr>
        <a:xfrm>
          <a:off x="220592" y="165515"/>
          <a:ext cx="401077" cy="4010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86FA69C-A857-4539-8AB4-C8683D0EC16E}">
      <dsp:nvSpPr>
        <dsp:cNvPr id="0" name=""/>
        <dsp:cNvSpPr/>
      </dsp:nvSpPr>
      <dsp:spPr>
        <a:xfrm>
          <a:off x="842261" y="1438"/>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kern="1200" dirty="0"/>
            <a:t>Target Label Encoding </a:t>
          </a:r>
          <a:endParaRPr lang="en-US" sz="2200" b="1" kern="1200" dirty="0"/>
        </a:p>
      </dsp:txBody>
      <dsp:txXfrm>
        <a:off x="842261" y="1438"/>
        <a:ext cx="4732020" cy="729231"/>
      </dsp:txXfrm>
    </dsp:sp>
    <dsp:sp modelId="{0A06CC47-B981-45C2-A94F-BF6AF14E987E}">
      <dsp:nvSpPr>
        <dsp:cNvPr id="0" name=""/>
        <dsp:cNvSpPr/>
      </dsp:nvSpPr>
      <dsp:spPr>
        <a:xfrm>
          <a:off x="5574282" y="1438"/>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The </a:t>
          </a:r>
          <a:r>
            <a:rPr lang="en-GB" sz="1100" b="1" i="0" kern="1200" dirty="0"/>
            <a:t>smokes</a:t>
          </a:r>
          <a:r>
            <a:rPr lang="en-GB" sz="1100" b="0" i="0" kern="1200" dirty="0"/>
            <a:t> column contained several categories aside from no smoker status. We converted these into a binary label: users who answered no were labelled as non-smokers, while all other responses were labelled as smokers. </a:t>
          </a:r>
          <a:endParaRPr lang="en-US" sz="1100" kern="1200" dirty="0">
            <a:latin typeface="+mn-lt"/>
            <a:ea typeface="Yu Gothic UI Semilight" panose="020B0400000000000000" pitchFamily="34" charset="-128"/>
          </a:endParaRPr>
        </a:p>
      </dsp:txBody>
      <dsp:txXfrm>
        <a:off x="5574282" y="1438"/>
        <a:ext cx="4941318" cy="729231"/>
      </dsp:txXfrm>
    </dsp:sp>
    <dsp:sp modelId="{591D4A88-298A-4D98-96CD-F862B39A61F4}">
      <dsp:nvSpPr>
        <dsp:cNvPr id="0" name=""/>
        <dsp:cNvSpPr/>
      </dsp:nvSpPr>
      <dsp:spPr>
        <a:xfrm>
          <a:off x="0" y="912977"/>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85D6B5-9009-4A8F-A5A1-4E0EDB8CFC6E}">
      <dsp:nvSpPr>
        <dsp:cNvPr id="0" name=""/>
        <dsp:cNvSpPr/>
      </dsp:nvSpPr>
      <dsp:spPr>
        <a:xfrm>
          <a:off x="220592" y="1077054"/>
          <a:ext cx="401077" cy="401077"/>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001468-A7D8-450C-918D-8DC7DCD6DC2D}">
      <dsp:nvSpPr>
        <dsp:cNvPr id="0" name=""/>
        <dsp:cNvSpPr/>
      </dsp:nvSpPr>
      <dsp:spPr>
        <a:xfrm>
          <a:off x="842261" y="912977"/>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Train-test Split</a:t>
          </a:r>
          <a:endParaRPr lang="en-US" sz="2200" kern="1200" dirty="0"/>
        </a:p>
      </dsp:txBody>
      <dsp:txXfrm>
        <a:off x="842261" y="912977"/>
        <a:ext cx="4732020" cy="729231"/>
      </dsp:txXfrm>
    </dsp:sp>
    <dsp:sp modelId="{13BF9963-FC3D-40C6-B594-46E1D79DA245}">
      <dsp:nvSpPr>
        <dsp:cNvPr id="0" name=""/>
        <dsp:cNvSpPr/>
      </dsp:nvSpPr>
      <dsp:spPr>
        <a:xfrm>
          <a:off x="5574282" y="912977"/>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We split the data into features (X) and labels (Y), then used a train-test split to divide the clean dataset into training and validation sets. This was done before encoding and standardising to prevent data leakage between sets.</a:t>
          </a:r>
          <a:endParaRPr lang="en-US" sz="1100" kern="1200" dirty="0">
            <a:latin typeface="+mn-lt"/>
            <a:ea typeface="Yu Gothic UI Semilight" panose="020B0400000000000000" pitchFamily="34" charset="-128"/>
          </a:endParaRPr>
        </a:p>
      </dsp:txBody>
      <dsp:txXfrm>
        <a:off x="5574282" y="912977"/>
        <a:ext cx="4941318" cy="729231"/>
      </dsp:txXfrm>
    </dsp:sp>
    <dsp:sp modelId="{E95796B8-CB4A-44F8-ACBF-9F41AF6F350E}">
      <dsp:nvSpPr>
        <dsp:cNvPr id="0" name=""/>
        <dsp:cNvSpPr/>
      </dsp:nvSpPr>
      <dsp:spPr>
        <a:xfrm>
          <a:off x="0" y="1824516"/>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CF4D80-84DA-4FB4-88D1-E9E82A9F2EBF}">
      <dsp:nvSpPr>
        <dsp:cNvPr id="0" name=""/>
        <dsp:cNvSpPr/>
      </dsp:nvSpPr>
      <dsp:spPr>
        <a:xfrm>
          <a:off x="220592" y="1988593"/>
          <a:ext cx="401077" cy="4010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4E4611-E3F0-41B6-9E5C-7D2555D3FB68}">
      <dsp:nvSpPr>
        <dsp:cNvPr id="0" name=""/>
        <dsp:cNvSpPr/>
      </dsp:nvSpPr>
      <dsp:spPr>
        <a:xfrm>
          <a:off x="842261" y="1824516"/>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One-Hot Encoding</a:t>
          </a:r>
          <a:endParaRPr lang="en-US" sz="2200" kern="1200" dirty="0"/>
        </a:p>
      </dsp:txBody>
      <dsp:txXfrm>
        <a:off x="842261" y="1824516"/>
        <a:ext cx="4732020" cy="729231"/>
      </dsp:txXfrm>
    </dsp:sp>
    <dsp:sp modelId="{207F25EA-76C1-4FC2-A295-FF5F7249C1D4}">
      <dsp:nvSpPr>
        <dsp:cNvPr id="0" name=""/>
        <dsp:cNvSpPr/>
      </dsp:nvSpPr>
      <dsp:spPr>
        <a:xfrm>
          <a:off x="5574282" y="1824516"/>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For our categorical features, we used one-hot encoding to convert the categorical features into a numeric format that the machine learning algorithms could interpret.</a:t>
          </a:r>
          <a:endParaRPr lang="en-US" sz="1100" kern="1200" dirty="0"/>
        </a:p>
      </dsp:txBody>
      <dsp:txXfrm>
        <a:off x="5574282" y="1824516"/>
        <a:ext cx="4941318" cy="729231"/>
      </dsp:txXfrm>
    </dsp:sp>
    <dsp:sp modelId="{D39E7134-0899-4778-AA52-AD38D575CE2F}">
      <dsp:nvSpPr>
        <dsp:cNvPr id="0" name=""/>
        <dsp:cNvSpPr/>
      </dsp:nvSpPr>
      <dsp:spPr>
        <a:xfrm>
          <a:off x="0" y="2736055"/>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79F01F7-0898-4489-A103-3CFBAD58B283}">
      <dsp:nvSpPr>
        <dsp:cNvPr id="0" name=""/>
        <dsp:cNvSpPr/>
      </dsp:nvSpPr>
      <dsp:spPr>
        <a:xfrm>
          <a:off x="220592" y="2890289"/>
          <a:ext cx="401077" cy="401077"/>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4E2CDE-0BB6-47C4-B536-CF16F3FF1ED4}">
      <dsp:nvSpPr>
        <dsp:cNvPr id="0" name=""/>
        <dsp:cNvSpPr/>
      </dsp:nvSpPr>
      <dsp:spPr>
        <a:xfrm>
          <a:off x="842261" y="2736055"/>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Standardisation</a:t>
          </a:r>
          <a:endParaRPr lang="en-US" sz="2200" kern="1200" dirty="0"/>
        </a:p>
      </dsp:txBody>
      <dsp:txXfrm>
        <a:off x="842261" y="2736055"/>
        <a:ext cx="4732020" cy="729231"/>
      </dsp:txXfrm>
    </dsp:sp>
    <dsp:sp modelId="{31B96AEB-6F14-4E85-9147-2DB06D2B3421}">
      <dsp:nvSpPr>
        <dsp:cNvPr id="0" name=""/>
        <dsp:cNvSpPr/>
      </dsp:nvSpPr>
      <dsp:spPr>
        <a:xfrm>
          <a:off x="5574282" y="2736055"/>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Because logistic regression models are sensitive to feature scale, we created a standardised set of feature data. This helped our logistic regression model learn more effectively and improved its performance.</a:t>
          </a:r>
          <a:endParaRPr lang="en-US" sz="1100" kern="1200" dirty="0"/>
        </a:p>
      </dsp:txBody>
      <dsp:txXfrm>
        <a:off x="5574282" y="2736055"/>
        <a:ext cx="4941318" cy="72923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247E96-070B-4744-96B3-E1F97A845C9F}">
      <dsp:nvSpPr>
        <dsp:cNvPr id="0" name=""/>
        <dsp:cNvSpPr/>
      </dsp:nvSpPr>
      <dsp:spPr>
        <a:xfrm>
          <a:off x="0" y="2638"/>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4A25E5-C31E-4F51-977B-29908E4DED60}">
      <dsp:nvSpPr>
        <dsp:cNvPr id="0" name=""/>
        <dsp:cNvSpPr/>
      </dsp:nvSpPr>
      <dsp:spPr>
        <a:xfrm>
          <a:off x="0" y="2638"/>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M1</a:t>
          </a:r>
        </a:p>
      </dsp:txBody>
      <dsp:txXfrm>
        <a:off x="0" y="2638"/>
        <a:ext cx="968692" cy="1799524"/>
      </dsp:txXfrm>
    </dsp:sp>
    <dsp:sp modelId="{E375414F-0076-4C00-857D-10F60768B5A1}">
      <dsp:nvSpPr>
        <dsp:cNvPr id="0" name=""/>
        <dsp:cNvSpPr/>
      </dsp:nvSpPr>
      <dsp:spPr>
        <a:xfrm>
          <a:off x="1041344" y="84355"/>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schemeClr val="tx1"/>
              </a:solidFill>
              <a:latin typeface="Yu Gothic UI Semilight" panose="020B0400000000000000" pitchFamily="34" charset="-128"/>
              <a:ea typeface="+mn-ea"/>
              <a:cs typeface="+mn-cs"/>
            </a:rPr>
            <a:t>Binomial Logistic regression</a:t>
          </a:r>
        </a:p>
      </dsp:txBody>
      <dsp:txXfrm>
        <a:off x="1041344" y="84355"/>
        <a:ext cx="3802117" cy="1634333"/>
      </dsp:txXfrm>
    </dsp:sp>
    <dsp:sp modelId="{A71BDFB5-6117-4C8B-8D80-B6049D42BB45}">
      <dsp:nvSpPr>
        <dsp:cNvPr id="0" name=""/>
        <dsp:cNvSpPr/>
      </dsp:nvSpPr>
      <dsp:spPr>
        <a:xfrm>
          <a:off x="968692" y="1718688"/>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0466FBD4-672A-478D-B685-49046823EBFF}">
      <dsp:nvSpPr>
        <dsp:cNvPr id="0" name=""/>
        <dsp:cNvSpPr/>
      </dsp:nvSpPr>
      <dsp:spPr>
        <a:xfrm>
          <a:off x="0" y="1802162"/>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E1F8E-D743-4045-8E99-EDACF531D229}">
      <dsp:nvSpPr>
        <dsp:cNvPr id="0" name=""/>
        <dsp:cNvSpPr/>
      </dsp:nvSpPr>
      <dsp:spPr>
        <a:xfrm>
          <a:off x="0" y="1802162"/>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M2</a:t>
          </a:r>
        </a:p>
      </dsp:txBody>
      <dsp:txXfrm>
        <a:off x="0" y="1802162"/>
        <a:ext cx="968692" cy="1799524"/>
      </dsp:txXfrm>
    </dsp:sp>
    <dsp:sp modelId="{8F8B6AF1-ABF7-490E-91F4-D9BF1971E612}">
      <dsp:nvSpPr>
        <dsp:cNvPr id="0" name=""/>
        <dsp:cNvSpPr/>
      </dsp:nvSpPr>
      <dsp:spPr>
        <a:xfrm>
          <a:off x="1041344" y="1883879"/>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Random Forests Classifier</a:t>
          </a:r>
        </a:p>
      </dsp:txBody>
      <dsp:txXfrm>
        <a:off x="1041344" y="1883879"/>
        <a:ext cx="3802117" cy="1634333"/>
      </dsp:txXfrm>
    </dsp:sp>
    <dsp:sp modelId="{ED686FDA-E1A9-411A-922C-3304600C1C77}">
      <dsp:nvSpPr>
        <dsp:cNvPr id="0" name=""/>
        <dsp:cNvSpPr/>
      </dsp:nvSpPr>
      <dsp:spPr>
        <a:xfrm>
          <a:off x="968692" y="3518213"/>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B28246E4-7BC5-45AF-BA42-DDBC1C2C2E2A}">
      <dsp:nvSpPr>
        <dsp:cNvPr id="0" name=""/>
        <dsp:cNvSpPr/>
      </dsp:nvSpPr>
      <dsp:spPr>
        <a:xfrm>
          <a:off x="0" y="3601687"/>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43B8C-4525-4765-A713-E2F4D7D955D2}">
      <dsp:nvSpPr>
        <dsp:cNvPr id="0" name=""/>
        <dsp:cNvSpPr/>
      </dsp:nvSpPr>
      <dsp:spPr>
        <a:xfrm>
          <a:off x="0" y="3601687"/>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M3</a:t>
          </a:r>
        </a:p>
      </dsp:txBody>
      <dsp:txXfrm>
        <a:off x="0" y="3601687"/>
        <a:ext cx="968692" cy="1799524"/>
      </dsp:txXfrm>
    </dsp:sp>
    <dsp:sp modelId="{9A0947CA-0828-427D-806E-BCC9C040AB48}">
      <dsp:nvSpPr>
        <dsp:cNvPr id="0" name=""/>
        <dsp:cNvSpPr/>
      </dsp:nvSpPr>
      <dsp:spPr>
        <a:xfrm>
          <a:off x="1041344" y="3683403"/>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K-nearest </a:t>
          </a:r>
          <a:r>
            <a:rPr lang="en-US" sz="1600" b="0" i="0" kern="1200" cap="all" spc="300" baseline="0" dirty="0" err="1">
              <a:solidFill>
                <a:prstClr val="black"/>
              </a:solidFill>
              <a:latin typeface="Yu Gothic UI Semilight" panose="020B0400000000000000" pitchFamily="34" charset="-128"/>
              <a:ea typeface="+mn-ea"/>
              <a:cs typeface="+mn-cs"/>
            </a:rPr>
            <a:t>neigbours</a:t>
          </a:r>
          <a:r>
            <a:rPr lang="en-US" sz="1600" b="0" i="0" kern="1200" cap="all" spc="300" baseline="0" dirty="0">
              <a:solidFill>
                <a:prstClr val="black"/>
              </a:solidFill>
              <a:latin typeface="Yu Gothic UI Semilight" panose="020B0400000000000000" pitchFamily="34" charset="-128"/>
              <a:ea typeface="+mn-ea"/>
              <a:cs typeface="+mn-cs"/>
            </a:rPr>
            <a:t> classifier</a:t>
          </a:r>
        </a:p>
      </dsp:txBody>
      <dsp:txXfrm>
        <a:off x="1041344" y="3683403"/>
        <a:ext cx="3802117" cy="1634333"/>
      </dsp:txXfrm>
    </dsp:sp>
    <dsp:sp modelId="{58AEF715-538E-4FCF-B500-3EDFACBD68A6}">
      <dsp:nvSpPr>
        <dsp:cNvPr id="0" name=""/>
        <dsp:cNvSpPr/>
      </dsp:nvSpPr>
      <dsp:spPr>
        <a:xfrm>
          <a:off x="968692" y="5317737"/>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32BB5A-2D8A-4300-838D-C47B2F2E4BA7}">
      <dsp:nvSpPr>
        <dsp:cNvPr id="0" name=""/>
        <dsp:cNvSpPr/>
      </dsp:nvSpPr>
      <dsp:spPr>
        <a:xfrm>
          <a:off x="533635" y="795"/>
          <a:ext cx="2255490" cy="2252580"/>
        </a:xfrm>
        <a:prstGeom prst="roundRect">
          <a:avLst/>
        </a:prstGeom>
        <a:blipFill>
          <a:blip xmlns:r="http://schemas.openxmlformats.org/officeDocument/2006/relationships" r:embed="rId1"/>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781F16-0C2D-4586-8AFB-F87900D9A657}">
      <dsp:nvSpPr>
        <dsp:cNvPr id="0" name=""/>
        <dsp:cNvSpPr/>
      </dsp:nvSpPr>
      <dsp:spPr>
        <a:xfrm>
          <a:off x="2670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Logistic Regression</a:t>
          </a:r>
        </a:p>
      </dsp:txBody>
      <dsp:txXfrm>
        <a:off x="26706" y="2253376"/>
        <a:ext cx="3269347" cy="1212927"/>
      </dsp:txXfrm>
    </dsp:sp>
    <dsp:sp modelId="{E57FDBEA-07CD-4EE0-B9F6-B3513C800D23}">
      <dsp:nvSpPr>
        <dsp:cNvPr id="0" name=""/>
        <dsp:cNvSpPr/>
      </dsp:nvSpPr>
      <dsp:spPr>
        <a:xfrm>
          <a:off x="4130054" y="795"/>
          <a:ext cx="2255490" cy="2252580"/>
        </a:xfrm>
        <a:prstGeom prst="roundRect">
          <a:avLst/>
        </a:prstGeom>
        <a:blipFill>
          <a:blip xmlns:r="http://schemas.openxmlformats.org/officeDocument/2006/relationships" r:embed="rId2"/>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2326FB-9C5F-4C93-94B6-3F68487EE15B}">
      <dsp:nvSpPr>
        <dsp:cNvPr id="0" name=""/>
        <dsp:cNvSpPr/>
      </dsp:nvSpPr>
      <dsp:spPr>
        <a:xfrm>
          <a:off x="362312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Random Forests</a:t>
          </a:r>
        </a:p>
      </dsp:txBody>
      <dsp:txXfrm>
        <a:off x="3623126" y="2253376"/>
        <a:ext cx="3269347" cy="1212927"/>
      </dsp:txXfrm>
    </dsp:sp>
    <dsp:sp modelId="{48E9D8B7-C615-4785-9984-18582DDB6C31}">
      <dsp:nvSpPr>
        <dsp:cNvPr id="0" name=""/>
        <dsp:cNvSpPr/>
      </dsp:nvSpPr>
      <dsp:spPr>
        <a:xfrm>
          <a:off x="7726474" y="795"/>
          <a:ext cx="2255490" cy="2252580"/>
        </a:xfrm>
        <a:prstGeom prst="round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67D666-2C35-4EC6-8B1E-910B727C725A}">
      <dsp:nvSpPr>
        <dsp:cNvPr id="0" name=""/>
        <dsp:cNvSpPr/>
      </dsp:nvSpPr>
      <dsp:spPr>
        <a:xfrm>
          <a:off x="7219545"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K-Nearest Neighbours</a:t>
          </a:r>
        </a:p>
      </dsp:txBody>
      <dsp:txXfrm>
        <a:off x="7219545" y="2253376"/>
        <a:ext cx="3269347" cy="121292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32BB5A-2D8A-4300-838D-C47B2F2E4BA7}">
      <dsp:nvSpPr>
        <dsp:cNvPr id="0" name=""/>
        <dsp:cNvSpPr/>
      </dsp:nvSpPr>
      <dsp:spPr>
        <a:xfrm>
          <a:off x="533635" y="795"/>
          <a:ext cx="2255490" cy="2252580"/>
        </a:xfrm>
        <a:prstGeom prst="roundRect">
          <a:avLst/>
        </a:prstGeom>
        <a:blipFill>
          <a:blip xmlns:r="http://schemas.openxmlformats.org/officeDocument/2006/relationships" r:embed="rId1"/>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781F16-0C2D-4586-8AFB-F87900D9A657}">
      <dsp:nvSpPr>
        <dsp:cNvPr id="0" name=""/>
        <dsp:cNvSpPr/>
      </dsp:nvSpPr>
      <dsp:spPr>
        <a:xfrm>
          <a:off x="2670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Logistic Regression</a:t>
          </a:r>
        </a:p>
      </dsp:txBody>
      <dsp:txXfrm>
        <a:off x="26706" y="2253376"/>
        <a:ext cx="3269347" cy="1212927"/>
      </dsp:txXfrm>
    </dsp:sp>
    <dsp:sp modelId="{E57FDBEA-07CD-4EE0-B9F6-B3513C800D23}">
      <dsp:nvSpPr>
        <dsp:cNvPr id="0" name=""/>
        <dsp:cNvSpPr/>
      </dsp:nvSpPr>
      <dsp:spPr>
        <a:xfrm>
          <a:off x="4130054" y="795"/>
          <a:ext cx="2255490" cy="2252580"/>
        </a:xfrm>
        <a:prstGeom prst="roundRect">
          <a:avLst/>
        </a:prstGeom>
        <a:blipFill>
          <a:blip xmlns:r="http://schemas.openxmlformats.org/officeDocument/2006/relationships" r:embed="rId2"/>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2326FB-9C5F-4C93-94B6-3F68487EE15B}">
      <dsp:nvSpPr>
        <dsp:cNvPr id="0" name=""/>
        <dsp:cNvSpPr/>
      </dsp:nvSpPr>
      <dsp:spPr>
        <a:xfrm>
          <a:off x="362312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Random Forests</a:t>
          </a:r>
        </a:p>
      </dsp:txBody>
      <dsp:txXfrm>
        <a:off x="3623126" y="2253376"/>
        <a:ext cx="3269347" cy="1212927"/>
      </dsp:txXfrm>
    </dsp:sp>
    <dsp:sp modelId="{48E9D8B7-C615-4785-9984-18582DDB6C31}">
      <dsp:nvSpPr>
        <dsp:cNvPr id="0" name=""/>
        <dsp:cNvSpPr/>
      </dsp:nvSpPr>
      <dsp:spPr>
        <a:xfrm>
          <a:off x="7726474" y="795"/>
          <a:ext cx="2255490" cy="2252580"/>
        </a:xfrm>
        <a:prstGeom prst="round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67D666-2C35-4EC6-8B1E-910B727C725A}">
      <dsp:nvSpPr>
        <dsp:cNvPr id="0" name=""/>
        <dsp:cNvSpPr/>
      </dsp:nvSpPr>
      <dsp:spPr>
        <a:xfrm>
          <a:off x="7219545"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K-Nearest Neighbours</a:t>
          </a:r>
        </a:p>
      </dsp:txBody>
      <dsp:txXfrm>
        <a:off x="7219545" y="2253376"/>
        <a:ext cx="3269347" cy="1212927"/>
      </dsp:txXfrm>
    </dsp:sp>
  </dsp:spTree>
</dsp:drawing>
</file>

<file path=ppt/diagrams/layout1.xml><?xml version="1.0" encoding="utf-8"?>
<dgm:layoutDef xmlns:dgm="http://schemas.openxmlformats.org/drawingml/2006/diagram" xmlns:a="http://schemas.openxmlformats.org/drawingml/2006/main" uniqueId="urn:microsoft.com/office/officeart/2026/layout/TextCardShortLine">
  <dgm:title val=""/>
  <dgm:desc val=""/>
  <dgm:catLst>
    <dgm:cat type="textcard" pri="104"/>
  </dgm:catLst>
  <dgm:sampData>
    <dgm:dataModel>
      <dgm:ptLst>
        <dgm:pt modelId="0" type="doc"/>
        <dgm:pt modelId="10">
          <dgm:prSet phldrT="Title" phldr="1"/>
        </dgm:pt>
        <dgm:pt modelId="11">
          <dgm:prSet phldrT="Description" phldr="1"/>
        </dgm:pt>
        <dgm:pt modelId="20">
          <dgm:prSet phldrT="Title" phldr="1"/>
        </dgm:pt>
        <dgm:pt modelId="21">
          <dgm:prSet phldrT="Description" phldr="1"/>
        </dgm:pt>
        <dgm:pt modelId="30">
          <dgm:prSet phldrT="Title" phldr="1"/>
        </dgm:pt>
        <dgm:pt modelId="31">
          <dgm:prSet phldrT="Description" phldr="1"/>
        </dgm:pt>
      </dgm:ptLst>
      <dgm:cxnLst>
        <dgm:cxn modelId="100" srcId="0" destId="10" srcOrd="0" destOrd="0"/>
        <dgm:cxn modelId="101" srcId="10" destId="11" srcOrd="0" destOrd="0"/>
        <dgm:cxn modelId="102" srcId="0" destId="20" srcOrd="1" destOrd="0"/>
        <dgm:cxn modelId="103" srcId="20" destId="21" srcOrd="0" destOrd="0"/>
        <dgm:cxn modelId="104" srcId="0" destId="30" srcOrd="2" destOrd="0"/>
        <dgm:cxn modelId="105" srcId="30" destId="31" srcOrd="0" destOrd="0"/>
      </dgm:cxn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choose name="RowBalLTR">
          <dgm:if name="RB1" axis="ch" ptType="node" func="cnt" op="lte" val="4">
            <dgm:alg type="snake">
              <dgm:param type="grDir" val="tL"/>
              <dgm:param type="flowDir" val="row"/>
              <dgm:param type="contDir" val="sameDir"/>
              <dgm:param type="off" val="off"/>
              <dgm:param type="vertAlign" val="mid"/>
              <dgm:param type="horzAlign" val="ctr"/>
            </dgm:alg>
          </dgm:if>
          <dgm:else name="RB2">
            <dgm:alg type="snake">
              <dgm:param type="grDir" val="tL"/>
              <dgm:param type="flowDir" val="row"/>
              <dgm:param type="contDir" val="sameDir"/>
              <dgm:param type="off" val="off"/>
              <dgm:param type="vertAlign" val="mid"/>
              <dgm:param type="horzAlign" val="ctr"/>
              <dgm:param type="bkpt" val="bal"/>
            </dgm:alg>
          </dgm:else>
        </dgm:choose>
      </dgm:if>
      <dgm:else name="Name2">
        <dgm:choose name="RowBalRTL">
          <dgm:if name="RB3" axis="ch" ptType="node" func="cnt" op="lte" val="4">
            <dgm:alg type="snake">
              <dgm:param type="grDir" val="tR"/>
              <dgm:param type="flowDir" val="row"/>
              <dgm:param type="contDir" val="sameDir"/>
              <dgm:param type="off" val="off"/>
              <dgm:param type="vertAlign" val="mid"/>
              <dgm:param type="horzAlign" val="ctr"/>
            </dgm:alg>
          </dgm:if>
          <dgm:else name="RB4">
            <dgm:alg type="snake">
              <dgm:param type="grDir" val="tR"/>
              <dgm:param type="flowDir" val="row"/>
              <dgm:param type="contDir" val="sameDir"/>
              <dgm:param type="off" val="off"/>
              <dgm:param type="vertAlign" val="mid"/>
              <dgm:param type="horzAlign" val="ctr"/>
              <dgm:param type="bkpt" val="bal"/>
            </dgm:alg>
          </dgm:else>
        </dgm:choose>
      </dgm:else>
    </dgm:choose>
    <dgm:shape xmlns:r="http://schemas.openxmlformats.org/officeDocument/2006/relationships" r:blip="">
      <dgm:adjLst/>
    </dgm:shape>
    <dgm:presOf/>
    <dgm:choose name="Name3">
      <dgm:if name="Name4" axis="ch" ptType="node" func="cnt" op="lte" val="2">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 axis="ch" ptType="node" func="cnt" op="lte" val="3">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b" axis="ch" ptType="node" func="cnt" op="lte" val="4">
        <dgm:constrLst>
          <dgm:constr type="w" for="ch" forName="compNode" refType="w" fact="0.22"/>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6" axis="ch" ptType="node" func="cnt" op="lte" val="6">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else name="Name7">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else>
    </dgm:choose>
    <dgm:ruleLst>
      <dgm:rule type="h"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l" for="ch" forName="accentLine"/>
          <dgm:constr type="t" for="ch" forName="accentLine"/>
          <dgm:constr type="w" for="ch" forName="accentLine" refType="w" fact="0.22"/>
          <dgm:constr type="h" for="ch" forName="accentLine" refType="h" fact="0.012"/>
          <dgm:constr type="l" for="ch" forName="titleText"/>
          <dgm:constr type="t" for="ch" forName="titleText" refType="h" fact="0.083"/>
          <dgm:constr type="w" for="ch" forName="titleText" refType="w"/>
          <dgm:constr type="h" for="ch" forName="titleText" refType="h" fact="0.223"/>
          <dgm:constr type="l" for="ch" forName="bodyText"/>
          <dgm:constr type="t" for="ch" forName="bodyText" refType="h" fact="0.306"/>
          <dgm:constr type="w" for="ch" forName="bodyText" refType="w"/>
          <dgm:constr type="h" for="ch" forName="bodyText" refType="h" fact="0.694"/>
        </dgm:constrLst>
        <dgm:ruleLst/>
        <dgm:layoutNode name="accentLine" styleLbl="dkBgShp">
          <dgm:alg type="sp"/>
          <dgm:shape xmlns:r="http://schemas.openxmlformats.org/officeDocument/2006/relationships" type="rect" r:blip="">
            <dgm:adjLst/>
            <dgm:extLst>
              <a:ext uri="{B698B0E9-8C71-41B9-8309-B3DCBF30829C}">
                <dgm1612:spPr xmlns:dgm1612="http://schemas.microsoft.com/office/drawing/2016/12/diagram">
                  <a:solidFill>
                    <a:schemeClr val="accent1"/>
                  </a:solidFill>
                </dgm1612:spPr>
              </a:ext>
            </dgm:extLst>
          </dgm:shape>
          <dgm:presOf/>
          <dgm:constrLst/>
          <dgm:ruleLst/>
        </dgm:layoutNode>
        <dgm:layoutNode name="titleText" styleLbl="revTx">
          <dgm:varLst>
            <dgm:chMax val="0"/>
            <dgm:chPref val="0"/>
          </dgm:varLst>
          <dgm:alg type="tx">
            <dgm:param type="txAnchorVert" val="mid"/>
            <dgm:param type="parTxLTRAlign" val="l"/>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8" fact="NaN" max="NaN"/>
          </dgm:ruleLst>
        </dgm:layoutNode>
        <dgm:layoutNode name="bodyText" styleLbl="revTx">
          <dgm:varLst>
            <dgm:chMax val="0"/>
            <dgm:chPref val="0"/>
          </dgm:varLst>
          <dgm:alg type="tx">
            <dgm:param type="txAnchorVert" val="t"/>
            <dgm:param type="parTxLTRAlign" val="l"/>
          </dgm:alg>
          <dgm:shape xmlns:r="http://schemas.openxmlformats.org/officeDocument/2006/relationships" type="rect" r:blip="">
            <dgm:adjLst/>
          </dgm:shape>
          <dgm:presOf axis="des" ptType="node"/>
          <dgm:constrLst>
            <dgm:constr type="lMarg"/>
            <dgm:constr type="rMarg"/>
            <dgm:constr type="tMarg"/>
            <dgm:constr type="bMarg"/>
          </dgm:constrLst>
          <dgm:ruleLst>
            <dgm:rule type="primFontSz" val="7"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4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9/4/2026</a:t>
            </a:fld>
            <a:endParaRPr lang="en-US"/>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9/4/2026</a:t>
            </a:fld>
            <a:endParaRPr lang="en-US"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68680" y="804672"/>
            <a:ext cx="10460736" cy="3255264"/>
          </a:xfrm>
        </p:spPr>
        <p:txBody>
          <a:bodyPr anchor="b">
            <a:noAutofit/>
          </a:bodyPr>
          <a:lstStyle>
            <a:lvl1pPr algn="ctr">
              <a:defRPr sz="7200" b="0">
                <a:solidFill>
                  <a:schemeClr val="accent1">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userDrawn="1">
            <p:ph type="body" sz="quarter" idx="13"/>
          </p:nvPr>
        </p:nvSpPr>
        <p:spPr>
          <a:xfrm>
            <a:off x="3081573" y="4526280"/>
            <a:ext cx="6028854" cy="914400"/>
          </a:xfrm>
        </p:spPr>
        <p:txBody>
          <a:bodyPr anchor="t">
            <a:normAutofit/>
          </a:bodyPr>
          <a:lstStyle>
            <a:lvl1pPr marL="0" indent="0" algn="ctr">
              <a:buNone/>
              <a:defRPr sz="1600" b="0" i="0" cap="all" spc="300" baseline="0">
                <a:solidFill>
                  <a:schemeClr val="accent1">
                    <a:lumMod val="20000"/>
                    <a:lumOff val="80000"/>
                  </a:schemeClr>
                </a:solidFill>
              </a:defRPr>
            </a:lvl1pPr>
          </a:lstStyle>
          <a:p>
            <a:pPr lvl="0"/>
            <a:r>
              <a:rPr lang="en-US" noProof="0"/>
              <a:t>Click to edit Master text styles</a:t>
            </a:r>
          </a:p>
        </p:txBody>
      </p:sp>
      <p:sp>
        <p:nvSpPr>
          <p:cNvPr id="21" name="Rectangle 20">
            <a:extLst>
              <a:ext uri="{FF2B5EF4-FFF2-40B4-BE49-F238E27FC236}">
                <a16:creationId xmlns:a16="http://schemas.microsoft.com/office/drawing/2014/main" id="{2123959E-C8AF-2C32-A4AC-D79C711CACEF}"/>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8" name="Group 47">
            <a:extLst>
              <a:ext uri="{FF2B5EF4-FFF2-40B4-BE49-F238E27FC236}">
                <a16:creationId xmlns:a16="http://schemas.microsoft.com/office/drawing/2014/main" id="{1991AA11-ABBF-BFA0-AACD-5E0262702116}"/>
              </a:ext>
            </a:extLst>
          </p:cNvPr>
          <p:cNvGrpSpPr/>
          <p:nvPr userDrawn="1"/>
        </p:nvGrpSpPr>
        <p:grpSpPr>
          <a:xfrm>
            <a:off x="6096000" y="327025"/>
            <a:ext cx="0" cy="6203950"/>
            <a:chOff x="6096000" y="327025"/>
            <a:chExt cx="0" cy="6203950"/>
          </a:xfrm>
        </p:grpSpPr>
        <p:cxnSp>
          <p:nvCxnSpPr>
            <p:cNvPr id="49" name="Straight Connector 48">
              <a:extLst>
                <a:ext uri="{FF2B5EF4-FFF2-40B4-BE49-F238E27FC236}">
                  <a16:creationId xmlns:a16="http://schemas.microsoft.com/office/drawing/2014/main" id="{8CB6BE39-5971-4916-1DD7-91D7C3F31234}"/>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CD84773-7D11-C9D4-A19C-4265A176EBAA}"/>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66819956"/>
      </p:ext>
    </p:extLst>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9" y="853333"/>
            <a:ext cx="4920342" cy="5151334"/>
          </a:xfrm>
        </p:spPr>
        <p:txBody>
          <a:bodyPr anchor="ctr"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EC2FAC39-06DA-FEF0-2302-B02B7C1CD3B1}"/>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9" name="Date Placeholder 3">
            <a:extLst>
              <a:ext uri="{FF2B5EF4-FFF2-40B4-BE49-F238E27FC236}">
                <a16:creationId xmlns:a16="http://schemas.microsoft.com/office/drawing/2014/main" id="{6244C766-4DBD-CE50-9374-1427F1FAE856}"/>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0B4AC9CD-0374-4BE7-8481-7982C4A3E9D1}" type="datetime1">
              <a:rPr lang="en-US" smtClean="0"/>
              <a:t>9/4/2026</a:t>
            </a:fld>
            <a:endParaRPr lang="en-US" dirty="0"/>
          </a:p>
        </p:txBody>
      </p:sp>
    </p:spTree>
    <p:extLst>
      <p:ext uri="{BB962C8B-B14F-4D97-AF65-F5344CB8AC3E}">
        <p14:creationId xmlns:p14="http://schemas.microsoft.com/office/powerpoint/2010/main" val="1000826755"/>
      </p:ext>
    </p:extLst>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0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5151334"/>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8" name="Picture Placeholder 7">
            <a:extLst>
              <a:ext uri="{FF2B5EF4-FFF2-40B4-BE49-F238E27FC236}">
                <a16:creationId xmlns:a16="http://schemas.microsoft.com/office/drawing/2014/main" id="{402CFA45-BBBD-162A-70AD-0B375405784D}"/>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722515"/>
      </p:ext>
    </p:extLst>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9154-5D3B-2CDD-4D46-FD8867EFC004}"/>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8" y="853333"/>
            <a:ext cx="4997631" cy="5151334"/>
          </a:xfrm>
        </p:spPr>
        <p:txBody>
          <a:bodyPr anchor="ctr" anchorCtr="0">
            <a:normAutofit/>
          </a:bodyPr>
          <a:lstStyle>
            <a:lvl1pPr marL="0" indent="0">
              <a:lnSpc>
                <a:spcPct val="100000"/>
              </a:lnSpc>
              <a:buFont typeface="Arial" panose="020B0604020202020204" pitchFamily="34" charset="0"/>
              <a:buNone/>
              <a:defRPr lang="en-US" sz="2000" kern="1200" dirty="0">
                <a:solidFill>
                  <a:schemeClr val="tx1"/>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024DDF44-6A4A-DA03-A8BE-598DC99E8900}"/>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3" name="Date Placeholder 3">
            <a:extLst>
              <a:ext uri="{FF2B5EF4-FFF2-40B4-BE49-F238E27FC236}">
                <a16:creationId xmlns:a16="http://schemas.microsoft.com/office/drawing/2014/main" id="{27F1B34D-5253-5267-DEAA-572BCF19BF8A}"/>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222400DF-651A-4479-9C74-9CDA47151016}" type="datetime1">
              <a:rPr lang="en-US" smtClean="0"/>
              <a:t>9/4/2026</a:t>
            </a:fld>
            <a:endParaRPr lang="en-US" dirty="0"/>
          </a:p>
        </p:txBody>
      </p:sp>
    </p:spTree>
    <p:extLst>
      <p:ext uri="{BB962C8B-B14F-4D97-AF65-F5344CB8AC3E}">
        <p14:creationId xmlns:p14="http://schemas.microsoft.com/office/powerpoint/2010/main" val="1456234200"/>
      </p:ext>
    </p:extLst>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0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3939646"/>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Text Placeholder 14">
            <a:extLst>
              <a:ext uri="{FF2B5EF4-FFF2-40B4-BE49-F238E27FC236}">
                <a16:creationId xmlns:a16="http://schemas.microsoft.com/office/drawing/2014/main" id="{4F555129-A180-DABF-24A6-1FBDA958D770}"/>
              </a:ext>
            </a:extLst>
          </p:cNvPr>
          <p:cNvSpPr>
            <a:spLocks noGrp="1"/>
          </p:cNvSpPr>
          <p:nvPr>
            <p:ph type="body" sz="quarter" idx="13"/>
          </p:nvPr>
        </p:nvSpPr>
        <p:spPr>
          <a:xfrm>
            <a:off x="838199" y="5029200"/>
            <a:ext cx="4844143" cy="1169761"/>
          </a:xfrm>
        </p:spPr>
        <p:txBody>
          <a:bodyPr anchor="b">
            <a:normAutofit/>
          </a:bodyPr>
          <a:lstStyle>
            <a:lvl1pPr marL="0" indent="0" algn="l">
              <a:buNone/>
              <a:defRPr sz="1800" b="0" i="0" cap="all" spc="300" baseline="0">
                <a:solidFill>
                  <a:schemeClr val="accent1">
                    <a:lumMod val="20000"/>
                    <a:lumOff val="80000"/>
                  </a:schemeClr>
                </a:solidFill>
              </a:defRPr>
            </a:lvl1pPr>
          </a:lstStyle>
          <a:p>
            <a:pPr lvl="0"/>
            <a:r>
              <a:rPr lang="en-US" noProof="0"/>
              <a:t>Click to edit Master text styles</a:t>
            </a:r>
          </a:p>
        </p:txBody>
      </p:sp>
      <p:sp>
        <p:nvSpPr>
          <p:cNvPr id="5" name="Picture Placeholder 4">
            <a:extLst>
              <a:ext uri="{FF2B5EF4-FFF2-40B4-BE49-F238E27FC236}">
                <a16:creationId xmlns:a16="http://schemas.microsoft.com/office/drawing/2014/main" id="{7E309519-3E22-556C-E01C-12137A86C950}"/>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60000"/>
                <a:lumOff val="4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6933531"/>
      </p:ext>
    </p:extLst>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567DDB1-50BA-053F-5044-13CD972E03B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E0F5E438-B3C9-C45F-E900-E6E1E3E8DB1B}"/>
              </a:ext>
            </a:extLst>
          </p:cNvPr>
          <p:cNvSpPr>
            <a:spLocks noGrp="1"/>
          </p:cNvSpPr>
          <p:nvPr>
            <p:ph sz="half" idx="13"/>
          </p:nvPr>
        </p:nvSpPr>
        <p:spPr>
          <a:xfrm>
            <a:off x="838200" y="3813681"/>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509656" y="850392"/>
            <a:ext cx="4844144" cy="5404104"/>
          </a:xfrm>
        </p:spPr>
        <p:txBody>
          <a:bodyPr>
            <a:normAutofit/>
          </a:bodyPr>
          <a:lstStyle>
            <a:lvl1pPr marL="0" indent="0">
              <a:lnSpc>
                <a:spcPct val="100000"/>
              </a:lnSpc>
              <a:buNone/>
              <a:defRPr sz="2400">
                <a:solidFill>
                  <a:schemeClr val="tx1"/>
                </a:solidFill>
              </a:defRPr>
            </a:lvl1pPr>
            <a:lvl2pPr marL="800100" indent="-342900">
              <a:lnSpc>
                <a:spcPct val="100000"/>
              </a:lnSpc>
              <a:buFont typeface="Arial" panose="020B0604020202020204" pitchFamily="34" charset="0"/>
              <a:buChar char="•"/>
              <a:defRPr sz="2400">
                <a:solidFill>
                  <a:schemeClr val="tx1"/>
                </a:solidFill>
              </a:defRPr>
            </a:lvl2pPr>
            <a:lvl3pPr marL="1257300" indent="-342900">
              <a:lnSpc>
                <a:spcPct val="100000"/>
              </a:lnSpc>
              <a:buFont typeface="Arial" panose="020B0604020202020204" pitchFamily="34" charset="0"/>
              <a:buChar char="•"/>
              <a:defRPr sz="2400">
                <a:solidFill>
                  <a:schemeClr val="tx1"/>
                </a:solidFill>
              </a:defRPr>
            </a:lvl3pPr>
            <a:lvl4pPr marL="1714500" indent="-342900">
              <a:lnSpc>
                <a:spcPct val="100000"/>
              </a:lnSpc>
              <a:buFont typeface="Arial" panose="020B0604020202020204" pitchFamily="34" charset="0"/>
              <a:buChar char="•"/>
              <a:defRPr sz="2400">
                <a:solidFill>
                  <a:schemeClr val="tx1"/>
                </a:solidFill>
              </a:defRPr>
            </a:lvl4pPr>
            <a:lvl5pPr marL="2171700" indent="-342900">
              <a:lnSpc>
                <a:spcPct val="100000"/>
              </a:lnSpc>
              <a:buFont typeface="Arial" panose="020B0604020202020204" pitchFamily="34" charset="0"/>
              <a:buChar char="•"/>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779B0408-F353-B756-0CA4-644E881D17F4}"/>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5" name="Date Placeholder 3">
            <a:extLst>
              <a:ext uri="{FF2B5EF4-FFF2-40B4-BE49-F238E27FC236}">
                <a16:creationId xmlns:a16="http://schemas.microsoft.com/office/drawing/2014/main" id="{AD520D91-492B-A641-A848-BEB3248265F5}"/>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1201FEBF-D140-4633-9B70-3A503CA61AD4}" type="datetime1">
              <a:rPr lang="en-US" smtClean="0"/>
              <a:t>9/4/2026</a:t>
            </a:fld>
            <a:endParaRPr lang="en-US" dirty="0"/>
          </a:p>
        </p:txBody>
      </p:sp>
    </p:spTree>
    <p:extLst>
      <p:ext uri="{BB962C8B-B14F-4D97-AF65-F5344CB8AC3E}">
        <p14:creationId xmlns:p14="http://schemas.microsoft.com/office/powerpoint/2010/main" val="252903180"/>
      </p:ext>
    </p:extLst>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1">
            <a:lumMod val="20000"/>
            <a:lumOff val="80000"/>
          </a:schemeClr>
        </a:solidFill>
        <a:effectLst/>
      </p:bgPr>
    </p:bg>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ACD9AFCA-1D1A-D583-A3C7-F086816A2315}"/>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4606A35E-DBB6-E5DF-F837-92E894DDB6D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3">
            <a:extLst>
              <a:ext uri="{FF2B5EF4-FFF2-40B4-BE49-F238E27FC236}">
                <a16:creationId xmlns:a16="http://schemas.microsoft.com/office/drawing/2014/main" id="{0899541C-E35F-E909-EAA3-7931F9A15E4A}"/>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
            <a:extLst>
              <a:ext uri="{FF2B5EF4-FFF2-40B4-BE49-F238E27FC236}">
                <a16:creationId xmlns:a16="http://schemas.microsoft.com/office/drawing/2014/main" id="{9DB7DBB6-A2E9-1B6C-7928-330959C46249}"/>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9" name="Footer Placeholder 4">
            <a:extLst>
              <a:ext uri="{FF2B5EF4-FFF2-40B4-BE49-F238E27FC236}">
                <a16:creationId xmlns:a16="http://schemas.microsoft.com/office/drawing/2014/main" id="{2D560E12-0714-B7BE-9ED4-842720026BED}"/>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Tree>
    <p:extLst>
      <p:ext uri="{BB962C8B-B14F-4D97-AF65-F5344CB8AC3E}">
        <p14:creationId xmlns:p14="http://schemas.microsoft.com/office/powerpoint/2010/main" val="3179846499"/>
      </p:ext>
    </p:extLst>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0" indent="0">
              <a:lnSpc>
                <a:spcPct val="100000"/>
              </a:lnSpc>
              <a:buFont typeface="Arial" panose="020B0604020202020204" pitchFamily="34" charset="0"/>
              <a:buNone/>
              <a:defRPr lang="en-US" sz="2400" b="1" kern="1200" dirty="0">
                <a:solidFill>
                  <a:schemeClr val="accent3"/>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A0033C0F-A5E1-BC81-421E-44E417A29822}"/>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4" name="Date Placeholder 3">
            <a:extLst>
              <a:ext uri="{FF2B5EF4-FFF2-40B4-BE49-F238E27FC236}">
                <a16:creationId xmlns:a16="http://schemas.microsoft.com/office/drawing/2014/main" id="{AEBBC30C-0776-B059-2CBB-EE2982ECB7D2}"/>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B63BE472-3891-4216-B770-F52E53667131}" type="datetime1">
              <a:rPr lang="en-US" smtClean="0"/>
              <a:t>9/4/2026</a:t>
            </a:fld>
            <a:endParaRPr lang="en-US" dirty="0"/>
          </a:p>
        </p:txBody>
      </p:sp>
    </p:spTree>
    <p:extLst>
      <p:ext uri="{BB962C8B-B14F-4D97-AF65-F5344CB8AC3E}">
        <p14:creationId xmlns:p14="http://schemas.microsoft.com/office/powerpoint/2010/main" val="1778875885"/>
      </p:ext>
    </p:extLst>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BE7B972-F1A2-D06A-182F-39D29608A679}"/>
              </a:ext>
            </a:extLst>
          </p:cNvPr>
          <p:cNvSpPr>
            <a:spLocks noGrp="1"/>
          </p:cNvSpPr>
          <p:nvPr>
            <p:ph sz="quarter" idx="13"/>
          </p:nvPr>
        </p:nvSpPr>
        <p:spPr>
          <a:xfrm>
            <a:off x="837521" y="3880757"/>
            <a:ext cx="4844142" cy="212316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7">
            <a:extLst>
              <a:ext uri="{FF2B5EF4-FFF2-40B4-BE49-F238E27FC236}">
                <a16:creationId xmlns:a16="http://schemas.microsoft.com/office/drawing/2014/main" id="{36484A33-80F1-829D-3F76-3176D5B8D516}"/>
              </a:ext>
            </a:extLst>
          </p:cNvPr>
          <p:cNvSpPr>
            <a:spLocks noGrp="1"/>
          </p:cNvSpPr>
          <p:nvPr>
            <p:ph sz="quarter" idx="16"/>
          </p:nvPr>
        </p:nvSpPr>
        <p:spPr>
          <a:xfrm>
            <a:off x="6509658" y="850392"/>
            <a:ext cx="4844142" cy="515353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E3E568F1-97D8-9686-E47A-F520BE6B136B}"/>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2" name="Date Placeholder 3">
            <a:extLst>
              <a:ext uri="{FF2B5EF4-FFF2-40B4-BE49-F238E27FC236}">
                <a16:creationId xmlns:a16="http://schemas.microsoft.com/office/drawing/2014/main" id="{274116E6-D006-0D1F-861D-2B50A4E1D5E4}"/>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92C9618A-2189-4802-BD34-F288EF802528}" type="datetime1">
              <a:rPr lang="en-US" smtClean="0"/>
              <a:t>9/4/2026</a:t>
            </a:fld>
            <a:endParaRPr lang="en-US" dirty="0"/>
          </a:p>
        </p:txBody>
      </p:sp>
    </p:spTree>
    <p:extLst>
      <p:ext uri="{BB962C8B-B14F-4D97-AF65-F5344CB8AC3E}">
        <p14:creationId xmlns:p14="http://schemas.microsoft.com/office/powerpoint/2010/main" val="2657380100"/>
      </p:ext>
    </p:extLst>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accent3"/>
                </a:solidFill>
                <a:latin typeface="+mj-lt"/>
                <a:ea typeface="+mj-ea"/>
                <a:cs typeface="+mj-cs"/>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0AFDFBEE-19C9-1F3E-D9C5-CE7C9A3CDE11}"/>
              </a:ext>
            </a:extLst>
          </p:cNvPr>
          <p:cNvSpPr>
            <a:spLocks noGrp="1"/>
          </p:cNvSpPr>
          <p:nvPr>
            <p:ph sz="quarter" idx="14"/>
          </p:nvPr>
        </p:nvSpPr>
        <p:spPr>
          <a:xfrm>
            <a:off x="837520" y="2651758"/>
            <a:ext cx="10515601" cy="3466725"/>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4">
            <a:extLst>
              <a:ext uri="{FF2B5EF4-FFF2-40B4-BE49-F238E27FC236}">
                <a16:creationId xmlns:a16="http://schemas.microsoft.com/office/drawing/2014/main" id="{0694F3BC-3534-81A8-CF89-6C667BDFE3BA}"/>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DAD02BD2-09CD-274D-9F5F-AD0DCD9B1580}"/>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F9880A97-BB72-4C49-B020-C005FF9D43B4}" type="datetime1">
              <a:rPr lang="en-US" smtClean="0"/>
              <a:t>9/4/2026</a:t>
            </a:fld>
            <a:endParaRPr lang="en-US" dirty="0"/>
          </a:p>
        </p:txBody>
      </p:sp>
    </p:spTree>
    <p:extLst>
      <p:ext uri="{BB962C8B-B14F-4D97-AF65-F5344CB8AC3E}">
        <p14:creationId xmlns:p14="http://schemas.microsoft.com/office/powerpoint/2010/main" val="2860902648"/>
      </p:ext>
    </p:extLst>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0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1704181" y="2167821"/>
            <a:ext cx="8783638" cy="2522359"/>
          </a:xfrm>
        </p:spPr>
        <p:txBody>
          <a:bodyPr anchor="ctr">
            <a:noAutofit/>
          </a:bodyPr>
          <a:lstStyle>
            <a:lvl1pPr algn="ctr">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Rectangle 2">
            <a:extLst>
              <a:ext uri="{FF2B5EF4-FFF2-40B4-BE49-F238E27FC236}">
                <a16:creationId xmlns:a16="http://schemas.microsoft.com/office/drawing/2014/main" id="{96DACFE4-8E78-B00D-57EB-B4DF9B274276}"/>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 name="Group 3">
            <a:extLst>
              <a:ext uri="{FF2B5EF4-FFF2-40B4-BE49-F238E27FC236}">
                <a16:creationId xmlns:a16="http://schemas.microsoft.com/office/drawing/2014/main" id="{EF81E591-3873-6FE4-95EB-DA604EDF9EBC}"/>
              </a:ext>
            </a:extLst>
          </p:cNvPr>
          <p:cNvGrpSpPr/>
          <p:nvPr userDrawn="1"/>
        </p:nvGrpSpPr>
        <p:grpSpPr>
          <a:xfrm>
            <a:off x="6096000" y="327025"/>
            <a:ext cx="0" cy="6203950"/>
            <a:chOff x="6096000" y="327025"/>
            <a:chExt cx="0" cy="6203950"/>
          </a:xfrm>
        </p:grpSpPr>
        <p:cxnSp>
          <p:nvCxnSpPr>
            <p:cNvPr id="5" name="Straight Connector 4">
              <a:extLst>
                <a:ext uri="{FF2B5EF4-FFF2-40B4-BE49-F238E27FC236}">
                  <a16:creationId xmlns:a16="http://schemas.microsoft.com/office/drawing/2014/main" id="{0A7C9956-6C25-EB39-6997-F949957C62D7}"/>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88B0979-92D8-B3DF-EEC8-6ACC5604FAFF}"/>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2610648"/>
      </p:ext>
    </p:extLst>
  </p:cSld>
  <p:clrMapOvr>
    <a:masterClrMapping/>
  </p:clrMapOvr>
  <p:transition spd="slow">
    <p:push dir="u"/>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7">
            <a:extLst>
              <a:ext uri="{FF2B5EF4-FFF2-40B4-BE49-F238E27FC236}">
                <a16:creationId xmlns:a16="http://schemas.microsoft.com/office/drawing/2014/main" id="{0DA40DDB-ECC4-BF05-805D-56550EB8CB9B}"/>
              </a:ext>
            </a:extLst>
          </p:cNvPr>
          <p:cNvSpPr>
            <a:spLocks noGrp="1"/>
          </p:cNvSpPr>
          <p:nvPr>
            <p:ph sz="quarter" idx="15"/>
          </p:nvPr>
        </p:nvSpPr>
        <p:spPr>
          <a:xfrm>
            <a:off x="837521" y="3813681"/>
            <a:ext cx="4844142" cy="2188317"/>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342900" indent="-342900">
              <a:lnSpc>
                <a:spcPct val="100000"/>
              </a:lnSpc>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1pPr>
            <a:lvl2pPr marL="347472"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2pPr>
            <a:lvl3pPr marL="731520" indent="-342900">
              <a:lnSpc>
                <a:spcPct val="100000"/>
              </a:lnSpc>
              <a:spcBef>
                <a:spcPts val="1000"/>
              </a:spcBef>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3pPr>
            <a:lvl4pPr marL="731520"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4pPr>
            <a:lvl5pPr marL="1097280" indent="-342900">
              <a:lnSpc>
                <a:spcPct val="100000"/>
              </a:lnSpc>
              <a:spcBef>
                <a:spcPts val="1000"/>
              </a:spcBef>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Footer Placeholder 4">
            <a:extLst>
              <a:ext uri="{FF2B5EF4-FFF2-40B4-BE49-F238E27FC236}">
                <a16:creationId xmlns:a16="http://schemas.microsoft.com/office/drawing/2014/main" id="{14585FEF-898A-BE20-0E49-7060E3A08DBE}"/>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0CAC8CAA-7BE1-C6AD-8CAA-7EF23C3F3856}"/>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8B1E16E5-E5E5-4583-9AF7-83D9607A8145}" type="datetime1">
              <a:rPr lang="en-US" smtClean="0"/>
              <a:t>9/4/2026</a:t>
            </a:fld>
            <a:endParaRPr lang="en-US" dirty="0"/>
          </a:p>
        </p:txBody>
      </p:sp>
    </p:spTree>
    <p:extLst>
      <p:ext uri="{BB962C8B-B14F-4D97-AF65-F5344CB8AC3E}">
        <p14:creationId xmlns:p14="http://schemas.microsoft.com/office/powerpoint/2010/main" val="3112972561"/>
      </p:ext>
    </p:extLst>
  </p:cSld>
  <p:clrMapOvr>
    <a:masterClrMapping/>
  </p:clrMapOvr>
  <p:transition spd="slow">
    <p:push dir="u"/>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754505" y="1013460"/>
            <a:ext cx="8682990" cy="2230802"/>
          </a:xfrm>
        </p:spPr>
        <p:txBody>
          <a:bodyPr anchor="b">
            <a:normAutofit/>
          </a:bodyPr>
          <a:lstStyle>
            <a:lvl1pPr algn="ctr">
              <a:defRPr sz="48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1754505" y="3429000"/>
            <a:ext cx="8682989" cy="2230802"/>
          </a:xfrm>
        </p:spPr>
        <p:txBody>
          <a:bodyPr anchor="t"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754007"/>
      </p:ext>
    </p:extLst>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latin typeface="Yu Gothic UI Semilight" panose="020B0400000000000000" pitchFamily="34" charset="-128"/>
              </a:defRPr>
            </a:lvl1pPr>
          </a:lstStyle>
          <a:p>
            <a:fld id="{3CA3B387-33D3-4D27-BE27-9B85ACC6AC8A}" type="datetime1">
              <a:rPr lang="en-US" smtClean="0"/>
              <a:pPr/>
              <a:t>9/4/2026</a:t>
            </a:fld>
            <a:endParaRPr lang="en-US" dirty="0"/>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latin typeface="Yu Gothic UI Semilight" panose="020B0400000000000000" pitchFamily="34" charset="-128"/>
              </a:defRPr>
            </a:lvl1pPr>
          </a:lstStyle>
          <a:p>
            <a:endParaRPr lang="en-US" dirty="0"/>
          </a:p>
        </p:txBody>
      </p:sp>
      <p:sp>
        <p:nvSpPr>
          <p:cNvPr id="5" name="Rectangle 4">
            <a:extLst>
              <a:ext uri="{FF2B5EF4-FFF2-40B4-BE49-F238E27FC236}">
                <a16:creationId xmlns:a16="http://schemas.microsoft.com/office/drawing/2014/main" id="{BF608E0E-05B9-F221-80C3-04CA4E4ABA35}"/>
              </a:ext>
            </a:extLst>
          </p:cNvPr>
          <p:cNvSpPr/>
          <p:nvPr userDrawn="1"/>
        </p:nvSpPr>
        <p:spPr>
          <a:xfrm>
            <a:off x="361950" y="327025"/>
            <a:ext cx="11468100" cy="6203950"/>
          </a:xfrm>
          <a:prstGeom prst="rect">
            <a:avLst/>
          </a:prstGeom>
          <a:noFill/>
          <a:ln w="28575" cap="flat">
            <a:solidFill>
              <a:schemeClr val="accent3"/>
            </a:solidFill>
            <a:prstDash val="solid"/>
            <a:miter/>
          </a:ln>
        </p:spPr>
        <p:txBody>
          <a:bodyPr rtlCol="0" anchor="ctr"/>
          <a:lstStyle/>
          <a:p>
            <a:pPr algn="l"/>
            <a:endParaRPr lang="en-US" dirty="0">
              <a:latin typeface="Yu Gothic UI Semilight" panose="020B0400000000000000" pitchFamily="34" charset="-128"/>
            </a:endParaRPr>
          </a:p>
        </p:txBody>
      </p:sp>
      <p:grpSp>
        <p:nvGrpSpPr>
          <p:cNvPr id="45" name="Group 44">
            <a:extLst>
              <a:ext uri="{FF2B5EF4-FFF2-40B4-BE49-F238E27FC236}">
                <a16:creationId xmlns:a16="http://schemas.microsoft.com/office/drawing/2014/main" id="{0D2231DE-625E-E718-1111-43464C19E14D}"/>
              </a:ext>
            </a:extLst>
          </p:cNvPr>
          <p:cNvGrpSpPr/>
          <p:nvPr userDrawn="1"/>
        </p:nvGrpSpPr>
        <p:grpSpPr>
          <a:xfrm>
            <a:off x="6096000" y="327025"/>
            <a:ext cx="0" cy="6203950"/>
            <a:chOff x="6096000" y="327025"/>
            <a:chExt cx="0" cy="6203950"/>
          </a:xfrm>
        </p:grpSpPr>
        <p:cxnSp>
          <p:nvCxnSpPr>
            <p:cNvPr id="46" name="Straight Connector 45">
              <a:extLst>
                <a:ext uri="{FF2B5EF4-FFF2-40B4-BE49-F238E27FC236}">
                  <a16:creationId xmlns:a16="http://schemas.microsoft.com/office/drawing/2014/main" id="{DC307328-46EA-E83E-5BCB-1C57369D3ACD}"/>
                </a:ext>
              </a:extLst>
            </p:cNvPr>
            <p:cNvCxnSpPr>
              <a:cxnSpLocks/>
            </p:cNvCxnSpPr>
            <p:nvPr/>
          </p:nvCxnSpPr>
          <p:spPr>
            <a:xfrm flipV="1">
              <a:off x="6096000" y="6281057"/>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603F6C5-78F9-FA16-B62C-389A70997BE3}"/>
                </a:ext>
              </a:extLst>
            </p:cNvPr>
            <p:cNvCxnSpPr>
              <a:cxnSpLocks/>
            </p:cNvCxnSpPr>
            <p:nvPr/>
          </p:nvCxnSpPr>
          <p:spPr>
            <a:xfrm flipV="1">
              <a:off x="6096000" y="327025"/>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18" r:id="rId3"/>
    <p:sldLayoutId id="2147483712" r:id="rId4"/>
    <p:sldLayoutId id="2147483719" r:id="rId5"/>
    <p:sldLayoutId id="2147483705" r:id="rId6"/>
    <p:sldLayoutId id="2147483713" r:id="rId7"/>
    <p:sldLayoutId id="2147483699" r:id="rId8"/>
    <p:sldLayoutId id="2147483716" r:id="rId9"/>
    <p:sldLayoutId id="2147483702" r:id="rId10"/>
    <p:sldLayoutId id="2147483714" r:id="rId11"/>
    <p:sldLayoutId id="2147483720" r:id="rId12"/>
    <p:sldLayoutId id="2147483709" r:id="rId13"/>
  </p:sldLayoutIdLst>
  <p:transition spd="slow">
    <p:push dir="u"/>
  </p:transition>
  <p:hf hdr="0" ftr="0" dt="0"/>
  <p:txStyles>
    <p:titleStyle>
      <a:lvl1pPr algn="l" defTabSz="914400" rtl="0" eaLnBrk="1" latinLnBrk="0" hangingPunct="1">
        <a:lnSpc>
          <a:spcPct val="90000"/>
        </a:lnSpc>
        <a:spcBef>
          <a:spcPct val="0"/>
        </a:spcBef>
        <a:buNone/>
        <a:defRPr sz="5000" b="0" kern="1200">
          <a:solidFill>
            <a:schemeClr val="accent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Yu Gothic UI Semilight" panose="020B0400000000000000" pitchFamily="34" charset="-128"/>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Yu Gothic UI Semilight" panose="020B0400000000000000" pitchFamily="34" charset="-128"/>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Yu Gothic UI Semilight" panose="020B0400000000000000" pitchFamily="34" charset="-128"/>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0.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0.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10.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hyperlink" Target="https://github.com/nsmith7atafi/OKCupid_Project/tree/main" TargetMode="External"/><Relationship Id="rId2" Type="http://schemas.openxmlformats.org/officeDocument/2006/relationships/hyperlink" Target="https://www.codecademy.com/paths/data-science/tracks/dscp-machine-learning-portfolio-project/modules/dscp-group-project-okcupid-date-a-scientist/informationals/dscp-group-project-okcupid-date-a-scientist" TargetMode="Externa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868680" y="804672"/>
            <a:ext cx="10460736" cy="3255264"/>
          </a:xfrm>
        </p:spPr>
        <p:txBody>
          <a:bodyPr anchor="b"/>
          <a:lstStyle/>
          <a:p>
            <a:r>
              <a:rPr lang="en-US" dirty="0" err="1"/>
              <a:t>OKCupid</a:t>
            </a:r>
            <a:r>
              <a:rPr lang="en-US" dirty="0"/>
              <a:t> – Machine Learning Analysis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3081573" y="4526280"/>
            <a:ext cx="6028854" cy="914400"/>
          </a:xfrm>
        </p:spPr>
        <p:txBody>
          <a:bodyPr vert="horz" lIns="91440" tIns="45720" rIns="91440" bIns="45720" rtlCol="0" anchor="t">
            <a:noAutofit/>
          </a:bodyPr>
          <a:lstStyle/>
          <a:p>
            <a:r>
              <a:rPr lang="en-US" dirty="0"/>
              <a:t>By Faatimah </a:t>
            </a:r>
            <a:r>
              <a:rPr lang="en-US" dirty="0" err="1"/>
              <a:t>majothi</a:t>
            </a:r>
            <a:endParaRPr lang="en-US" dirty="0"/>
          </a:p>
        </p:txBody>
      </p:sp>
    </p:spTree>
    <p:extLst>
      <p:ext uri="{BB962C8B-B14F-4D97-AF65-F5344CB8AC3E}">
        <p14:creationId xmlns:p14="http://schemas.microsoft.com/office/powerpoint/2010/main" val="214231630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838200" y="853334"/>
            <a:ext cx="4844142" cy="5151334"/>
          </a:xfrm>
        </p:spPr>
        <p:txBody>
          <a:bodyPr anchor="t">
            <a:normAutofit/>
          </a:bodyPr>
          <a:lstStyle/>
          <a:p>
            <a:r>
              <a:rPr lang="en-US" dirty="0"/>
              <a:t>Introduction</a:t>
            </a:r>
          </a:p>
        </p:txBody>
      </p:sp>
      <p:pic>
        <p:nvPicPr>
          <p:cNvPr id="9" name="Online Image Placeholder 12" descr="Mobile phone and text message bubbles">
            <a:extLst>
              <a:ext uri="{FF2B5EF4-FFF2-40B4-BE49-F238E27FC236}">
                <a16:creationId xmlns:a16="http://schemas.microsoft.com/office/drawing/2014/main" id="{F03AA6D8-831B-8498-BA31-38792288C6AD}"/>
              </a:ext>
            </a:extLst>
          </p:cNvPr>
          <p:cNvPicPr>
            <a:picLocks noGrp="1" noChangeAspect="1"/>
          </p:cNvPicPr>
          <p:nvPr>
            <p:ph type="pic" sz="quarter" idx="11"/>
          </p:nvPr>
        </p:nvPicPr>
        <p:blipFill>
          <a:blip r:embed="rId2">
            <a:duotone>
              <a:schemeClr val="accent3">
                <a:shade val="45000"/>
                <a:satMod val="135000"/>
              </a:schemeClr>
              <a:prstClr val="white"/>
            </a:duotone>
          </a:blip>
          <a:srcRect l="19196" r="19196"/>
          <a:stretch/>
        </p:blipFill>
        <p:spPr>
          <a:xfrm>
            <a:off x="6428012" y="685800"/>
            <a:ext cx="5070020" cy="5486400"/>
          </a:xfrm>
          <a:noFill/>
        </p:spPr>
      </p:pic>
    </p:spTree>
    <p:extLst>
      <p:ext uri="{BB962C8B-B14F-4D97-AF65-F5344CB8AC3E}">
        <p14:creationId xmlns:p14="http://schemas.microsoft.com/office/powerpoint/2010/main" val="435195399"/>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838200" y="853333"/>
            <a:ext cx="4844143" cy="5151334"/>
          </a:xfrm>
          <a:noFill/>
        </p:spPr>
        <p:txBody>
          <a:bodyPr>
            <a:noAutofit/>
          </a:bodyPr>
          <a:lstStyle/>
          <a:p>
            <a:r>
              <a:rPr lang="en-US" dirty="0"/>
              <a:t>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455228" y="853333"/>
            <a:ext cx="4997631" cy="5151334"/>
          </a:xfrm>
          <a:noFill/>
        </p:spPr>
        <p:txBody>
          <a:bodyPr>
            <a:normAutofit/>
          </a:bodyPr>
          <a:lstStyle/>
          <a:p>
            <a:r>
              <a:rPr lang="en-GB" dirty="0" err="1"/>
              <a:t>OKCupid</a:t>
            </a:r>
            <a:r>
              <a:rPr lang="en-GB" dirty="0"/>
              <a:t> is an app that focuses on using multiple choice and short answers to match users. </a:t>
            </a:r>
          </a:p>
          <a:p>
            <a:r>
              <a:rPr lang="en-GB" dirty="0"/>
              <a:t>In this project, we used machine learning to predict whether a user is a smoker, based on profile details like age, interests, and lifestyle habits.</a:t>
            </a:r>
          </a:p>
          <a:p>
            <a:r>
              <a:rPr lang="en-GB" dirty="0"/>
              <a:t>We built and tested classification models to measure how well they predict smoker status.</a:t>
            </a:r>
          </a:p>
          <a:p>
            <a:r>
              <a:rPr lang="en-GB" dirty="0"/>
              <a:t>Our hypothesis was that user characteristics are not strong predictors of a lifestyle choice such as smoking.</a:t>
            </a:r>
            <a:endParaRPr lang="en-US" dirty="0"/>
          </a:p>
        </p:txBody>
      </p:sp>
    </p:spTree>
    <p:extLst>
      <p:ext uri="{BB962C8B-B14F-4D97-AF65-F5344CB8AC3E}">
        <p14:creationId xmlns:p14="http://schemas.microsoft.com/office/powerpoint/2010/main" val="366667467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33A463-AB57-6332-E6A2-A1A7AB3ED115}"/>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sz="1800" b="1" dirty="0"/>
              <a:t>“</a:t>
            </a:r>
            <a:r>
              <a:rPr lang="en-GB" sz="1800" b="1" kern="1200" cap="all" spc="300" dirty="0"/>
              <a:t>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a:t>
            </a:r>
            <a:br>
              <a:rPr lang="en-GB" sz="1800" b="1" kern="1200" cap="all" spc="300" dirty="0"/>
            </a:br>
            <a:br>
              <a:rPr lang="en-GB" sz="1800" b="1" kern="1200" cap="all" spc="300" dirty="0"/>
            </a:br>
            <a:r>
              <a:rPr lang="en-GB" sz="1800" b="1" kern="1200" cap="all" spc="300" dirty="0"/>
              <a:t>– </a:t>
            </a:r>
            <a:r>
              <a:rPr lang="en-GB" sz="1800" b="1" kern="1200" cap="all" spc="300" dirty="0" err="1"/>
              <a:t>Codecademy</a:t>
            </a:r>
            <a:endParaRPr lang="en-GB" sz="1800" dirty="0"/>
          </a:p>
        </p:txBody>
      </p:sp>
    </p:spTree>
    <p:extLst>
      <p:ext uri="{BB962C8B-B14F-4D97-AF65-F5344CB8AC3E}">
        <p14:creationId xmlns:p14="http://schemas.microsoft.com/office/powerpoint/2010/main" val="806335326"/>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4844143" cy="5151334"/>
          </a:xfrm>
          <a:noFill/>
        </p:spPr>
        <p:txBody>
          <a:bodyPr anchor="ctr">
            <a:noAutofit/>
          </a:bodyPr>
          <a:lstStyle/>
          <a:p>
            <a:r>
              <a:rPr lang="en-US" dirty="0"/>
              <a:t>Project Goals</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6455229" y="853333"/>
            <a:ext cx="4920342" cy="5151334"/>
          </a:xfrm>
          <a:noFill/>
        </p:spPr>
        <p:txBody>
          <a:bodyPr>
            <a:normAutofit/>
          </a:bodyPr>
          <a:lstStyle/>
          <a:p>
            <a:r>
              <a:rPr lang="en-US" dirty="0"/>
              <a:t>EDA</a:t>
            </a:r>
          </a:p>
          <a:p>
            <a:r>
              <a:rPr lang="en-US" dirty="0"/>
              <a:t>Data preprocessing</a:t>
            </a:r>
          </a:p>
          <a:p>
            <a:r>
              <a:rPr lang="en-US" dirty="0"/>
              <a:t>Model building</a:t>
            </a:r>
          </a:p>
          <a:p>
            <a:r>
              <a:rPr lang="en-US" dirty="0"/>
              <a:t>Model evaluation</a:t>
            </a:r>
          </a:p>
          <a:p>
            <a:r>
              <a:rPr lang="en-US" dirty="0"/>
              <a:t>Analysis</a:t>
            </a:r>
          </a:p>
        </p:txBody>
      </p:sp>
    </p:spTree>
    <p:extLst>
      <p:ext uri="{BB962C8B-B14F-4D97-AF65-F5344CB8AC3E}">
        <p14:creationId xmlns:p14="http://schemas.microsoft.com/office/powerpoint/2010/main" val="4169552892"/>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20C57DFB-853A-F288-F2ED-562F44AF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3C892-83AE-EB96-2D22-452739D4C4F1}"/>
              </a:ext>
            </a:extLst>
          </p:cNvPr>
          <p:cNvSpPr>
            <a:spLocks noGrp="1"/>
          </p:cNvSpPr>
          <p:nvPr>
            <p:ph type="title"/>
          </p:nvPr>
        </p:nvSpPr>
        <p:spPr>
          <a:xfrm>
            <a:off x="838200" y="853334"/>
            <a:ext cx="4844142" cy="5151334"/>
          </a:xfrm>
          <a:noFill/>
        </p:spPr>
        <p:txBody>
          <a:bodyPr>
            <a:noAutofit/>
          </a:bodyPr>
          <a:lstStyle/>
          <a:p>
            <a:r>
              <a:rPr lang="en-US" dirty="0"/>
              <a:t>EDA</a:t>
            </a:r>
          </a:p>
        </p:txBody>
      </p:sp>
      <p:pic>
        <p:nvPicPr>
          <p:cNvPr id="9" name="Online Image Placeholder 12" descr="Magnifying glass showing decling performance">
            <a:extLst>
              <a:ext uri="{FF2B5EF4-FFF2-40B4-BE49-F238E27FC236}">
                <a16:creationId xmlns:a16="http://schemas.microsoft.com/office/drawing/2014/main" id="{EE8E274D-FD3D-2E8C-AC11-0CD6439C5D03}"/>
              </a:ext>
            </a:extLst>
          </p:cNvPr>
          <p:cNvPicPr>
            <a:picLocks noGrp="1" noChangeAspect="1"/>
          </p:cNvPicPr>
          <p:nvPr>
            <p:ph type="pic" sz="quarter" idx="11"/>
          </p:nvPr>
        </p:nvPicPr>
        <p:blipFill>
          <a:blip r:embed="rId2">
            <a:duotone>
              <a:prstClr val="black"/>
              <a:schemeClr val="accent3">
                <a:tint val="45000"/>
                <a:satMod val="400000"/>
              </a:schemeClr>
            </a:duotone>
          </a:blip>
          <a:srcRect l="8172" r="24550"/>
          <a:stretch>
            <a:fillRect/>
          </a:stretch>
        </p:blipFill>
        <p:spPr>
          <a:xfrm>
            <a:off x="6428012" y="685800"/>
            <a:ext cx="5070020" cy="5486400"/>
          </a:xfrm>
        </p:spPr>
      </p:pic>
      <p:sp>
        <p:nvSpPr>
          <p:cNvPr id="6" name="TextBox 5">
            <a:extLst>
              <a:ext uri="{FF2B5EF4-FFF2-40B4-BE49-F238E27FC236}">
                <a16:creationId xmlns:a16="http://schemas.microsoft.com/office/drawing/2014/main" id="{0D90D112-AA1E-0155-3D8D-0D3A14D62BBC}"/>
              </a:ext>
            </a:extLst>
          </p:cNvPr>
          <p:cNvSpPr txBox="1"/>
          <p:nvPr/>
        </p:nvSpPr>
        <p:spPr>
          <a:xfrm>
            <a:off x="838200" y="1656113"/>
            <a:ext cx="3438832" cy="369332"/>
          </a:xfrm>
          <a:prstGeom prst="rect">
            <a:avLst/>
          </a:prstGeom>
          <a:noFill/>
        </p:spPr>
        <p:txBody>
          <a:bodyPr wrap="square" rtlCol="0">
            <a:spAutoFit/>
          </a:bodyPr>
          <a:lstStyle/>
          <a:p>
            <a:r>
              <a:rPr lang="en-GB" dirty="0">
                <a:solidFill>
                  <a:schemeClr val="bg1"/>
                </a:solidFill>
                <a:latin typeface="+mj-lt"/>
              </a:rPr>
              <a:t>Exploratory Data Analysis</a:t>
            </a:r>
          </a:p>
        </p:txBody>
      </p:sp>
    </p:spTree>
    <p:extLst>
      <p:ext uri="{BB962C8B-B14F-4D97-AF65-F5344CB8AC3E}">
        <p14:creationId xmlns:p14="http://schemas.microsoft.com/office/powerpoint/2010/main" val="204527394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noFill/>
        </p:spPr>
        <p:txBody>
          <a:bodyPr>
            <a:noAutofit/>
          </a:bodyPr>
          <a:lstStyle/>
          <a:p>
            <a:r>
              <a:rPr lang="en-US" dirty="0"/>
              <a:t>The Dataset</a:t>
            </a:r>
          </a:p>
        </p:txBody>
      </p:sp>
      <p:graphicFrame>
        <p:nvGraphicFramePr>
          <p:cNvPr id="7" name="Content Placeholder 6">
            <a:extLst>
              <a:ext uri="{FF2B5EF4-FFF2-40B4-BE49-F238E27FC236}">
                <a16:creationId xmlns:a16="http://schemas.microsoft.com/office/drawing/2014/main" id="{74460F7A-8A38-25C4-1436-0290EE133467}"/>
              </a:ext>
            </a:extLst>
          </p:cNvPr>
          <p:cNvGraphicFramePr>
            <a:graphicFrameLocks noGrp="1"/>
          </p:cNvGraphicFramePr>
          <p:nvPr>
            <p:ph sz="quarter" idx="14"/>
            <p:extLst>
              <p:ext uri="{D42A27DB-BD31-4B8C-83A1-F6EECF244321}">
                <p14:modId xmlns:p14="http://schemas.microsoft.com/office/powerpoint/2010/main" val="2051198597"/>
              </p:ext>
            </p:extLst>
          </p:nvPr>
        </p:nvGraphicFramePr>
        <p:xfrm>
          <a:off x="838200" y="1828800"/>
          <a:ext cx="10515600" cy="4289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377799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87AFC-7491-BA18-5A7B-BA25883EAC60}"/>
              </a:ext>
            </a:extLst>
          </p:cNvPr>
          <p:cNvSpPr>
            <a:spLocks noGrp="1"/>
          </p:cNvSpPr>
          <p:nvPr>
            <p:ph type="title"/>
          </p:nvPr>
        </p:nvSpPr>
        <p:spPr>
          <a:xfrm>
            <a:off x="838198" y="853335"/>
            <a:ext cx="10515602" cy="702196"/>
          </a:xfrm>
        </p:spPr>
        <p:txBody>
          <a:bodyPr anchor="t">
            <a:normAutofit/>
          </a:bodyPr>
          <a:lstStyle/>
          <a:p>
            <a:r>
              <a:rPr lang="en-GB" dirty="0"/>
              <a:t>Numeric Data</a:t>
            </a:r>
          </a:p>
        </p:txBody>
      </p:sp>
      <p:pic>
        <p:nvPicPr>
          <p:cNvPr id="8" name="Content Placeholder 7">
            <a:extLst>
              <a:ext uri="{FF2B5EF4-FFF2-40B4-BE49-F238E27FC236}">
                <a16:creationId xmlns:a16="http://schemas.microsoft.com/office/drawing/2014/main" id="{779EC810-54E6-0AAC-80E1-24CD13137CDD}"/>
              </a:ext>
            </a:extLst>
          </p:cNvPr>
          <p:cNvPicPr>
            <a:picLocks noGrp="1" noChangeAspect="1"/>
          </p:cNvPicPr>
          <p:nvPr>
            <p:ph sz="quarter" idx="14"/>
          </p:nvPr>
        </p:nvPicPr>
        <p:blipFill>
          <a:blip r:embed="rId2"/>
          <a:stretch>
            <a:fillRect/>
          </a:stretch>
        </p:blipFill>
        <p:spPr>
          <a:xfrm>
            <a:off x="837520" y="2408631"/>
            <a:ext cx="10515601" cy="2576323"/>
          </a:xfrm>
          <a:prstGeom prst="rect">
            <a:avLst/>
          </a:prstGeom>
          <a:noFill/>
        </p:spPr>
      </p:pic>
      <p:sp>
        <p:nvSpPr>
          <p:cNvPr id="9" name="TextBox 8">
            <a:extLst>
              <a:ext uri="{FF2B5EF4-FFF2-40B4-BE49-F238E27FC236}">
                <a16:creationId xmlns:a16="http://schemas.microsoft.com/office/drawing/2014/main" id="{6C69919A-6C63-4E6E-AB7D-BFAA234C59B7}"/>
              </a:ext>
            </a:extLst>
          </p:cNvPr>
          <p:cNvSpPr txBox="1"/>
          <p:nvPr/>
        </p:nvSpPr>
        <p:spPr>
          <a:xfrm>
            <a:off x="837520" y="1658915"/>
            <a:ext cx="10515601" cy="646331"/>
          </a:xfrm>
          <a:prstGeom prst="rect">
            <a:avLst/>
          </a:prstGeom>
          <a:noFill/>
        </p:spPr>
        <p:txBody>
          <a:bodyPr wrap="square" rtlCol="0">
            <a:spAutoFit/>
          </a:bodyPr>
          <a:lstStyle/>
          <a:p>
            <a:pPr algn="ctr"/>
            <a:r>
              <a:rPr lang="en-GB" dirty="0">
                <a:latin typeface="Yu Gothic UI Semilight" panose="020B0400000000000000" pitchFamily="34" charset="-128"/>
              </a:rPr>
              <a:t>The numeric data in </a:t>
            </a:r>
            <a:r>
              <a:rPr lang="en-GB" sz="1600" dirty="0">
                <a:latin typeface="Courier New" panose="02070309020205020404" pitchFamily="49" charset="0"/>
                <a:cs typeface="Courier New" panose="02070309020205020404" pitchFamily="49" charset="0"/>
              </a:rPr>
              <a:t>profiles </a:t>
            </a:r>
            <a:r>
              <a:rPr lang="en-GB" dirty="0">
                <a:latin typeface="Yu Gothic UI Semilight" panose="020B0400000000000000" pitchFamily="34" charset="-128"/>
                <a:cs typeface="Courier New" panose="02070309020205020404" pitchFamily="49" charset="0"/>
              </a:rPr>
              <a:t>showed a diverse range of ages, heights and incomes. After removing outliers, we were left with the following distributions.</a:t>
            </a:r>
            <a:endParaRPr lang="en-GB"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5433B24-5BAA-70D9-1C1E-455E523BE609}"/>
              </a:ext>
            </a:extLst>
          </p:cNvPr>
          <p:cNvSpPr txBox="1"/>
          <p:nvPr/>
        </p:nvSpPr>
        <p:spPr>
          <a:xfrm>
            <a:off x="837520" y="4984954"/>
            <a:ext cx="10515601" cy="923330"/>
          </a:xfrm>
          <a:prstGeom prst="rect">
            <a:avLst/>
          </a:prstGeom>
          <a:noFill/>
        </p:spPr>
        <p:txBody>
          <a:bodyPr wrap="square" rtlCol="0">
            <a:spAutoFit/>
          </a:bodyPr>
          <a:lstStyle/>
          <a:p>
            <a:pPr algn="ctr"/>
            <a:r>
              <a:rPr lang="en-GB" dirty="0">
                <a:latin typeface="Yu Gothic UI Semilight" panose="020B0400000000000000" pitchFamily="34" charset="-128"/>
                <a:ea typeface="Yu Gothic UI Semilight" panose="020B0400000000000000" pitchFamily="34" charset="-128"/>
              </a:rPr>
              <a:t>For this project, we chose to focus on categorical features because machine learning models often struggle with datasets that mix categorical and numerical data, especially without extra preprocessing. Using only categorical features helped us avoid issues with data compatibility.</a:t>
            </a:r>
          </a:p>
        </p:txBody>
      </p:sp>
    </p:spTree>
    <p:extLst>
      <p:ext uri="{BB962C8B-B14F-4D97-AF65-F5344CB8AC3E}">
        <p14:creationId xmlns:p14="http://schemas.microsoft.com/office/powerpoint/2010/main" val="2365328567"/>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E8C53BA7-F730-DFCF-6A89-0F6FB2CA01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44E5B5-43F3-D220-781D-6CB998F93006}"/>
              </a:ext>
            </a:extLst>
          </p:cNvPr>
          <p:cNvSpPr>
            <a:spLocks noGrp="1"/>
          </p:cNvSpPr>
          <p:nvPr>
            <p:ph type="title"/>
          </p:nvPr>
        </p:nvSpPr>
        <p:spPr>
          <a:xfrm>
            <a:off x="838200" y="853333"/>
            <a:ext cx="4844143" cy="2792412"/>
          </a:xfrm>
        </p:spPr>
        <p:txBody>
          <a:bodyPr anchor="t">
            <a:normAutofit/>
          </a:bodyPr>
          <a:lstStyle/>
          <a:p>
            <a:r>
              <a:rPr lang="en-GB" dirty="0"/>
              <a:t>Categorical Data</a:t>
            </a:r>
          </a:p>
        </p:txBody>
      </p:sp>
      <p:sp>
        <p:nvSpPr>
          <p:cNvPr id="15" name="Content Placeholder 14">
            <a:extLst>
              <a:ext uri="{FF2B5EF4-FFF2-40B4-BE49-F238E27FC236}">
                <a16:creationId xmlns:a16="http://schemas.microsoft.com/office/drawing/2014/main" id="{FC228978-D101-2C07-4D08-C3810F93BD74}"/>
              </a:ext>
            </a:extLst>
          </p:cNvPr>
          <p:cNvSpPr>
            <a:spLocks noGrp="1"/>
          </p:cNvSpPr>
          <p:nvPr>
            <p:ph sz="half" idx="13"/>
          </p:nvPr>
        </p:nvSpPr>
        <p:spPr>
          <a:xfrm>
            <a:off x="838200" y="1816715"/>
            <a:ext cx="10515600" cy="2188317"/>
          </a:xfrm>
        </p:spPr>
        <p:txBody>
          <a:bodyPr>
            <a:normAutofit/>
          </a:bodyPr>
          <a:lstStyle/>
          <a:p>
            <a:pPr algn="ctr">
              <a:lnSpc>
                <a:spcPct val="90000"/>
              </a:lnSpc>
            </a:pPr>
            <a:r>
              <a:rPr lang="en-GB" dirty="0"/>
              <a:t>Some of the categorical columns, such as </a:t>
            </a:r>
            <a:r>
              <a:rPr lang="en-GB" b="1" dirty="0"/>
              <a:t>religion</a:t>
            </a:r>
            <a:r>
              <a:rPr lang="en-GB" dirty="0"/>
              <a:t> and </a:t>
            </a:r>
            <a:r>
              <a:rPr lang="en-GB" b="1" dirty="0"/>
              <a:t>sign</a:t>
            </a:r>
            <a:r>
              <a:rPr lang="en-GB" dirty="0"/>
              <a:t>, contained multiple responses that could be summarised into main categories. This was done as part of the EDA step rather than during preprocessing to make visualisations clearer.</a:t>
            </a:r>
          </a:p>
        </p:txBody>
      </p:sp>
      <p:pic>
        <p:nvPicPr>
          <p:cNvPr id="6" name="Content Placeholder 5">
            <a:extLst>
              <a:ext uri="{FF2B5EF4-FFF2-40B4-BE49-F238E27FC236}">
                <a16:creationId xmlns:a16="http://schemas.microsoft.com/office/drawing/2014/main" id="{B5379BBE-8DEC-3797-ABA6-92C4EB849BD5}"/>
              </a:ext>
            </a:extLst>
          </p:cNvPr>
          <p:cNvPicPr>
            <a:picLocks noGrp="1" noChangeAspect="1"/>
          </p:cNvPicPr>
          <p:nvPr>
            <p:ph sz="half" idx="2"/>
          </p:nvPr>
        </p:nvPicPr>
        <p:blipFill>
          <a:blip r:embed="rId2"/>
          <a:stretch>
            <a:fillRect/>
          </a:stretch>
        </p:blipFill>
        <p:spPr>
          <a:xfrm>
            <a:off x="1810194" y="3107210"/>
            <a:ext cx="8571612" cy="2828631"/>
          </a:xfrm>
          <a:prstGeom prst="rect">
            <a:avLst/>
          </a:prstGeom>
          <a:noFill/>
        </p:spPr>
      </p:pic>
    </p:spTree>
    <p:extLst>
      <p:ext uri="{BB962C8B-B14F-4D97-AF65-F5344CB8AC3E}">
        <p14:creationId xmlns:p14="http://schemas.microsoft.com/office/powerpoint/2010/main" val="4209162932"/>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94AD1A0C-5519-1552-74CB-6D102BCFA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C840FD-B062-7C77-27DA-BA5D849C122C}"/>
              </a:ext>
            </a:extLst>
          </p:cNvPr>
          <p:cNvSpPr>
            <a:spLocks noGrp="1"/>
          </p:cNvSpPr>
          <p:nvPr>
            <p:ph type="title"/>
          </p:nvPr>
        </p:nvSpPr>
        <p:spPr>
          <a:xfrm>
            <a:off x="838200" y="853333"/>
            <a:ext cx="4844143" cy="2792412"/>
          </a:xfrm>
        </p:spPr>
        <p:txBody>
          <a:bodyPr anchor="t">
            <a:normAutofit/>
          </a:bodyPr>
          <a:lstStyle/>
          <a:p>
            <a:r>
              <a:rPr lang="en-GB" dirty="0"/>
              <a:t>Target Label</a:t>
            </a:r>
          </a:p>
        </p:txBody>
      </p:sp>
      <p:pic>
        <p:nvPicPr>
          <p:cNvPr id="12" name="Picture Placeholder 11">
            <a:extLst>
              <a:ext uri="{FF2B5EF4-FFF2-40B4-BE49-F238E27FC236}">
                <a16:creationId xmlns:a16="http://schemas.microsoft.com/office/drawing/2014/main" id="{B1D7AA89-A550-3FF9-229A-9D15AC18C5BA}"/>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3529F921-331B-7055-5433-DEAC87D72A03}"/>
              </a:ext>
            </a:extLst>
          </p:cNvPr>
          <p:cNvSpPr>
            <a:spLocks noGrp="1"/>
          </p:cNvSpPr>
          <p:nvPr>
            <p:ph sz="half" idx="2"/>
          </p:nvPr>
        </p:nvSpPr>
        <p:spPr>
          <a:xfrm>
            <a:off x="810985" y="3429000"/>
            <a:ext cx="4898571" cy="2188317"/>
          </a:xfrm>
        </p:spPr>
        <p:txBody>
          <a:bodyPr>
            <a:normAutofit lnSpcReduction="10000"/>
          </a:bodyPr>
          <a:lstStyle/>
          <a:p>
            <a:r>
              <a:rPr lang="en-GB" dirty="0"/>
              <a:t>Analysis of the </a:t>
            </a:r>
            <a:r>
              <a:rPr lang="en-GB" b="1" dirty="0"/>
              <a:t>smoker</a:t>
            </a:r>
            <a:r>
              <a:rPr lang="en-GB" dirty="0"/>
              <a:t> column found that most of the users did not smoke, but some smoked conditionally. Since we wanted our models to predict solely whether a user was a smoker or a non-smoker, the multiple responses would be an obstacle to handle during preprocessing.</a:t>
            </a:r>
          </a:p>
        </p:txBody>
      </p:sp>
    </p:spTree>
    <p:extLst>
      <p:ext uri="{BB962C8B-B14F-4D97-AF65-F5344CB8AC3E}">
        <p14:creationId xmlns:p14="http://schemas.microsoft.com/office/powerpoint/2010/main" val="2876825372"/>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495EDB-6E81-7621-4A80-AFB48C35A1F1}"/>
              </a:ext>
            </a:extLst>
          </p:cNvPr>
          <p:cNvSpPr>
            <a:spLocks noGrp="1"/>
          </p:cNvSpPr>
          <p:nvPr>
            <p:ph type="title"/>
          </p:nvPr>
        </p:nvSpPr>
        <p:spPr>
          <a:xfrm>
            <a:off x="838200" y="853333"/>
            <a:ext cx="4844143" cy="5151334"/>
          </a:xfrm>
        </p:spPr>
        <p:txBody>
          <a:bodyPr anchor="ctr">
            <a:normAutofit/>
          </a:bodyPr>
          <a:lstStyle/>
          <a:p>
            <a:r>
              <a:rPr lang="en-GB" dirty="0"/>
              <a:t>Key Observations</a:t>
            </a:r>
          </a:p>
        </p:txBody>
      </p:sp>
      <p:graphicFrame>
        <p:nvGraphicFramePr>
          <p:cNvPr id="8" name="Content Placeholder 5">
            <a:extLst>
              <a:ext uri="{FF2B5EF4-FFF2-40B4-BE49-F238E27FC236}">
                <a16:creationId xmlns:a16="http://schemas.microsoft.com/office/drawing/2014/main" id="{1746A51C-5418-8110-1E0B-9F865F20D3E0}"/>
              </a:ext>
            </a:extLst>
          </p:cNvPr>
          <p:cNvGraphicFramePr>
            <a:graphicFrameLocks noGrp="1"/>
          </p:cNvGraphicFramePr>
          <p:nvPr>
            <p:ph idx="1"/>
            <p:extLst>
              <p:ext uri="{D42A27DB-BD31-4B8C-83A1-F6EECF244321}">
                <p14:modId xmlns:p14="http://schemas.microsoft.com/office/powerpoint/2010/main" val="1540182290"/>
              </p:ext>
            </p:extLst>
          </p:nvPr>
        </p:nvGraphicFramePr>
        <p:xfrm>
          <a:off x="6455229" y="853333"/>
          <a:ext cx="4920342"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138796"/>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9B426DB1-25B8-73E5-6816-3E922B6C2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8174C-AB5A-D314-1279-CCE06EAE6EEF}"/>
              </a:ext>
            </a:extLst>
          </p:cNvPr>
          <p:cNvSpPr>
            <a:spLocks noGrp="1"/>
          </p:cNvSpPr>
          <p:nvPr>
            <p:ph type="title"/>
          </p:nvPr>
        </p:nvSpPr>
        <p:spPr>
          <a:xfrm>
            <a:off x="838200" y="853334"/>
            <a:ext cx="4844142" cy="5151334"/>
          </a:xfrm>
          <a:noFill/>
        </p:spPr>
        <p:txBody>
          <a:bodyPr>
            <a:noAutofit/>
          </a:bodyPr>
          <a:lstStyle/>
          <a:p>
            <a:r>
              <a:rPr lang="en-US"/>
              <a:t>Data Preprocessing</a:t>
            </a:r>
            <a:br>
              <a:rPr lang="en-US"/>
            </a:br>
            <a:endParaRPr lang="en-US" dirty="0"/>
          </a:p>
        </p:txBody>
      </p:sp>
      <p:sp>
        <p:nvSpPr>
          <p:cNvPr id="4" name="TextBox 3">
            <a:extLst>
              <a:ext uri="{FF2B5EF4-FFF2-40B4-BE49-F238E27FC236}">
                <a16:creationId xmlns:a16="http://schemas.microsoft.com/office/drawing/2014/main" id="{7078C479-FA5A-A50B-1CF4-1AD6DF47DABB}"/>
              </a:ext>
            </a:extLst>
          </p:cNvPr>
          <p:cNvSpPr txBox="1"/>
          <p:nvPr/>
        </p:nvSpPr>
        <p:spPr>
          <a:xfrm>
            <a:off x="838200" y="2472190"/>
            <a:ext cx="3438832" cy="369332"/>
          </a:xfrm>
          <a:prstGeom prst="rect">
            <a:avLst/>
          </a:prstGeom>
          <a:noFill/>
        </p:spPr>
        <p:txBody>
          <a:bodyPr wrap="square" rtlCol="0">
            <a:spAutoFit/>
          </a:bodyPr>
          <a:lstStyle/>
          <a:p>
            <a:r>
              <a:rPr lang="en-GB">
                <a:solidFill>
                  <a:schemeClr val="bg1"/>
                </a:solidFill>
                <a:latin typeface="+mj-lt"/>
              </a:rPr>
              <a:t>Cleaning and processing data</a:t>
            </a:r>
            <a:endParaRPr lang="en-GB" dirty="0">
              <a:solidFill>
                <a:schemeClr val="bg1"/>
              </a:solidFill>
              <a:latin typeface="+mj-lt"/>
            </a:endParaRPr>
          </a:p>
        </p:txBody>
      </p:sp>
      <p:pic>
        <p:nvPicPr>
          <p:cNvPr id="3" name="Online Image Placeholder 12" descr="Computer script on a screen">
            <a:extLst>
              <a:ext uri="{FF2B5EF4-FFF2-40B4-BE49-F238E27FC236}">
                <a16:creationId xmlns:a16="http://schemas.microsoft.com/office/drawing/2014/main" id="{92A5547F-96D8-FD5D-11EF-7AF87279DC31}"/>
              </a:ext>
            </a:extLst>
          </p:cNvPr>
          <p:cNvPicPr>
            <a:picLocks noChangeAspect="1"/>
          </p:cNvPicPr>
          <p:nvPr/>
        </p:nvPicPr>
        <p:blipFill>
          <a:blip r:embed="rId2">
            <a:duotone>
              <a:prstClr val="black"/>
              <a:schemeClr val="accent3">
                <a:tint val="45000"/>
                <a:satMod val="400000"/>
              </a:schemeClr>
            </a:duotone>
          </a:blip>
          <a:srcRect/>
          <a:stretch/>
        </p:blipFill>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pic>
    </p:spTree>
    <p:extLst>
      <p:ext uri="{BB962C8B-B14F-4D97-AF65-F5344CB8AC3E}">
        <p14:creationId xmlns:p14="http://schemas.microsoft.com/office/powerpoint/2010/main" val="437927665"/>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8D8D9BC7-E89C-4916-479A-EBDD06DD3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BD491-5DAC-1E24-EDE6-EC24CEA362A1}"/>
              </a:ext>
            </a:extLst>
          </p:cNvPr>
          <p:cNvSpPr>
            <a:spLocks noGrp="1"/>
          </p:cNvSpPr>
          <p:nvPr>
            <p:ph type="title"/>
          </p:nvPr>
        </p:nvSpPr>
        <p:spPr>
          <a:xfrm>
            <a:off x="838200" y="853333"/>
            <a:ext cx="4844143" cy="2792412"/>
          </a:xfrm>
        </p:spPr>
        <p:txBody>
          <a:bodyPr anchor="t">
            <a:normAutofit/>
          </a:bodyPr>
          <a:lstStyle/>
          <a:p>
            <a:r>
              <a:rPr lang="en-GB" dirty="0"/>
              <a:t>Preprocessing Overview</a:t>
            </a:r>
          </a:p>
        </p:txBody>
      </p:sp>
      <p:sp>
        <p:nvSpPr>
          <p:cNvPr id="4" name="Content Placeholder 3">
            <a:extLst>
              <a:ext uri="{FF2B5EF4-FFF2-40B4-BE49-F238E27FC236}">
                <a16:creationId xmlns:a16="http://schemas.microsoft.com/office/drawing/2014/main" id="{D0AF800F-8D66-745A-E540-B25F02BBF47C}"/>
              </a:ext>
            </a:extLst>
          </p:cNvPr>
          <p:cNvSpPr>
            <a:spLocks noGrp="1"/>
          </p:cNvSpPr>
          <p:nvPr>
            <p:ph sz="quarter" idx="15"/>
          </p:nvPr>
        </p:nvSpPr>
        <p:spPr>
          <a:xfrm>
            <a:off x="837521" y="3813681"/>
            <a:ext cx="4844142" cy="2188317"/>
          </a:xfrm>
        </p:spPr>
        <p:txBody>
          <a:bodyPr>
            <a:normAutofit/>
          </a:bodyPr>
          <a:lstStyle/>
          <a:p>
            <a:pPr marL="0" indent="0">
              <a:buNone/>
            </a:pPr>
            <a:r>
              <a:rPr lang="en-GB" dirty="0"/>
              <a:t>Now that we had sufficient insight on the data in our </a:t>
            </a:r>
            <a:r>
              <a:rPr kumimoji="0" lang="en-GB" sz="1800" b="0" i="0" u="none" strike="noStrike" kern="1200" cap="none" spc="0" normalizeH="0" baseline="0" noProof="0" dirty="0">
                <a:ln>
                  <a:noFill/>
                </a:ln>
                <a:effectLst/>
                <a:uLnTx/>
                <a:uFillTx/>
                <a:latin typeface="Courier New" panose="02070309020205020404" pitchFamily="49" charset="0"/>
                <a:cs typeface="Courier New" panose="02070309020205020404" pitchFamily="49" charset="0"/>
              </a:rPr>
              <a:t>profiles</a:t>
            </a:r>
            <a:r>
              <a:rPr lang="en-GB" dirty="0"/>
              <a:t> </a:t>
            </a:r>
            <a:r>
              <a:rPr lang="en-GB" dirty="0" err="1"/>
              <a:t>DataFrame</a:t>
            </a:r>
            <a:r>
              <a:rPr lang="en-GB" dirty="0"/>
              <a:t>, we moved on to cleaning and preprocessing the data into a format suitable for the machine learning algorithms. This involved the following steps:</a:t>
            </a:r>
          </a:p>
          <a:p>
            <a:pPr marL="0" indent="0">
              <a:buNone/>
            </a:pPr>
            <a:endParaRPr lang="en-GB" dirty="0"/>
          </a:p>
        </p:txBody>
      </p:sp>
      <p:graphicFrame>
        <p:nvGraphicFramePr>
          <p:cNvPr id="7" name="Content Placeholder 4">
            <a:extLst>
              <a:ext uri="{FF2B5EF4-FFF2-40B4-BE49-F238E27FC236}">
                <a16:creationId xmlns:a16="http://schemas.microsoft.com/office/drawing/2014/main" id="{8B065088-FB48-7A2B-B033-73B249190E5E}"/>
              </a:ext>
            </a:extLst>
          </p:cNvPr>
          <p:cNvGraphicFramePr>
            <a:graphicFrameLocks noGrp="1"/>
          </p:cNvGraphicFramePr>
          <p:nvPr>
            <p:ph sz="half" idx="13"/>
            <p:extLst>
              <p:ext uri="{D42A27DB-BD31-4B8C-83A1-F6EECF244321}">
                <p14:modId xmlns:p14="http://schemas.microsoft.com/office/powerpoint/2010/main" val="1164408600"/>
              </p:ext>
            </p:extLst>
          </p:nvPr>
        </p:nvGraphicFramePr>
        <p:xfrm>
          <a:off x="6455228" y="853334"/>
          <a:ext cx="489857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911570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DB557-E5D3-A357-2B9F-EC679A2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50AA-2A44-9C6C-2B9A-C44C91FA0218}"/>
              </a:ext>
            </a:extLst>
          </p:cNvPr>
          <p:cNvSpPr>
            <a:spLocks noGrp="1"/>
          </p:cNvSpPr>
          <p:nvPr>
            <p:ph type="title"/>
          </p:nvPr>
        </p:nvSpPr>
        <p:spPr>
          <a:xfrm>
            <a:off x="838200" y="853333"/>
            <a:ext cx="4844143" cy="5151334"/>
          </a:xfrm>
        </p:spPr>
        <p:txBody>
          <a:bodyPr anchor="ctr">
            <a:normAutofit/>
          </a:bodyPr>
          <a:lstStyle/>
          <a:p>
            <a:r>
              <a:rPr lang="en-GB"/>
              <a:t>Data Cleaning</a:t>
            </a:r>
          </a:p>
        </p:txBody>
      </p:sp>
      <p:graphicFrame>
        <p:nvGraphicFramePr>
          <p:cNvPr id="4" name="Diagram 3">
            <a:extLst>
              <a:ext uri="{FF2B5EF4-FFF2-40B4-BE49-F238E27FC236}">
                <a16:creationId xmlns:a16="http://schemas.microsoft.com/office/drawing/2014/main" id="{D475ABB2-25E7-5504-AA95-99A31DEE31F7}"/>
              </a:ext>
            </a:extLst>
          </p:cNvPr>
          <p:cNvGraphicFramePr/>
          <p:nvPr>
            <p:extLst>
              <p:ext uri="{D42A27DB-BD31-4B8C-83A1-F6EECF244321}">
                <p14:modId xmlns:p14="http://schemas.microsoft.com/office/powerpoint/2010/main" val="4169372211"/>
              </p:ext>
            </p:extLst>
          </p:nvPr>
        </p:nvGraphicFramePr>
        <p:xfrm>
          <a:off x="6455228" y="853333"/>
          <a:ext cx="499763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622157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6FAAA-F9E9-8B00-D435-4F3A7FA85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38401-6E4D-7BD9-C75F-7EF38442B026}"/>
              </a:ext>
            </a:extLst>
          </p:cNvPr>
          <p:cNvSpPr>
            <a:spLocks noGrp="1"/>
          </p:cNvSpPr>
          <p:nvPr>
            <p:ph type="title"/>
          </p:nvPr>
        </p:nvSpPr>
        <p:spPr>
          <a:xfrm>
            <a:off x="838200" y="853333"/>
            <a:ext cx="4844143" cy="5151334"/>
          </a:xfrm>
        </p:spPr>
        <p:txBody>
          <a:bodyPr anchor="ctr">
            <a:normAutofit/>
          </a:bodyPr>
          <a:lstStyle/>
          <a:p>
            <a:r>
              <a:rPr lang="en-GB" dirty="0"/>
              <a:t>Feature Selection</a:t>
            </a:r>
          </a:p>
        </p:txBody>
      </p:sp>
      <p:sp>
        <p:nvSpPr>
          <p:cNvPr id="3" name="TextBox 2">
            <a:extLst>
              <a:ext uri="{FF2B5EF4-FFF2-40B4-BE49-F238E27FC236}">
                <a16:creationId xmlns:a16="http://schemas.microsoft.com/office/drawing/2014/main" id="{57F0C1C2-A89A-82EB-963A-0BD97DD86D5F}"/>
              </a:ext>
            </a:extLst>
          </p:cNvPr>
          <p:cNvSpPr txBox="1"/>
          <p:nvPr/>
        </p:nvSpPr>
        <p:spPr>
          <a:xfrm>
            <a:off x="6509657" y="853333"/>
            <a:ext cx="4844143" cy="5355312"/>
          </a:xfrm>
          <a:prstGeom prst="rect">
            <a:avLst/>
          </a:prstGeom>
          <a:noFill/>
        </p:spPr>
        <p:txBody>
          <a:bodyPr wrap="square" rtlCol="0">
            <a:spAutoFit/>
          </a:bodyPr>
          <a:lstStyle/>
          <a:p>
            <a:r>
              <a:rPr lang="en-GB" dirty="0">
                <a:latin typeface="Yu Gothic UI Semilight" panose="020B0400000000000000" pitchFamily="34" charset="-128"/>
                <a:ea typeface="Yu Gothic UI Semilight" panose="020B0400000000000000" pitchFamily="34" charset="-128"/>
              </a:rPr>
              <a:t>Next, we extracted a subset of relevant categorical feature columns from the cleaned </a:t>
            </a:r>
            <a:r>
              <a:rPr lang="en-GB" sz="1600" dirty="0">
                <a:latin typeface="Courier New" panose="02070309020205020404" pitchFamily="49" charset="0"/>
                <a:ea typeface="Yu Gothic UI Semilight" panose="020B0400000000000000" pitchFamily="34" charset="-128"/>
                <a:cs typeface="Courier New" panose="02070309020205020404" pitchFamily="49" charset="0"/>
              </a:rPr>
              <a:t>profiles</a:t>
            </a:r>
            <a:r>
              <a:rPr lang="en-GB" dirty="0">
                <a:latin typeface="Yu Gothic UI Semilight" panose="020B0400000000000000" pitchFamily="34" charset="-128"/>
                <a:ea typeface="Yu Gothic UI Semilight" panose="020B0400000000000000" pitchFamily="34" charset="-128"/>
              </a:rPr>
              <a:t> </a:t>
            </a:r>
            <a:r>
              <a:rPr lang="en-GB" dirty="0" err="1">
                <a:latin typeface="Yu Gothic UI Semilight" panose="020B0400000000000000" pitchFamily="34" charset="-128"/>
                <a:ea typeface="Yu Gothic UI Semilight" panose="020B0400000000000000" pitchFamily="34" charset="-128"/>
              </a:rPr>
              <a:t>DataFrame</a:t>
            </a:r>
            <a:r>
              <a:rPr lang="en-GB" dirty="0">
                <a:latin typeface="Yu Gothic UI Semilight" panose="020B0400000000000000" pitchFamily="34" charset="-128"/>
                <a:ea typeface="Yu Gothic UI Semilight" panose="020B0400000000000000" pitchFamily="34" charset="-128"/>
              </a:rPr>
              <a:t>, focusing on categorical features. We did this because the numerical features, such as height, age and income, posed a risk of introducing bias and noise into the models. </a:t>
            </a:r>
          </a:p>
          <a:p>
            <a:br>
              <a:rPr lang="en-GB" dirty="0">
                <a:latin typeface="Yu Gothic UI Semilight" panose="020B0400000000000000" pitchFamily="34" charset="-128"/>
                <a:ea typeface="Yu Gothic UI Semilight" panose="020B0400000000000000" pitchFamily="34" charset="-128"/>
              </a:rPr>
            </a:br>
            <a:r>
              <a:rPr lang="en-GB" dirty="0">
                <a:latin typeface="Yu Gothic UI Semilight" panose="020B0400000000000000" pitchFamily="34" charset="-128"/>
                <a:ea typeface="Yu Gothic UI Semilight" panose="020B0400000000000000" pitchFamily="34" charset="-128"/>
              </a:rPr>
              <a:t>The subset used in this project consisted of the following features:</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sex</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err="1">
                <a:latin typeface="Yu Gothic UI Semilight" panose="020B0400000000000000" pitchFamily="34" charset="-128"/>
                <a:ea typeface="Yu Gothic UI Semilight" panose="020B0400000000000000" pitchFamily="34" charset="-128"/>
              </a:rPr>
              <a:t>body_type</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diet</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drinks</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drugs</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education</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offspring</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orientation</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err="1">
                <a:latin typeface="Yu Gothic UI Semilight" panose="020B0400000000000000" pitchFamily="34" charset="-128"/>
                <a:ea typeface="Yu Gothic UI Semilight" panose="020B0400000000000000" pitchFamily="34" charset="-128"/>
              </a:rPr>
              <a:t>religion_cleaned</a:t>
            </a:r>
            <a:r>
              <a:rPr lang="en-GB" dirty="0">
                <a:latin typeface="Yu Gothic UI Semilight" panose="020B0400000000000000" pitchFamily="34" charset="-128"/>
                <a:ea typeface="Yu Gothic UI Semilight" panose="020B0400000000000000" pitchFamily="34" charset="-128"/>
              </a:rPr>
              <a:t>'</a:t>
            </a:r>
          </a:p>
        </p:txBody>
      </p:sp>
    </p:spTree>
    <p:extLst>
      <p:ext uri="{BB962C8B-B14F-4D97-AF65-F5344CB8AC3E}">
        <p14:creationId xmlns:p14="http://schemas.microsoft.com/office/powerpoint/2010/main" val="348545552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4EC8F-BE8A-2B1F-2DC5-F218C51F6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5CD47-64E7-F0BB-1329-B3D8E712D602}"/>
              </a:ext>
            </a:extLst>
          </p:cNvPr>
          <p:cNvSpPr>
            <a:spLocks noGrp="1"/>
          </p:cNvSpPr>
          <p:nvPr>
            <p:ph type="title"/>
          </p:nvPr>
        </p:nvSpPr>
        <p:spPr>
          <a:xfrm>
            <a:off x="838198" y="853335"/>
            <a:ext cx="10515602" cy="1377184"/>
          </a:xfrm>
        </p:spPr>
        <p:txBody>
          <a:bodyPr anchor="t">
            <a:normAutofit/>
          </a:bodyPr>
          <a:lstStyle/>
          <a:p>
            <a:r>
              <a:rPr lang="en-GB" dirty="0"/>
              <a:t>Feature Preprocessing</a:t>
            </a:r>
          </a:p>
        </p:txBody>
      </p:sp>
      <p:graphicFrame>
        <p:nvGraphicFramePr>
          <p:cNvPr id="8" name="Content Placeholder 5">
            <a:extLst>
              <a:ext uri="{FF2B5EF4-FFF2-40B4-BE49-F238E27FC236}">
                <a16:creationId xmlns:a16="http://schemas.microsoft.com/office/drawing/2014/main" id="{90C19B34-462A-3D74-5345-D187EE91F761}"/>
              </a:ext>
            </a:extLst>
          </p:cNvPr>
          <p:cNvGraphicFramePr>
            <a:graphicFrameLocks noGrp="1"/>
          </p:cNvGraphicFramePr>
          <p:nvPr>
            <p:ph sz="quarter" idx="14"/>
            <p:extLst>
              <p:ext uri="{D42A27DB-BD31-4B8C-83A1-F6EECF244321}">
                <p14:modId xmlns:p14="http://schemas.microsoft.com/office/powerpoint/2010/main" val="53148538"/>
              </p:ext>
            </p:extLst>
          </p:nvPr>
        </p:nvGraphicFramePr>
        <p:xfrm>
          <a:off x="837520" y="2651758"/>
          <a:ext cx="10515601" cy="3466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72975853"/>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84FA19F4-AD17-4BA6-1001-3AFC0F09292E}"/>
            </a:ext>
          </a:extLst>
        </p:cNvPr>
        <p:cNvGrpSpPr/>
        <p:nvPr/>
      </p:nvGrpSpPr>
      <p:grpSpPr>
        <a:xfrm>
          <a:off x="0" y="0"/>
          <a:ext cx="0" cy="0"/>
          <a:chOff x="0" y="0"/>
          <a:chExt cx="0" cy="0"/>
        </a:xfrm>
      </p:grpSpPr>
      <p:pic>
        <p:nvPicPr>
          <p:cNvPr id="6" name="Online Image Placeholder 12" descr="Abstract background of data">
            <a:extLst>
              <a:ext uri="{FF2B5EF4-FFF2-40B4-BE49-F238E27FC236}">
                <a16:creationId xmlns:a16="http://schemas.microsoft.com/office/drawing/2014/main" id="{C74F23C1-85F3-CC51-E97B-85225A9D8985}"/>
              </a:ext>
            </a:extLst>
          </p:cNvPr>
          <p:cNvPicPr>
            <a:picLocks noChangeAspect="1"/>
          </p:cNvPicPr>
          <p:nvPr/>
        </p:nvPicPr>
        <p:blipFill>
          <a:blip r:embed="rId2">
            <a:duotone>
              <a:prstClr val="black"/>
              <a:schemeClr val="accent3">
                <a:tint val="45000"/>
                <a:satMod val="400000"/>
              </a:schemeClr>
            </a:duotone>
          </a:blip>
          <a:srcRect l="27392" r="17914"/>
          <a:stretch>
            <a:fillRect/>
          </a:stretch>
        </p:blipFill>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pic>
      <p:sp>
        <p:nvSpPr>
          <p:cNvPr id="2" name="Title 1">
            <a:extLst>
              <a:ext uri="{FF2B5EF4-FFF2-40B4-BE49-F238E27FC236}">
                <a16:creationId xmlns:a16="http://schemas.microsoft.com/office/drawing/2014/main" id="{B52ECD62-CBD6-ACAF-190A-2ECEC2361E86}"/>
              </a:ext>
            </a:extLst>
          </p:cNvPr>
          <p:cNvSpPr>
            <a:spLocks noGrp="1"/>
          </p:cNvSpPr>
          <p:nvPr>
            <p:ph type="title"/>
          </p:nvPr>
        </p:nvSpPr>
        <p:spPr>
          <a:xfrm>
            <a:off x="838200" y="853334"/>
            <a:ext cx="4844142" cy="5151334"/>
          </a:xfrm>
          <a:noFill/>
        </p:spPr>
        <p:txBody>
          <a:bodyPr>
            <a:noAutofit/>
          </a:bodyPr>
          <a:lstStyle/>
          <a:p>
            <a:r>
              <a:rPr lang="en-US" dirty="0"/>
              <a:t>Model Building</a:t>
            </a:r>
          </a:p>
        </p:txBody>
      </p:sp>
      <p:sp>
        <p:nvSpPr>
          <p:cNvPr id="4" name="TextBox 3">
            <a:extLst>
              <a:ext uri="{FF2B5EF4-FFF2-40B4-BE49-F238E27FC236}">
                <a16:creationId xmlns:a16="http://schemas.microsoft.com/office/drawing/2014/main" id="{FE97AC43-29E6-D819-FF0D-0860448DD464}"/>
              </a:ext>
            </a:extLst>
          </p:cNvPr>
          <p:cNvSpPr txBox="1"/>
          <p:nvPr/>
        </p:nvSpPr>
        <p:spPr>
          <a:xfrm>
            <a:off x="838200" y="1656113"/>
            <a:ext cx="3438832" cy="646331"/>
          </a:xfrm>
          <a:prstGeom prst="rect">
            <a:avLst/>
          </a:prstGeom>
          <a:noFill/>
        </p:spPr>
        <p:txBody>
          <a:bodyPr wrap="square" rtlCol="0">
            <a:spAutoFit/>
          </a:bodyPr>
          <a:lstStyle/>
          <a:p>
            <a:r>
              <a:rPr lang="en-GB" dirty="0">
                <a:solidFill>
                  <a:schemeClr val="bg1"/>
                </a:solidFill>
                <a:latin typeface="+mj-lt"/>
              </a:rPr>
              <a:t>Building and training machine learning models</a:t>
            </a:r>
          </a:p>
        </p:txBody>
      </p:sp>
    </p:spTree>
    <p:extLst>
      <p:ext uri="{BB962C8B-B14F-4D97-AF65-F5344CB8AC3E}">
        <p14:creationId xmlns:p14="http://schemas.microsoft.com/office/powerpoint/2010/main" val="1184253119"/>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853333"/>
            <a:ext cx="4844143" cy="2792412"/>
          </a:xfrm>
          <a:noFill/>
        </p:spPr>
        <p:txBody>
          <a:bodyPr>
            <a:noAutofit/>
          </a:bodyPr>
          <a:lstStyle/>
          <a:p>
            <a:r>
              <a:rPr lang="en-US" dirty="0"/>
              <a:t>Building and Training Models</a:t>
            </a: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3"/>
          </p:nvPr>
        </p:nvSpPr>
        <p:spPr>
          <a:xfrm>
            <a:off x="838200" y="3813681"/>
            <a:ext cx="4898571" cy="2188317"/>
          </a:xfrm>
          <a:noFill/>
        </p:spPr>
        <p:txBody>
          <a:bodyPr vert="horz" lIns="91440" tIns="45720" rIns="91440" bIns="45720" rtlCol="0" anchor="t">
            <a:normAutofit lnSpcReduction="10000"/>
          </a:bodyPr>
          <a:lstStyle/>
          <a:p>
            <a:r>
              <a:rPr lang="en-US" dirty="0"/>
              <a:t>With the data preprocessed and ready for training, we built three different machine learning algorithms and trained them on the training data. We used hyperparameter tuning for the more complex models to try and improve the accuracy before testing.</a:t>
            </a:r>
          </a:p>
          <a:p>
            <a:r>
              <a:rPr lang="en-US" dirty="0"/>
              <a:t>The three ML models we used are:</a:t>
            </a:r>
          </a:p>
        </p:txBody>
      </p:sp>
      <p:graphicFrame>
        <p:nvGraphicFramePr>
          <p:cNvPr id="11" name="Content Placeholder 10" descr="Lined list SmartArt graphic">
            <a:extLst>
              <a:ext uri="{FF2B5EF4-FFF2-40B4-BE49-F238E27FC236}">
                <a16:creationId xmlns:a16="http://schemas.microsoft.com/office/drawing/2014/main" id="{C619B1BA-71C2-42B2-CE82-5EBA957CEB36}"/>
              </a:ext>
            </a:extLst>
          </p:cNvPr>
          <p:cNvGraphicFramePr>
            <a:graphicFrameLocks noGrp="1"/>
          </p:cNvGraphicFramePr>
          <p:nvPr>
            <p:ph sz="half" idx="2"/>
            <p:extLst>
              <p:ext uri="{D42A27DB-BD31-4B8C-83A1-F6EECF244321}">
                <p14:modId xmlns:p14="http://schemas.microsoft.com/office/powerpoint/2010/main" val="2576962486"/>
              </p:ext>
            </p:extLst>
          </p:nvPr>
        </p:nvGraphicFramePr>
        <p:xfrm>
          <a:off x="6510338" y="850900"/>
          <a:ext cx="4843462" cy="5403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241225"/>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4187331-6706-5434-190D-0174D4B7F316}"/>
              </a:ext>
            </a:extLst>
          </p:cNvPr>
          <p:cNvSpPr>
            <a:spLocks noGrp="1"/>
          </p:cNvSpPr>
          <p:nvPr>
            <p:ph type="title"/>
          </p:nvPr>
        </p:nvSpPr>
        <p:spPr>
          <a:xfrm>
            <a:off x="838200" y="990987"/>
            <a:ext cx="10515602" cy="1377184"/>
          </a:xfrm>
        </p:spPr>
        <p:txBody>
          <a:bodyPr>
            <a:normAutofit/>
          </a:bodyPr>
          <a:lstStyle/>
          <a:p>
            <a:pPr algn="ctr"/>
            <a:r>
              <a:rPr lang="en-GB" sz="7200" dirty="0"/>
              <a:t>The Models</a:t>
            </a:r>
          </a:p>
        </p:txBody>
      </p:sp>
      <p:graphicFrame>
        <p:nvGraphicFramePr>
          <p:cNvPr id="6" name="Content Placeholder 5">
            <a:extLst>
              <a:ext uri="{FF2B5EF4-FFF2-40B4-BE49-F238E27FC236}">
                <a16:creationId xmlns:a16="http://schemas.microsoft.com/office/drawing/2014/main" id="{B59F138B-D01C-12F4-2ADD-8B0723D321DA}"/>
              </a:ext>
            </a:extLst>
          </p:cNvPr>
          <p:cNvGraphicFramePr>
            <a:graphicFrameLocks noGrp="1"/>
          </p:cNvGraphicFramePr>
          <p:nvPr>
            <p:ph sz="quarter" idx="14"/>
            <p:extLst>
              <p:ext uri="{D42A27DB-BD31-4B8C-83A1-F6EECF244321}">
                <p14:modId xmlns:p14="http://schemas.microsoft.com/office/powerpoint/2010/main" val="307324376"/>
              </p:ext>
            </p:extLst>
          </p:nvPr>
        </p:nvGraphicFramePr>
        <p:xfrm>
          <a:off x="838200" y="2399913"/>
          <a:ext cx="10515600" cy="3467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14522372"/>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B67C5E-EBA7-82E3-CE4B-1A81532F8E6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7DFE84-B92C-7652-D420-17BAEBCA6049}"/>
              </a:ext>
            </a:extLst>
          </p:cNvPr>
          <p:cNvSpPr>
            <a:spLocks noGrp="1"/>
          </p:cNvSpPr>
          <p:nvPr>
            <p:ph type="title"/>
          </p:nvPr>
        </p:nvSpPr>
        <p:spPr/>
        <p:txBody>
          <a:bodyPr>
            <a:normAutofit fontScale="90000"/>
          </a:bodyPr>
          <a:lstStyle/>
          <a:p>
            <a:pPr algn="ctr"/>
            <a:r>
              <a:rPr lang="en-GB" sz="7200" dirty="0"/>
              <a:t>Logistic Regression Model</a:t>
            </a:r>
          </a:p>
        </p:txBody>
      </p:sp>
      <p:sp>
        <p:nvSpPr>
          <p:cNvPr id="7" name="Content Placeholder 6">
            <a:extLst>
              <a:ext uri="{FF2B5EF4-FFF2-40B4-BE49-F238E27FC236}">
                <a16:creationId xmlns:a16="http://schemas.microsoft.com/office/drawing/2014/main" id="{229A5699-E7A9-CBF4-D0D1-2A23A099F406}"/>
              </a:ext>
            </a:extLst>
          </p:cNvPr>
          <p:cNvSpPr>
            <a:spLocks noGrp="1"/>
          </p:cNvSpPr>
          <p:nvPr>
            <p:ph sz="quarter" idx="16"/>
          </p:nvPr>
        </p:nvSpPr>
        <p:spPr/>
        <p:txBody>
          <a:bodyPr>
            <a:normAutofit/>
          </a:bodyPr>
          <a:lstStyle/>
          <a:p>
            <a:pPr marL="0" indent="0">
              <a:buNone/>
            </a:pPr>
            <a:r>
              <a:rPr lang="en-GB" dirty="0"/>
              <a:t>Our first model used binomial logistic regression, to predict the binary target labels of smoker vs. non-smoker. We used the encoded and standardised data for this model, as logistic regression models are sensitive to feature scale. The logistic regression model was relatively simple compared to the other classifier models.</a:t>
            </a:r>
          </a:p>
          <a:p>
            <a:pPr marL="0" indent="0">
              <a:buNone/>
            </a:pPr>
            <a:endParaRPr lang="en-GB" dirty="0"/>
          </a:p>
          <a:p>
            <a:pPr marL="0" indent="0">
              <a:buNone/>
            </a:pPr>
            <a:r>
              <a:rPr lang="en-GB" dirty="0"/>
              <a:t>A binomial logistic regression model predicts the probability that an input belongs to one of two classes. It uses the sigmoid function and weighted sums of input features to generate a probability between 1 (one label) and 0 (the other label) and determine which the input is most likely to be.</a:t>
            </a:r>
          </a:p>
        </p:txBody>
      </p:sp>
      <p:sp>
        <p:nvSpPr>
          <p:cNvPr id="8" name="Rectangle: Rounded Corners 7">
            <a:extLst>
              <a:ext uri="{FF2B5EF4-FFF2-40B4-BE49-F238E27FC236}">
                <a16:creationId xmlns:a16="http://schemas.microsoft.com/office/drawing/2014/main" id="{98CA089F-8E4C-0546-54A1-F6240B0ADB93}"/>
              </a:ext>
            </a:extLst>
          </p:cNvPr>
          <p:cNvSpPr/>
          <p:nvPr/>
        </p:nvSpPr>
        <p:spPr>
          <a:xfrm>
            <a:off x="2132526" y="3751345"/>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380920676"/>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64F0-4633-9E85-9787-5050199CEB5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493611-26EA-543F-07EE-6F42A7D82803}"/>
              </a:ext>
            </a:extLst>
          </p:cNvPr>
          <p:cNvSpPr>
            <a:spLocks noGrp="1"/>
          </p:cNvSpPr>
          <p:nvPr>
            <p:ph type="title"/>
          </p:nvPr>
        </p:nvSpPr>
        <p:spPr/>
        <p:txBody>
          <a:bodyPr>
            <a:normAutofit fontScale="90000"/>
          </a:bodyPr>
          <a:lstStyle/>
          <a:p>
            <a:pPr algn="ctr"/>
            <a:r>
              <a:rPr lang="en-GB" sz="7200" dirty="0"/>
              <a:t>Random Forests Classifier</a:t>
            </a:r>
          </a:p>
        </p:txBody>
      </p:sp>
      <p:sp>
        <p:nvSpPr>
          <p:cNvPr id="7" name="Content Placeholder 6">
            <a:extLst>
              <a:ext uri="{FF2B5EF4-FFF2-40B4-BE49-F238E27FC236}">
                <a16:creationId xmlns:a16="http://schemas.microsoft.com/office/drawing/2014/main" id="{29BACD7D-96A6-CCFE-2758-D4FDB26C3EEA}"/>
              </a:ext>
            </a:extLst>
          </p:cNvPr>
          <p:cNvSpPr>
            <a:spLocks noGrp="1"/>
          </p:cNvSpPr>
          <p:nvPr>
            <p:ph sz="quarter" idx="16"/>
          </p:nvPr>
        </p:nvSpPr>
        <p:spPr/>
        <p:txBody>
          <a:bodyPr>
            <a:normAutofit/>
          </a:bodyPr>
          <a:lstStyle/>
          <a:p>
            <a:pPr marL="0" indent="0">
              <a:buNone/>
            </a:pPr>
            <a:r>
              <a:rPr lang="en-GB" dirty="0"/>
              <a:t>Our second model used a combination of many decision trees to select a predicted label for each input. Using a technique called hyperparameter tuning, we cycled over multiple values of hyperparameters to select the best number of decision trees for the random forest classifier before building our model.</a:t>
            </a:r>
          </a:p>
          <a:p>
            <a:pPr marL="0" indent="0">
              <a:buNone/>
            </a:pPr>
            <a:endParaRPr lang="en-GB" dirty="0"/>
          </a:p>
          <a:p>
            <a:pPr marL="0" indent="0">
              <a:buNone/>
            </a:pPr>
            <a:r>
              <a:rPr lang="en-GB" dirty="0"/>
              <a:t>Random forest classifiers work by building many decision trees, each trained on different parts of the data. Each tree makes its own prediction, and the random forest chooses the final label by taking a majority vote from all the trees. This approach avoids overfitting and tends to improve prediction accuracy.</a:t>
            </a:r>
          </a:p>
        </p:txBody>
      </p:sp>
      <p:sp>
        <p:nvSpPr>
          <p:cNvPr id="3" name="Rectangle: Rounded Corners 2">
            <a:extLst>
              <a:ext uri="{FF2B5EF4-FFF2-40B4-BE49-F238E27FC236}">
                <a16:creationId xmlns:a16="http://schemas.microsoft.com/office/drawing/2014/main" id="{004047F2-F607-B150-0737-791BF39C937C}"/>
              </a:ext>
            </a:extLst>
          </p:cNvPr>
          <p:cNvSpPr/>
          <p:nvPr/>
        </p:nvSpPr>
        <p:spPr>
          <a:xfrm>
            <a:off x="2132526" y="3751345"/>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dirty="0"/>
          </a:p>
        </p:txBody>
      </p:sp>
    </p:spTree>
    <p:extLst>
      <p:ext uri="{BB962C8B-B14F-4D97-AF65-F5344CB8AC3E}">
        <p14:creationId xmlns:p14="http://schemas.microsoft.com/office/powerpoint/2010/main" val="2930555874"/>
      </p:ext>
    </p:extLst>
  </p:cSld>
  <p:clrMapOvr>
    <a:masterClrMapping/>
  </p:clrMapOvr>
  <p:transition spd="slow">
    <p:push dir="u"/>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2C3510-AB40-91B6-222B-BA931BB7C48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8CBDE7-F025-1B91-9645-4FF7BEA4179E}"/>
              </a:ext>
            </a:extLst>
          </p:cNvPr>
          <p:cNvSpPr>
            <a:spLocks noGrp="1"/>
          </p:cNvSpPr>
          <p:nvPr>
            <p:ph type="title"/>
          </p:nvPr>
        </p:nvSpPr>
        <p:spPr/>
        <p:txBody>
          <a:bodyPr>
            <a:normAutofit fontScale="90000"/>
          </a:bodyPr>
          <a:lstStyle/>
          <a:p>
            <a:pPr algn="ctr"/>
            <a:r>
              <a:rPr lang="en-GB" sz="7200" dirty="0"/>
              <a:t>K-Nearest Neighbours Classifier</a:t>
            </a:r>
          </a:p>
        </p:txBody>
      </p:sp>
      <p:sp>
        <p:nvSpPr>
          <p:cNvPr id="7" name="Content Placeholder 6">
            <a:extLst>
              <a:ext uri="{FF2B5EF4-FFF2-40B4-BE49-F238E27FC236}">
                <a16:creationId xmlns:a16="http://schemas.microsoft.com/office/drawing/2014/main" id="{B82E5086-8E2A-6DF6-F6EE-46909F569ED5}"/>
              </a:ext>
            </a:extLst>
          </p:cNvPr>
          <p:cNvSpPr>
            <a:spLocks noGrp="1"/>
          </p:cNvSpPr>
          <p:nvPr>
            <p:ph sz="quarter" idx="16"/>
          </p:nvPr>
        </p:nvSpPr>
        <p:spPr/>
        <p:txBody>
          <a:bodyPr>
            <a:normAutofit/>
          </a:bodyPr>
          <a:lstStyle/>
          <a:p>
            <a:pPr marL="0" indent="0">
              <a:buNone/>
            </a:pPr>
            <a:r>
              <a:rPr lang="en-GB" dirty="0"/>
              <a:t>Our third model predicted smoker status based on the most similar data points to each input. We used the standardised data, as k-nearest neighbours (KNN) models use ‘distance’ to calculate labels and are sensitive to feature scale.</a:t>
            </a:r>
          </a:p>
          <a:p>
            <a:pPr marL="0" indent="0">
              <a:buNone/>
            </a:pPr>
            <a:endParaRPr lang="en-GB" dirty="0"/>
          </a:p>
          <a:p>
            <a:pPr marL="0" indent="0">
              <a:buNone/>
            </a:pPr>
            <a:r>
              <a:rPr lang="en-GB" dirty="0"/>
              <a:t>The model predicts labels for each input by looking at the labels of the ‘k-closest’ data points in the training set. The model assigns the most common label among these neighbours to the input. The value of k controls how many neighbours are considered for each prediction. We calculated the optimal K using hyperparameter tuning as we did with the random forest classifier.</a:t>
            </a:r>
          </a:p>
        </p:txBody>
      </p:sp>
      <p:sp>
        <p:nvSpPr>
          <p:cNvPr id="2" name="Rectangle: Rounded Corners 1">
            <a:extLst>
              <a:ext uri="{FF2B5EF4-FFF2-40B4-BE49-F238E27FC236}">
                <a16:creationId xmlns:a16="http://schemas.microsoft.com/office/drawing/2014/main" id="{B86F96B6-A3CA-06A2-8FDD-0B2231C10C29}"/>
              </a:ext>
            </a:extLst>
          </p:cNvPr>
          <p:cNvSpPr/>
          <p:nvPr/>
        </p:nvSpPr>
        <p:spPr>
          <a:xfrm>
            <a:off x="2132526" y="3791509"/>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35731229"/>
      </p:ext>
    </p:extLst>
  </p:cSld>
  <p:clrMapOvr>
    <a:masterClrMapping/>
  </p:clrMapOvr>
  <p:transition spd="slow">
    <p:push dir="u"/>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332A7B78-F104-CDAC-C0EA-4EB8640CD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A1B01-E24A-9883-9359-74CA3AB62173}"/>
              </a:ext>
            </a:extLst>
          </p:cNvPr>
          <p:cNvSpPr>
            <a:spLocks noGrp="1"/>
          </p:cNvSpPr>
          <p:nvPr>
            <p:ph type="title"/>
          </p:nvPr>
        </p:nvSpPr>
        <p:spPr>
          <a:xfrm>
            <a:off x="838200" y="853334"/>
            <a:ext cx="4844142" cy="5151334"/>
          </a:xfrm>
          <a:noFill/>
        </p:spPr>
        <p:txBody>
          <a:bodyPr>
            <a:noAutofit/>
          </a:bodyPr>
          <a:lstStyle/>
          <a:p>
            <a:r>
              <a:rPr lang="en-US" dirty="0"/>
              <a:t>Model Evaluation</a:t>
            </a:r>
          </a:p>
        </p:txBody>
      </p:sp>
      <p:pic>
        <p:nvPicPr>
          <p:cNvPr id="9" name="Online Image Placeholder 12" descr="A pencil on top of a paper with a printed line graph">
            <a:extLst>
              <a:ext uri="{FF2B5EF4-FFF2-40B4-BE49-F238E27FC236}">
                <a16:creationId xmlns:a16="http://schemas.microsoft.com/office/drawing/2014/main" id="{FB333BA2-04D9-BEF0-A13B-D6EDCAC20D0F}"/>
              </a:ext>
            </a:extLst>
          </p:cNvPr>
          <p:cNvPicPr>
            <a:picLocks noGrp="1" noChangeAspect="1"/>
          </p:cNvPicPr>
          <p:nvPr>
            <p:ph type="pic" sz="quarter" idx="11"/>
          </p:nvPr>
        </p:nvPicPr>
        <p:blipFill>
          <a:blip r:embed="rId2">
            <a:duotone>
              <a:schemeClr val="accent3">
                <a:shade val="45000"/>
                <a:satMod val="135000"/>
              </a:schemeClr>
              <a:prstClr val="white"/>
            </a:duotone>
          </a:blip>
          <a:srcRect/>
          <a:stretch/>
        </p:blipFill>
        <p:spPr>
          <a:xfrm>
            <a:off x="6428012" y="685800"/>
            <a:ext cx="5070020" cy="5486400"/>
          </a:xfrm>
        </p:spPr>
      </p:pic>
      <p:sp>
        <p:nvSpPr>
          <p:cNvPr id="4" name="TextBox 3">
            <a:extLst>
              <a:ext uri="{FF2B5EF4-FFF2-40B4-BE49-F238E27FC236}">
                <a16:creationId xmlns:a16="http://schemas.microsoft.com/office/drawing/2014/main" id="{B106978E-B37B-AD3D-2F54-44D793F820DC}"/>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Evaluating model performance</a:t>
            </a:r>
          </a:p>
        </p:txBody>
      </p:sp>
    </p:spTree>
    <p:extLst>
      <p:ext uri="{BB962C8B-B14F-4D97-AF65-F5344CB8AC3E}">
        <p14:creationId xmlns:p14="http://schemas.microsoft.com/office/powerpoint/2010/main" val="3550195226"/>
      </p:ext>
    </p:extLst>
  </p:cSld>
  <p:clrMapOvr>
    <a:masterClrMapping/>
  </p:clrMapOvr>
  <p:transition spd="slow">
    <p:push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B36E22-9F41-2C57-13A0-B5EA6290D3D8}"/>
              </a:ext>
            </a:extLst>
          </p:cNvPr>
          <p:cNvSpPr>
            <a:spLocks noGrp="1"/>
          </p:cNvSpPr>
          <p:nvPr>
            <p:ph type="title"/>
          </p:nvPr>
        </p:nvSpPr>
        <p:spPr/>
        <p:txBody>
          <a:bodyPr/>
          <a:lstStyle/>
          <a:p>
            <a:r>
              <a:rPr lang="en-GB" dirty="0"/>
              <a:t>Testing Models</a:t>
            </a:r>
          </a:p>
        </p:txBody>
      </p:sp>
      <p:sp>
        <p:nvSpPr>
          <p:cNvPr id="6" name="TextBox 5">
            <a:extLst>
              <a:ext uri="{FF2B5EF4-FFF2-40B4-BE49-F238E27FC236}">
                <a16:creationId xmlns:a16="http://schemas.microsoft.com/office/drawing/2014/main" id="{377F0B66-5FFE-C03E-A6D9-BC308BF71027}"/>
              </a:ext>
            </a:extLst>
          </p:cNvPr>
          <p:cNvSpPr txBox="1"/>
          <p:nvPr/>
        </p:nvSpPr>
        <p:spPr>
          <a:xfrm>
            <a:off x="6509658" y="1582346"/>
            <a:ext cx="4844142" cy="3693319"/>
          </a:xfrm>
          <a:prstGeom prst="rect">
            <a:avLst/>
          </a:prstGeom>
          <a:noFill/>
        </p:spPr>
        <p:txBody>
          <a:bodyPr wrap="square" rtlCol="0" anchor="ctr">
            <a:spAutoFit/>
          </a:bodyPr>
          <a:lstStyle/>
          <a:p>
            <a:r>
              <a:rPr lang="en-GB" dirty="0">
                <a:latin typeface="Yu Gothic UI Semilight" panose="020B0400000000000000" pitchFamily="34" charset="-128"/>
                <a:ea typeface="Yu Gothic UI Semilight" panose="020B0400000000000000" pitchFamily="34" charset="-128"/>
              </a:rPr>
              <a:t>The three classification models were tested on the test set of data by predicting the smoker status of each entry. These predictions were compared against the actual smoker status of each entry, allowing us to calculate how accurate the models were. </a:t>
            </a:r>
          </a:p>
          <a:p>
            <a:endParaRPr lang="en-GB" dirty="0">
              <a:latin typeface="Yu Gothic UI Semilight" panose="020B0400000000000000" pitchFamily="34" charset="-128"/>
              <a:ea typeface="Yu Gothic UI Semilight" panose="020B0400000000000000" pitchFamily="34" charset="-128"/>
            </a:endParaRPr>
          </a:p>
          <a:p>
            <a:r>
              <a:rPr lang="en-GB" dirty="0">
                <a:latin typeface="Yu Gothic UI Semilight" panose="020B0400000000000000" pitchFamily="34" charset="-128"/>
                <a:ea typeface="Yu Gothic UI Semilight" panose="020B0400000000000000" pitchFamily="34" charset="-128"/>
              </a:rPr>
              <a:t>All three models achieved around 0.8 (80%) accuracy. However, the actual correct classifications were not balanced between the two classes. We used confusion matrices to display how many false positives and false negatives the models predicted.</a:t>
            </a:r>
          </a:p>
        </p:txBody>
      </p:sp>
    </p:spTree>
    <p:extLst>
      <p:ext uri="{BB962C8B-B14F-4D97-AF65-F5344CB8AC3E}">
        <p14:creationId xmlns:p14="http://schemas.microsoft.com/office/powerpoint/2010/main" val="4293617660"/>
      </p:ext>
    </p:extLst>
  </p:cSld>
  <p:clrMapOvr>
    <a:masterClrMapping/>
  </p:clrMapOvr>
  <p:transition spd="slow">
    <p:push dir="u"/>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DFFF16-D4F0-FA29-DF2D-0200E29E1E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6E7A382-D3BC-E550-F98F-EA2E41B75BD6}"/>
              </a:ext>
            </a:extLst>
          </p:cNvPr>
          <p:cNvSpPr>
            <a:spLocks noGrp="1"/>
          </p:cNvSpPr>
          <p:nvPr>
            <p:ph type="title"/>
          </p:nvPr>
        </p:nvSpPr>
        <p:spPr>
          <a:xfrm>
            <a:off x="838200" y="990987"/>
            <a:ext cx="10515602" cy="1377184"/>
          </a:xfrm>
        </p:spPr>
        <p:txBody>
          <a:bodyPr>
            <a:normAutofit/>
          </a:bodyPr>
          <a:lstStyle/>
          <a:p>
            <a:pPr algn="ctr"/>
            <a:r>
              <a:rPr lang="en-GB" sz="7200" dirty="0"/>
              <a:t>The Models</a:t>
            </a:r>
          </a:p>
        </p:txBody>
      </p:sp>
      <p:graphicFrame>
        <p:nvGraphicFramePr>
          <p:cNvPr id="6" name="Content Placeholder 5">
            <a:extLst>
              <a:ext uri="{FF2B5EF4-FFF2-40B4-BE49-F238E27FC236}">
                <a16:creationId xmlns:a16="http://schemas.microsoft.com/office/drawing/2014/main" id="{BF9B3699-5D90-5B4C-DC11-74038794DB61}"/>
              </a:ext>
            </a:extLst>
          </p:cNvPr>
          <p:cNvGraphicFramePr>
            <a:graphicFrameLocks noGrp="1"/>
          </p:cNvGraphicFramePr>
          <p:nvPr>
            <p:ph sz="quarter" idx="14"/>
          </p:nvPr>
        </p:nvGraphicFramePr>
        <p:xfrm>
          <a:off x="838200" y="2399913"/>
          <a:ext cx="10515600" cy="3467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4867597"/>
      </p:ext>
    </p:extLst>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4B51D8D2-8E06-00D9-41A8-79EDA1DC27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53E9CE-1D72-D71E-9CC9-92D9124B0091}"/>
              </a:ext>
            </a:extLst>
          </p:cNvPr>
          <p:cNvSpPr>
            <a:spLocks noGrp="1"/>
          </p:cNvSpPr>
          <p:nvPr>
            <p:ph type="title"/>
          </p:nvPr>
        </p:nvSpPr>
        <p:spPr>
          <a:xfrm>
            <a:off x="838200" y="853333"/>
            <a:ext cx="4844143" cy="2792412"/>
          </a:xfrm>
        </p:spPr>
        <p:txBody>
          <a:bodyPr anchor="t">
            <a:normAutofit/>
          </a:bodyPr>
          <a:lstStyle/>
          <a:p>
            <a:r>
              <a:rPr lang="en-GB" dirty="0"/>
              <a:t>Logistic Regression Model Confusion Matrix</a:t>
            </a:r>
          </a:p>
        </p:txBody>
      </p:sp>
      <p:sp>
        <p:nvSpPr>
          <p:cNvPr id="15" name="Content Placeholder 14">
            <a:extLst>
              <a:ext uri="{FF2B5EF4-FFF2-40B4-BE49-F238E27FC236}">
                <a16:creationId xmlns:a16="http://schemas.microsoft.com/office/drawing/2014/main" id="{A78FA7C7-CE2F-07E3-841D-C57C976D6D2D}"/>
              </a:ext>
            </a:extLst>
          </p:cNvPr>
          <p:cNvSpPr>
            <a:spLocks noGrp="1"/>
          </p:cNvSpPr>
          <p:nvPr>
            <p:ph sz="quarter" idx="13"/>
          </p:nvPr>
        </p:nvSpPr>
        <p:spPr>
          <a:xfrm>
            <a:off x="837521" y="3429000"/>
            <a:ext cx="4844142" cy="2574925"/>
          </a:xfrm>
        </p:spPr>
        <p:txBody>
          <a:bodyPr>
            <a:normAutofit/>
          </a:bodyPr>
          <a:lstStyle/>
          <a:p>
            <a:pPr marL="0" indent="0">
              <a:lnSpc>
                <a:spcPct val="100000"/>
              </a:lnSpc>
              <a:buNone/>
            </a:pPr>
            <a:r>
              <a:rPr lang="en-GB" sz="1800" dirty="0"/>
              <a:t>Our binomial logistic regression model was the simplest out of the three. It achieved an accuracy score of 0.82 (82%), the highest out of the three models. The confusion matrix shows that the model predicted class 0 (non-smoker) well, but struggled with class 1 (smoker). The number of false negatives predicted (203) was much higher than the number of true positives predicted (74).</a:t>
            </a:r>
            <a:endParaRPr lang="en-GB" sz="1400" dirty="0"/>
          </a:p>
        </p:txBody>
      </p:sp>
      <p:pic>
        <p:nvPicPr>
          <p:cNvPr id="12" name="Picture Placeholder 11">
            <a:extLst>
              <a:ext uri="{FF2B5EF4-FFF2-40B4-BE49-F238E27FC236}">
                <a16:creationId xmlns:a16="http://schemas.microsoft.com/office/drawing/2014/main" id="{5BB94179-4BD3-DD33-338E-0B8EC4FFB69C}"/>
              </a:ext>
            </a:extLst>
          </p:cNvPr>
          <p:cNvPicPr>
            <a:picLocks noGrp="1" noChangeAspect="1"/>
          </p:cNvPicPr>
          <p:nvPr>
            <p:ph sz="quarter" idx="16"/>
          </p:nvPr>
        </p:nvPicPr>
        <p:blipFill>
          <a:blip r:embed="rId2"/>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2104800728"/>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770F8C5C-7033-4B02-90EB-FEA722279D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C1B305-BEC8-CA49-40C1-58C6A65AA303}"/>
              </a:ext>
            </a:extLst>
          </p:cNvPr>
          <p:cNvSpPr>
            <a:spLocks noGrp="1"/>
          </p:cNvSpPr>
          <p:nvPr>
            <p:ph type="title"/>
          </p:nvPr>
        </p:nvSpPr>
        <p:spPr>
          <a:xfrm>
            <a:off x="838200" y="853333"/>
            <a:ext cx="4844143" cy="2792412"/>
          </a:xfrm>
        </p:spPr>
        <p:txBody>
          <a:bodyPr anchor="t">
            <a:normAutofit/>
          </a:bodyPr>
          <a:lstStyle/>
          <a:p>
            <a:r>
              <a:rPr lang="en-GB" dirty="0"/>
              <a:t>Random Forests Classifier Confusion Matrix</a:t>
            </a:r>
          </a:p>
        </p:txBody>
      </p:sp>
      <p:sp>
        <p:nvSpPr>
          <p:cNvPr id="15" name="Content Placeholder 14">
            <a:extLst>
              <a:ext uri="{FF2B5EF4-FFF2-40B4-BE49-F238E27FC236}">
                <a16:creationId xmlns:a16="http://schemas.microsoft.com/office/drawing/2014/main" id="{5D3DDD3C-6AA2-D9F5-8918-C19D81DB99B8}"/>
              </a:ext>
            </a:extLst>
          </p:cNvPr>
          <p:cNvSpPr>
            <a:spLocks noGrp="1"/>
          </p:cNvSpPr>
          <p:nvPr>
            <p:ph sz="quarter" idx="13"/>
          </p:nvPr>
        </p:nvSpPr>
        <p:spPr>
          <a:xfrm>
            <a:off x="837521" y="3429000"/>
            <a:ext cx="4844142" cy="2574925"/>
          </a:xfrm>
        </p:spPr>
        <p:txBody>
          <a:bodyPr>
            <a:normAutofit fontScale="77500" lnSpcReduction="20000"/>
          </a:bodyPr>
          <a:lstStyle/>
          <a:p>
            <a:pPr marL="0" indent="0">
              <a:lnSpc>
                <a:spcPct val="120000"/>
              </a:lnSpc>
              <a:buNone/>
            </a:pPr>
            <a:r>
              <a:rPr lang="en-GB" dirty="0"/>
              <a:t>Our random forests model achieved 0.80 (80%) accuracy, the lowest accuracy score out of the three models. The confusion matrix shows that the model predicted class 0 (non-smoker) better than class 1 (smoker) just as the logistic regression model did. This model predicted slightly more false negatives than the logistic regression model.</a:t>
            </a:r>
            <a:endParaRPr lang="en-GB" sz="1700" dirty="0"/>
          </a:p>
        </p:txBody>
      </p:sp>
      <p:pic>
        <p:nvPicPr>
          <p:cNvPr id="12" name="Picture Placeholder 11">
            <a:extLst>
              <a:ext uri="{FF2B5EF4-FFF2-40B4-BE49-F238E27FC236}">
                <a16:creationId xmlns:a16="http://schemas.microsoft.com/office/drawing/2014/main" id="{999836BF-CC51-010F-7976-371F7D3B1A67}"/>
              </a:ext>
            </a:extLst>
          </p:cNvPr>
          <p:cNvPicPr>
            <a:picLocks noGrp="1" noChangeAspect="1"/>
          </p:cNvPicPr>
          <p:nvPr>
            <p:ph sz="quarter" idx="16"/>
          </p:nvPr>
        </p:nvPicPr>
        <p:blipFill>
          <a:blip r:embed="rId2"/>
          <a:srcRect/>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1132443249"/>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C084427D-6B9F-D819-A788-13476D4CDD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50EFAB-624A-0CD1-EAFC-5DC27EBCC0E9}"/>
              </a:ext>
            </a:extLst>
          </p:cNvPr>
          <p:cNvSpPr>
            <a:spLocks noGrp="1"/>
          </p:cNvSpPr>
          <p:nvPr>
            <p:ph type="title"/>
          </p:nvPr>
        </p:nvSpPr>
        <p:spPr>
          <a:xfrm>
            <a:off x="838200" y="853333"/>
            <a:ext cx="4844143" cy="2792412"/>
          </a:xfrm>
        </p:spPr>
        <p:txBody>
          <a:bodyPr anchor="t">
            <a:normAutofit/>
          </a:bodyPr>
          <a:lstStyle/>
          <a:p>
            <a:r>
              <a:rPr lang="en-GB" dirty="0"/>
              <a:t>K-Nearest Neighbours Classifier Confusion Matrix</a:t>
            </a:r>
          </a:p>
        </p:txBody>
      </p:sp>
      <p:sp>
        <p:nvSpPr>
          <p:cNvPr id="15" name="Content Placeholder 14">
            <a:extLst>
              <a:ext uri="{FF2B5EF4-FFF2-40B4-BE49-F238E27FC236}">
                <a16:creationId xmlns:a16="http://schemas.microsoft.com/office/drawing/2014/main" id="{975B554C-8B27-27B6-5609-89878B3CCECA}"/>
              </a:ext>
            </a:extLst>
          </p:cNvPr>
          <p:cNvSpPr>
            <a:spLocks noGrp="1"/>
          </p:cNvSpPr>
          <p:nvPr>
            <p:ph sz="quarter" idx="13"/>
          </p:nvPr>
        </p:nvSpPr>
        <p:spPr>
          <a:xfrm>
            <a:off x="837521" y="3429000"/>
            <a:ext cx="4844142" cy="2574925"/>
          </a:xfrm>
        </p:spPr>
        <p:txBody>
          <a:bodyPr>
            <a:normAutofit fontScale="77500" lnSpcReduction="20000"/>
          </a:bodyPr>
          <a:lstStyle/>
          <a:p>
            <a:pPr marL="0" indent="0">
              <a:lnSpc>
                <a:spcPct val="120000"/>
              </a:lnSpc>
              <a:buNone/>
            </a:pPr>
            <a:r>
              <a:rPr lang="en-GB" dirty="0"/>
              <a:t>The KNN model achieved 0.81 (81%) accuracy but appeared to have the same difficulty predicting class 1 (smoker) correctly as the previous two models. This model predicted far fewer false positives (28) than true negatives (1118), but also predicted far more false negatives (249) than true positives (28) than the other two models.</a:t>
            </a:r>
            <a:endParaRPr lang="en-GB" sz="1700" dirty="0"/>
          </a:p>
        </p:txBody>
      </p:sp>
      <p:pic>
        <p:nvPicPr>
          <p:cNvPr id="12" name="Picture Placeholder 11">
            <a:extLst>
              <a:ext uri="{FF2B5EF4-FFF2-40B4-BE49-F238E27FC236}">
                <a16:creationId xmlns:a16="http://schemas.microsoft.com/office/drawing/2014/main" id="{7CBC8138-F1FC-DE53-3ED8-740068553FBD}"/>
              </a:ext>
            </a:extLst>
          </p:cNvPr>
          <p:cNvPicPr>
            <a:picLocks noGrp="1" noChangeAspect="1"/>
          </p:cNvPicPr>
          <p:nvPr>
            <p:ph sz="quarter" idx="16"/>
          </p:nvPr>
        </p:nvPicPr>
        <p:blipFill>
          <a:blip r:embed="rId2"/>
          <a:srcRect/>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4107183884"/>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85547-9107-F195-82DC-464CBC3A5C67}"/>
              </a:ext>
            </a:extLst>
          </p:cNvPr>
          <p:cNvSpPr>
            <a:spLocks noGrp="1"/>
          </p:cNvSpPr>
          <p:nvPr>
            <p:ph type="title"/>
          </p:nvPr>
        </p:nvSpPr>
        <p:spPr>
          <a:xfrm>
            <a:off x="838200" y="853333"/>
            <a:ext cx="4844143" cy="5151334"/>
          </a:xfrm>
        </p:spPr>
        <p:txBody>
          <a:bodyPr anchor="ctr">
            <a:normAutofit/>
          </a:bodyPr>
          <a:lstStyle/>
          <a:p>
            <a:r>
              <a:rPr lang="en-GB" dirty="0"/>
              <a:t>Evaluation Summary</a:t>
            </a:r>
          </a:p>
        </p:txBody>
      </p:sp>
      <p:sp>
        <p:nvSpPr>
          <p:cNvPr id="3" name="Content Placeholder 2">
            <a:extLst>
              <a:ext uri="{FF2B5EF4-FFF2-40B4-BE49-F238E27FC236}">
                <a16:creationId xmlns:a16="http://schemas.microsoft.com/office/drawing/2014/main" id="{72A634FE-5870-F0B2-02F3-BD5F3981D112}"/>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6455228" y="853333"/>
            <a:ext cx="4997631" cy="5151334"/>
          </a:xfrm>
        </p:spPr>
        <p:txBody>
          <a:bodyPr>
            <a:normAutofit/>
          </a:bodyPr>
          <a:lstStyle/>
          <a:p>
            <a:pPr marL="0" lvl="0" indent="0">
              <a:spcBef>
                <a:spcPts val="2500"/>
              </a:spcBef>
              <a:buFont typeface="Arial" panose="020B0604020202020204" pitchFamily="34" charset="0"/>
              <a:buNone/>
            </a:pPr>
            <a:r>
              <a:rPr lang="en-GB" sz="1400" b="1" dirty="0"/>
              <a:t>Prediction Accuracy</a:t>
            </a:r>
          </a:p>
          <a:p>
            <a:pPr marL="0" lvl="1" indent="0">
              <a:buFont typeface="Arial" panose="020B0604020202020204" pitchFamily="34" charset="0"/>
              <a:buNone/>
            </a:pPr>
            <a:r>
              <a:rPr lang="en-GB" sz="1400" dirty="0"/>
              <a:t>The three models predicted class 0 (non-smoker) very well but struggled with class 1 (smoker). We saw that the overall accuracy was high, but this was mostly due to stronger performance on class 0.​</a:t>
            </a:r>
          </a:p>
          <a:p>
            <a:pPr marL="0" lvl="0" indent="0">
              <a:spcBef>
                <a:spcPts val="2500"/>
              </a:spcBef>
              <a:buFont typeface="Arial" panose="020B0604020202020204" pitchFamily="34" charset="0"/>
              <a:buNone/>
            </a:pPr>
            <a:r>
              <a:rPr lang="en-GB" sz="1400" b="1" dirty="0"/>
              <a:t>Model Recall</a:t>
            </a:r>
          </a:p>
          <a:p>
            <a:pPr marL="0" lvl="1" indent="0">
              <a:buFont typeface="Arial" panose="020B0604020202020204" pitchFamily="34" charset="0"/>
              <a:buNone/>
            </a:pPr>
            <a:r>
              <a:rPr lang="en-GB" sz="1400" dirty="0"/>
              <a:t>The low recall for class 1 meant we missed many actual class 1 cases. This showed the models were likely biased towards the majority class, suggesting that our dataset’s features, or at least those we selected, were not predictive of smoker status.​</a:t>
            </a:r>
          </a:p>
          <a:p>
            <a:pPr marL="0" lvl="0" indent="0">
              <a:spcBef>
                <a:spcPts val="2500"/>
              </a:spcBef>
              <a:buFont typeface="Arial" panose="020B0604020202020204" pitchFamily="34" charset="0"/>
              <a:buNone/>
            </a:pPr>
            <a:r>
              <a:rPr lang="en-GB" sz="1400" b="1" dirty="0"/>
              <a:t>Best-performing Model</a:t>
            </a:r>
          </a:p>
          <a:p>
            <a:pPr marL="0" lvl="1" indent="0">
              <a:buFont typeface="Arial" panose="020B0604020202020204" pitchFamily="34" charset="0"/>
              <a:buNone/>
            </a:pPr>
            <a:r>
              <a:rPr lang="en-GB" sz="1400" dirty="0"/>
              <a:t>Out of the three models, the logistic regression model had the fewest false positives, as shown by its higher precision for class 1 (0.56). This meant it was less likely to incorrectly predict someone as a smoker when they were not, making it the best performing model out of the three we built.</a:t>
            </a:r>
          </a:p>
        </p:txBody>
      </p:sp>
    </p:spTree>
    <p:extLst>
      <p:ext uri="{BB962C8B-B14F-4D97-AF65-F5344CB8AC3E}">
        <p14:creationId xmlns:p14="http://schemas.microsoft.com/office/powerpoint/2010/main" val="4240178155"/>
      </p:ext>
    </p:extLst>
  </p:cSld>
  <p:clrMapOvr>
    <a:masterClrMapping/>
  </p:clrMapOvr>
  <p:transition spd="slow">
    <p:push dir="u"/>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838200" y="853334"/>
            <a:ext cx="4844142" cy="3939646"/>
          </a:xfrm>
          <a:noFill/>
        </p:spPr>
        <p:txBody>
          <a:bodyPr>
            <a:noAutofit/>
          </a:bodyPr>
          <a:lstStyle/>
          <a:p>
            <a:r>
              <a:rPr lang="en-US" dirty="0"/>
              <a:t>Conclusion</a:t>
            </a:r>
          </a:p>
        </p:txBody>
      </p:sp>
      <p:pic>
        <p:nvPicPr>
          <p:cNvPr id="10" name="Online Image Placeholder 7" descr="Two documents illustration">
            <a:extLst>
              <a:ext uri="{FF2B5EF4-FFF2-40B4-BE49-F238E27FC236}">
                <a16:creationId xmlns:a16="http://schemas.microsoft.com/office/drawing/2014/main" id="{A615D31F-0489-0629-D024-042CFF56905C}"/>
              </a:ext>
            </a:extLst>
          </p:cNvPr>
          <p:cNvPicPr>
            <a:picLocks noGrp="1" noChangeAspect="1"/>
          </p:cNvPicPr>
          <p:nvPr>
            <p:ph type="pic" sz="quarter" idx="11"/>
          </p:nvPr>
        </p:nvPicPr>
        <p:blipFill>
          <a:blip r:embed="rId2">
            <a:duotone>
              <a:schemeClr val="accent3">
                <a:shade val="45000"/>
                <a:satMod val="135000"/>
              </a:schemeClr>
              <a:prstClr val="white"/>
            </a:duotone>
          </a:blip>
          <a:srcRect l="30840" r="12937"/>
          <a:stretch>
            <a:fillRect/>
          </a:stretch>
        </p:blipFill>
        <p:spPr>
          <a:xfrm>
            <a:off x="6428012" y="685800"/>
            <a:ext cx="5070020" cy="5486400"/>
          </a:xfrm>
        </p:spPr>
      </p:pic>
    </p:spTree>
    <p:extLst>
      <p:ext uri="{BB962C8B-B14F-4D97-AF65-F5344CB8AC3E}">
        <p14:creationId xmlns:p14="http://schemas.microsoft.com/office/powerpoint/2010/main" val="1008037533"/>
      </p:ext>
    </p:extLst>
  </p:cSld>
  <p:clrMapOvr>
    <a:masterClrMapping/>
  </p:clrMapOvr>
  <p:transition spd="slow">
    <p:push dir="u"/>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4844143" cy="2792412"/>
          </a:xfrm>
          <a:noFill/>
        </p:spPr>
        <p:txBody>
          <a:bodyPr anchor="t">
            <a:noAutofit/>
          </a:bodyPr>
          <a:lstStyle/>
          <a:p>
            <a:r>
              <a:rPr lang="en-US" dirty="0"/>
              <a:t>Conclusion</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2"/>
          </p:nvPr>
        </p:nvSpPr>
        <p:spPr>
          <a:xfrm>
            <a:off x="838200" y="3813682"/>
            <a:ext cx="4898571" cy="2188317"/>
          </a:xfrm>
          <a:noFill/>
        </p:spPr>
        <p:txBody>
          <a:bodyPr vert="horz" lIns="91440" tIns="45720" rIns="91440" bIns="45720" rtlCol="0" anchor="b">
            <a:normAutofit fontScale="92500" lnSpcReduction="10000"/>
          </a:bodyPr>
          <a:lstStyle/>
          <a:p>
            <a:r>
              <a:rPr lang="en-GB" dirty="0"/>
              <a:t>Our overall analysis supported the null hypothesis: the available features did not strongly predict smoker status. </a:t>
            </a:r>
          </a:p>
          <a:p>
            <a:r>
              <a:rPr lang="en-GB" dirty="0"/>
              <a:t>By implementing machine learning algorithms, we saw that our models predicted non-smoker status well, but struggled with smoker status.</a:t>
            </a:r>
          </a:p>
        </p:txBody>
      </p:sp>
      <p:pic>
        <p:nvPicPr>
          <p:cNvPr id="13" name="Online Image Placeholder 9">
            <a:extLst>
              <a:ext uri="{FF2B5EF4-FFF2-40B4-BE49-F238E27FC236}">
                <a16:creationId xmlns:a16="http://schemas.microsoft.com/office/drawing/2014/main" id="{ECD12A93-CCA8-9CCE-6BD6-89C28F0822D7}"/>
              </a:ext>
            </a:extLst>
          </p:cNvPr>
          <p:cNvPicPr>
            <a:picLocks noGrp="1" noChangeAspect="1"/>
          </p:cNvPicPr>
          <p:nvPr>
            <p:ph type="pic" sz="quarter" idx="11"/>
          </p:nvPr>
        </p:nvPicPr>
        <p:blipFill>
          <a:blip r:embed="rId2">
            <a:duotone>
              <a:schemeClr val="accent3">
                <a:shade val="45000"/>
                <a:satMod val="135000"/>
              </a:schemeClr>
              <a:prstClr val="white"/>
            </a:duotone>
          </a:blip>
          <a:srcRect/>
          <a:stretch/>
        </p:blipFill>
        <p:spPr>
          <a:xfrm>
            <a:off x="6428012" y="685800"/>
            <a:ext cx="5070020" cy="5486400"/>
          </a:xfrm>
        </p:spPr>
      </p:pic>
    </p:spTree>
    <p:extLst>
      <p:ext uri="{BB962C8B-B14F-4D97-AF65-F5344CB8AC3E}">
        <p14:creationId xmlns:p14="http://schemas.microsoft.com/office/powerpoint/2010/main" val="729609147"/>
      </p:ext>
    </p:extLst>
  </p:cSld>
  <p:clrMapOvr>
    <a:masterClrMapping/>
  </p:clrMapOvr>
  <p:transition spd="slow">
    <p:push dir="u"/>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CA9BC-1A7F-0830-63B8-1124658367E4}"/>
              </a:ext>
            </a:extLst>
          </p:cNvPr>
          <p:cNvSpPr>
            <a:spLocks noGrp="1"/>
          </p:cNvSpPr>
          <p:nvPr>
            <p:ph type="title"/>
          </p:nvPr>
        </p:nvSpPr>
        <p:spPr>
          <a:xfrm>
            <a:off x="838200" y="853333"/>
            <a:ext cx="4844143" cy="5151334"/>
          </a:xfrm>
        </p:spPr>
        <p:txBody>
          <a:bodyPr anchor="ctr">
            <a:normAutofit/>
          </a:bodyPr>
          <a:lstStyle/>
          <a:p>
            <a:r>
              <a:rPr lang="en-GB" dirty="0"/>
              <a:t>Future Improvement Ideas:</a:t>
            </a:r>
          </a:p>
        </p:txBody>
      </p:sp>
      <p:graphicFrame>
        <p:nvGraphicFramePr>
          <p:cNvPr id="6" name="Content Placeholder 5">
            <a:extLst>
              <a:ext uri="{FF2B5EF4-FFF2-40B4-BE49-F238E27FC236}">
                <a16:creationId xmlns:a16="http://schemas.microsoft.com/office/drawing/2014/main" id="{6F9AE353-592D-5E1A-4910-7FC5797F6858}"/>
              </a:ext>
            </a:extLst>
          </p:cNvPr>
          <p:cNvGraphicFramePr>
            <a:graphicFrameLocks noGrp="1"/>
          </p:cNvGraphicFramePr>
          <p:nvPr>
            <p:ph idx="1"/>
            <p:extLst>
              <p:ext uri="{D42A27DB-BD31-4B8C-83A1-F6EECF244321}">
                <p14:modId xmlns:p14="http://schemas.microsoft.com/office/powerpoint/2010/main" val="3273043140"/>
              </p:ext>
              <p:ext uri="{E7BDC344-281C-4309-B0C6-D0EE65EED2A8}">
                <p202:designPr xmlns:p202="http://schemas.microsoft.com/office/powerpoint/2020/02/main">
                  <p202:designTagLst>
                    <p202:designTag name="ARCH:1:CLS" val="StackedSequentialContentTable"/>
                  </p202:designTagLst>
                </p202:designPr>
              </p:ext>
            </p:extLst>
          </p:nvPr>
        </p:nvGraphicFramePr>
        <p:xfrm>
          <a:off x="6455228" y="888853"/>
          <a:ext cx="4997632" cy="5080297"/>
        </p:xfrm>
        <a:graphic>
          <a:graphicData uri="http://schemas.openxmlformats.org/drawingml/2006/table">
            <a:tbl>
              <a:tblPr firstRow="1" bandRow="1">
                <a:noFill/>
                <a:tableStyleId>{8799B23B-EC83-4686-B30A-512413B5E67A}</a:tableStyleId>
              </a:tblPr>
              <a:tblGrid>
                <a:gridCol w="622768">
                  <a:extLst>
                    <a:ext uri="{9D8B030D-6E8A-4147-A177-3AD203B41FA5}">
                      <a16:colId xmlns:a16="http://schemas.microsoft.com/office/drawing/2014/main" val="3296208547"/>
                    </a:ext>
                  </a:extLst>
                </a:gridCol>
                <a:gridCol w="4374864">
                  <a:extLst>
                    <a:ext uri="{9D8B030D-6E8A-4147-A177-3AD203B41FA5}">
                      <a16:colId xmlns:a16="http://schemas.microsoft.com/office/drawing/2014/main" val="3937313484"/>
                    </a:ext>
                  </a:extLst>
                </a:gridCol>
              </a:tblGrid>
              <a:tr h="1195714">
                <a:tc>
                  <a:txBody>
                    <a:bodyPr/>
                    <a:lstStyle/>
                    <a:p>
                      <a:pPr algn="ctr">
                        <a:buNone/>
                      </a:pPr>
                      <a:r>
                        <a:rPr lang="en-GB" sz="3100" b="1" cap="none" spc="0">
                          <a:solidFill>
                            <a:schemeClr val="accent1"/>
                          </a:solidFill>
                          <a:effectLst/>
                        </a:rPr>
                        <a:t>1</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r>
                        <a:rPr lang="en-GB" sz="2000" b="0" cap="none" spc="0">
                          <a:solidFill>
                            <a:schemeClr val="tx1"/>
                          </a:solidFill>
                        </a:rPr>
                        <a:t>Collect or engineer new features that are more closely related to smoking behaviour.</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908052252"/>
                  </a:ext>
                </a:extLst>
              </a:tr>
              <a:tr h="1493155">
                <a:tc>
                  <a:txBody>
                    <a:bodyPr/>
                    <a:lstStyle/>
                    <a:p>
                      <a:pPr algn="ctr">
                        <a:buNone/>
                      </a:pPr>
                      <a:r>
                        <a:rPr lang="en-GB" sz="3100" b="1" cap="none" spc="0">
                          <a:solidFill>
                            <a:schemeClr val="accent1"/>
                          </a:solidFill>
                          <a:effectLst/>
                        </a:rPr>
                        <a:t>2</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Address class imbalance using resampling techniques or by gathering more data for the minority class.</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1570600705"/>
                  </a:ext>
                </a:extLst>
              </a:tr>
              <a:tr h="1195714">
                <a:tc>
                  <a:txBody>
                    <a:bodyPr/>
                    <a:lstStyle/>
                    <a:p>
                      <a:pPr algn="ctr">
                        <a:buNone/>
                      </a:pPr>
                      <a:r>
                        <a:rPr lang="en-GB" sz="3100" b="1" cap="none" spc="0">
                          <a:solidFill>
                            <a:schemeClr val="accent1"/>
                          </a:solidFill>
                          <a:effectLst/>
                        </a:rPr>
                        <a:t>3</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Explore alternative machine learning algorithms or ensemble methods that may handle imbalanced data better.</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81584038"/>
                  </a:ext>
                </a:extLst>
              </a:tr>
              <a:tr h="1195714">
                <a:tc>
                  <a:txBody>
                    <a:bodyPr/>
                    <a:lstStyle/>
                    <a:p>
                      <a:pPr algn="ctr">
                        <a:buNone/>
                      </a:pPr>
                      <a:r>
                        <a:rPr lang="en-GB" sz="3100" b="1" cap="none" spc="0">
                          <a:solidFill>
                            <a:schemeClr val="accent1"/>
                          </a:solidFill>
                          <a:effectLst/>
                        </a:rPr>
                        <a:t>4</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Perform feature selection or dimensionality reduction to identify any hidden patterns. </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265869593"/>
                  </a:ext>
                </a:extLst>
              </a:tr>
            </a:tbl>
          </a:graphicData>
        </a:graphic>
      </p:graphicFrame>
    </p:spTree>
    <p:extLst>
      <p:ext uri="{BB962C8B-B14F-4D97-AF65-F5344CB8AC3E}">
        <p14:creationId xmlns:p14="http://schemas.microsoft.com/office/powerpoint/2010/main" val="3511969397"/>
      </p:ext>
    </p:extLst>
  </p:cSld>
  <p:clrMapOvr>
    <a:masterClrMapping/>
  </p:clrMapOvr>
  <p:transition spd="slow">
    <p:push dir="u"/>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200" y="853333"/>
            <a:ext cx="4844143" cy="2792412"/>
          </a:xfrm>
          <a:noFill/>
        </p:spPr>
        <p:txBody>
          <a:bodyPr anchor="t">
            <a:noAutofit/>
          </a:bodyPr>
          <a:lstStyle/>
          <a:p>
            <a:r>
              <a:rPr lang="en-US" dirty="0"/>
              <a:t>Links and Credits</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838200" y="3813682"/>
            <a:ext cx="4898571" cy="2188317"/>
          </a:xfrm>
          <a:noFill/>
        </p:spPr>
        <p:txBody>
          <a:bodyPr vert="horz" lIns="91440" tIns="45720" rIns="91440" bIns="45720" rtlCol="0" anchor="t">
            <a:normAutofit lnSpcReduction="10000"/>
          </a:bodyPr>
          <a:lstStyle/>
          <a:p>
            <a:r>
              <a:rPr lang="en-US" dirty="0"/>
              <a:t>This project was completed as part of the </a:t>
            </a:r>
            <a:r>
              <a:rPr lang="en-US" b="1" dirty="0" err="1"/>
              <a:t>Codecademy</a:t>
            </a:r>
            <a:r>
              <a:rPr lang="en-US" dirty="0"/>
              <a:t> </a:t>
            </a:r>
            <a:r>
              <a:rPr lang="en-GB" b="1" dirty="0"/>
              <a:t>Data Scientist: Machine Learning Specialist </a:t>
            </a:r>
            <a:r>
              <a:rPr lang="en-US" dirty="0"/>
              <a:t>career path.</a:t>
            </a:r>
          </a:p>
          <a:p>
            <a:r>
              <a:rPr lang="en-US" dirty="0"/>
              <a:t>Inspiration for some improvements to the models built in this project were taken from the </a:t>
            </a:r>
            <a:r>
              <a:rPr lang="en-US" b="1" dirty="0" err="1"/>
              <a:t>OKCupid</a:t>
            </a:r>
            <a:r>
              <a:rPr lang="en-US" b="1" dirty="0"/>
              <a:t> project </a:t>
            </a:r>
            <a:r>
              <a:rPr lang="en-US" dirty="0"/>
              <a:t>by </a:t>
            </a:r>
            <a:r>
              <a:rPr lang="en-US" b="1" dirty="0"/>
              <a:t>nsmith7atafi</a:t>
            </a:r>
            <a:r>
              <a:rPr lang="en-US" dirty="0"/>
              <a:t> on GitHub.</a:t>
            </a:r>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3"/>
          </p:nvPr>
        </p:nvSpPr>
        <p:spPr>
          <a:xfrm>
            <a:off x="6455228" y="853334"/>
            <a:ext cx="4898571" cy="5151334"/>
          </a:xfrm>
          <a:noFill/>
        </p:spPr>
        <p:txBody>
          <a:bodyPr vert="horz" lIns="91440" tIns="45720" rIns="91440" bIns="45720" rtlCol="0" anchor="t">
            <a:normAutofit/>
          </a:bodyPr>
          <a:lstStyle/>
          <a:p>
            <a:pPr lvl="0"/>
            <a:r>
              <a:rPr lang="en-GB" dirty="0">
                <a:solidFill>
                  <a:srgbClr val="B32752"/>
                </a:solidFill>
                <a:hlinkClick r:id="rId2">
                  <a:extLst>
                    <a:ext uri="{A12FA001-AC4F-418D-AE19-62706E023703}">
                      <ahyp:hlinkClr xmlns:ahyp="http://schemas.microsoft.com/office/drawing/2018/hyperlinkcolor" val="tx"/>
                    </a:ext>
                  </a:extLst>
                </a:hlinkClick>
              </a:rPr>
              <a:t>codecademy.com/paths/data-science/tracks/</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-machine-learning-portfolio-project/modules/</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-group-project-</a:t>
            </a:r>
            <a:r>
              <a:rPr lang="en-GB" dirty="0" err="1">
                <a:solidFill>
                  <a:srgbClr val="B32752"/>
                </a:solidFill>
                <a:hlinkClick r:id="rId2">
                  <a:extLst>
                    <a:ext uri="{A12FA001-AC4F-418D-AE19-62706E023703}">
                      <ahyp:hlinkClr xmlns:ahyp="http://schemas.microsoft.com/office/drawing/2018/hyperlinkcolor" val="tx"/>
                    </a:ext>
                  </a:extLst>
                </a:hlinkClick>
              </a:rPr>
              <a:t>okcupid</a:t>
            </a:r>
            <a:r>
              <a:rPr lang="en-GB" dirty="0">
                <a:solidFill>
                  <a:srgbClr val="B32752"/>
                </a:solidFill>
                <a:hlinkClick r:id="rId2">
                  <a:extLst>
                    <a:ext uri="{A12FA001-AC4F-418D-AE19-62706E023703}">
                      <ahyp:hlinkClr xmlns:ahyp="http://schemas.microsoft.com/office/drawing/2018/hyperlinkcolor" val="tx"/>
                    </a:ext>
                  </a:extLst>
                </a:hlinkClick>
              </a:rPr>
              <a:t>-date-a-scientist/</a:t>
            </a:r>
            <a:r>
              <a:rPr lang="en-GB" dirty="0" err="1">
                <a:solidFill>
                  <a:srgbClr val="B32752"/>
                </a:solidFill>
                <a:hlinkClick r:id="rId2">
                  <a:extLst>
                    <a:ext uri="{A12FA001-AC4F-418D-AE19-62706E023703}">
                      <ahyp:hlinkClr xmlns:ahyp="http://schemas.microsoft.com/office/drawing/2018/hyperlinkcolor" val="tx"/>
                    </a:ext>
                  </a:extLst>
                </a:hlinkClick>
              </a:rPr>
              <a:t>informationals</a:t>
            </a:r>
            <a:r>
              <a:rPr lang="en-GB" dirty="0">
                <a:solidFill>
                  <a:srgbClr val="B32752"/>
                </a:solidFill>
                <a:hlinkClick r:id="rId2">
                  <a:extLst>
                    <a:ext uri="{A12FA001-AC4F-418D-AE19-62706E023703}">
                      <ahyp:hlinkClr xmlns:ahyp="http://schemas.microsoft.com/office/drawing/2018/hyperlinkcolor" val="tx"/>
                    </a:ext>
                  </a:extLst>
                </a:hlinkClick>
              </a:rPr>
              <a:t>/</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-group-project-</a:t>
            </a:r>
            <a:r>
              <a:rPr lang="en-GB" dirty="0" err="1">
                <a:solidFill>
                  <a:srgbClr val="B32752"/>
                </a:solidFill>
                <a:hlinkClick r:id="rId2">
                  <a:extLst>
                    <a:ext uri="{A12FA001-AC4F-418D-AE19-62706E023703}">
                      <ahyp:hlinkClr xmlns:ahyp="http://schemas.microsoft.com/office/drawing/2018/hyperlinkcolor" val="tx"/>
                    </a:ext>
                  </a:extLst>
                </a:hlinkClick>
              </a:rPr>
              <a:t>okcupid</a:t>
            </a:r>
            <a:r>
              <a:rPr lang="en-GB" dirty="0">
                <a:solidFill>
                  <a:srgbClr val="B32752"/>
                </a:solidFill>
                <a:hlinkClick r:id="rId2">
                  <a:extLst>
                    <a:ext uri="{A12FA001-AC4F-418D-AE19-62706E023703}">
                      <ahyp:hlinkClr xmlns:ahyp="http://schemas.microsoft.com/office/drawing/2018/hyperlinkcolor" val="tx"/>
                    </a:ext>
                  </a:extLst>
                </a:hlinkClick>
              </a:rPr>
              <a:t>-date-a-scientist </a:t>
            </a:r>
            <a:endParaRPr lang="en-GB" dirty="0">
              <a:solidFill>
                <a:srgbClr val="B32752"/>
              </a:solidFill>
            </a:endParaRPr>
          </a:p>
          <a:p>
            <a:pPr marL="342900" lvl="0" indent="-342900">
              <a:buFont typeface="Arial" panose="020B0604020202020204" pitchFamily="34" charset="0"/>
              <a:buChar char="•"/>
            </a:pPr>
            <a:endParaRPr lang="en-GB" dirty="0">
              <a:solidFill>
                <a:srgbClr val="B32752"/>
              </a:solidFill>
            </a:endParaRPr>
          </a:p>
          <a:p>
            <a:pPr lvl="0"/>
            <a:r>
              <a:rPr lang="en-GB" dirty="0">
                <a:solidFill>
                  <a:srgbClr val="B32752"/>
                </a:solidFill>
                <a:hlinkClick r:id="rId3">
                  <a:extLst>
                    <a:ext uri="{A12FA001-AC4F-418D-AE19-62706E023703}">
                      <ahyp:hlinkClr xmlns:ahyp="http://schemas.microsoft.com/office/drawing/2018/hyperlinkcolor" val="tx"/>
                    </a:ext>
                  </a:extLst>
                </a:hlinkClick>
              </a:rPr>
              <a:t>nsmith7atafi/</a:t>
            </a:r>
            <a:r>
              <a:rPr lang="en-GB" dirty="0" err="1">
                <a:solidFill>
                  <a:srgbClr val="B32752"/>
                </a:solidFill>
                <a:hlinkClick r:id="rId3">
                  <a:extLst>
                    <a:ext uri="{A12FA001-AC4F-418D-AE19-62706E023703}">
                      <ahyp:hlinkClr xmlns:ahyp="http://schemas.microsoft.com/office/drawing/2018/hyperlinkcolor" val="tx"/>
                    </a:ext>
                  </a:extLst>
                </a:hlinkClick>
              </a:rPr>
              <a:t>OKCupid_Project</a:t>
            </a:r>
            <a:r>
              <a:rPr lang="en-GB" dirty="0">
                <a:solidFill>
                  <a:srgbClr val="B32752"/>
                </a:solidFill>
                <a:hlinkClick r:id="rId3">
                  <a:extLst>
                    <a:ext uri="{A12FA001-AC4F-418D-AE19-62706E023703}">
                      <ahyp:hlinkClr xmlns:ahyp="http://schemas.microsoft.com/office/drawing/2018/hyperlinkcolor" val="tx"/>
                    </a:ext>
                  </a:extLst>
                </a:hlinkClick>
              </a:rPr>
              <a:t>: </a:t>
            </a:r>
            <a:r>
              <a:rPr lang="en-GB" dirty="0" err="1">
                <a:solidFill>
                  <a:srgbClr val="B32752"/>
                </a:solidFill>
                <a:hlinkClick r:id="rId3">
                  <a:extLst>
                    <a:ext uri="{A12FA001-AC4F-418D-AE19-62706E023703}">
                      <ahyp:hlinkClr xmlns:ahyp="http://schemas.microsoft.com/office/drawing/2018/hyperlinkcolor" val="tx"/>
                    </a:ext>
                  </a:extLst>
                </a:hlinkClick>
              </a:rPr>
              <a:t>Codecademy</a:t>
            </a:r>
            <a:r>
              <a:rPr lang="en-GB" dirty="0">
                <a:solidFill>
                  <a:srgbClr val="B32752"/>
                </a:solidFill>
                <a:hlinkClick r:id="rId3">
                  <a:extLst>
                    <a:ext uri="{A12FA001-AC4F-418D-AE19-62706E023703}">
                      <ahyp:hlinkClr xmlns:ahyp="http://schemas.microsoft.com/office/drawing/2018/hyperlinkcolor" val="tx"/>
                    </a:ext>
                  </a:extLst>
                </a:hlinkClick>
              </a:rPr>
              <a:t> Build a Machine Learning Model Capstone Project: </a:t>
            </a:r>
            <a:r>
              <a:rPr lang="en-GB" dirty="0" err="1">
                <a:solidFill>
                  <a:srgbClr val="B32752"/>
                </a:solidFill>
                <a:hlinkClick r:id="rId3">
                  <a:extLst>
                    <a:ext uri="{A12FA001-AC4F-418D-AE19-62706E023703}">
                      <ahyp:hlinkClr xmlns:ahyp="http://schemas.microsoft.com/office/drawing/2018/hyperlinkcolor" val="tx"/>
                    </a:ext>
                  </a:extLst>
                </a:hlinkClick>
              </a:rPr>
              <a:t>OKCupid</a:t>
            </a:r>
            <a:r>
              <a:rPr lang="en-GB" dirty="0">
                <a:solidFill>
                  <a:srgbClr val="B32752"/>
                </a:solidFill>
                <a:hlinkClick r:id="rId3">
                  <a:extLst>
                    <a:ext uri="{A12FA001-AC4F-418D-AE19-62706E023703}">
                      <ahyp:hlinkClr xmlns:ahyp="http://schemas.microsoft.com/office/drawing/2018/hyperlinkcolor" val="tx"/>
                    </a:ext>
                  </a:extLst>
                </a:hlinkClick>
              </a:rPr>
              <a:t> Date-A-Scientist</a:t>
            </a:r>
            <a:endParaRPr lang="en-GB" dirty="0">
              <a:solidFill>
                <a:srgbClr val="B32752"/>
              </a:solidFill>
            </a:endParaRPr>
          </a:p>
        </p:txBody>
      </p:sp>
    </p:spTree>
    <p:extLst>
      <p:ext uri="{BB962C8B-B14F-4D97-AF65-F5344CB8AC3E}">
        <p14:creationId xmlns:p14="http://schemas.microsoft.com/office/powerpoint/2010/main" val="1210802199"/>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2BF019-18D5-E448-A4CD-FF49F5494431}"/>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b="1" i="0" kern="1200" cap="all" spc="300" baseline="0" dirty="0"/>
              <a:t>Smoking kills. Protect your health.</a:t>
            </a:r>
            <a:endParaRPr lang="en-GB" dirty="0"/>
          </a:p>
        </p:txBody>
      </p:sp>
    </p:spTree>
    <p:extLst>
      <p:ext uri="{BB962C8B-B14F-4D97-AF65-F5344CB8AC3E}">
        <p14:creationId xmlns:p14="http://schemas.microsoft.com/office/powerpoint/2010/main" val="1100299613"/>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Thank you.</a:t>
            </a:r>
          </a:p>
        </p:txBody>
      </p:sp>
    </p:spTree>
    <p:extLst>
      <p:ext uri="{BB962C8B-B14F-4D97-AF65-F5344CB8AC3E}">
        <p14:creationId xmlns:p14="http://schemas.microsoft.com/office/powerpoint/2010/main" val="3058085568"/>
      </p:ext>
    </p:extLst>
  </p:cSld>
  <p:clrMapOvr>
    <a:masterClrMapping/>
  </p:clrMapOvr>
  <p:transition spd="slow">
    <p:push dir="u"/>
  </p:transition>
</p:sld>
</file>

<file path=ppt/theme/theme1.xml><?xml version="1.0" encoding="utf-8"?>
<a:theme xmlns:a="http://schemas.openxmlformats.org/drawingml/2006/main" name="Custom">
  <a:themeElements>
    <a:clrScheme name="Custom 269">
      <a:dk1>
        <a:sysClr val="windowText" lastClr="000000"/>
      </a:dk1>
      <a:lt1>
        <a:sysClr val="window" lastClr="FFFFFF"/>
      </a:lt1>
      <a:dk2>
        <a:srgbClr val="775F55"/>
      </a:dk2>
      <a:lt2>
        <a:srgbClr val="EBDDC3"/>
      </a:lt2>
      <a:accent1>
        <a:srgbClr val="E69F9A"/>
      </a:accent1>
      <a:accent2>
        <a:srgbClr val="C38C44"/>
      </a:accent2>
      <a:accent3>
        <a:srgbClr val="B32752"/>
      </a:accent3>
      <a:accent4>
        <a:srgbClr val="F5BF77"/>
      </a:accent4>
      <a:accent5>
        <a:srgbClr val="BDBB78"/>
      </a:accent5>
      <a:accent6>
        <a:srgbClr val="9FCDC6"/>
      </a:accent6>
      <a:hlink>
        <a:srgbClr val="F7B615"/>
      </a:hlink>
      <a:folHlink>
        <a:srgbClr val="704404"/>
      </a:folHlink>
    </a:clrScheme>
    <a:fontScheme name="Custom 190">
      <a:majorFont>
        <a:latin typeface="DM Serif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88997677_win32_LW_V2" id="{A337E98B-B78A-4478-A7B4-5BC118FBE473}" vid="{BFD76E1B-16BC-4706-8DD0-46BF66D357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Props1.xml><?xml version="1.0" encoding="utf-8"?>
<ds:datastoreItem xmlns:ds="http://schemas.openxmlformats.org/officeDocument/2006/customXml" ds:itemID="{118B1F56-8983-41A9-8E90-86247BC2C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F60B100-7079-4DE7-AF7C-20BFB1D62C46}">
  <ds:schemaRefs>
    <ds:schemaRef ds:uri="http://schemas.microsoft.com/sharepoint/v3/contenttype/forms"/>
  </ds:schemaRefs>
</ds:datastoreItem>
</file>

<file path=customXml/itemProps3.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Rose suite presentation</Template>
  <TotalTime>0</TotalTime>
  <Words>2119</Words>
  <Application>Microsoft Office PowerPoint</Application>
  <PresentationFormat>Widescreen</PresentationFormat>
  <Paragraphs>145</Paragraphs>
  <Slides>35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Yu Gothic UI Semilight</vt:lpstr>
      <vt:lpstr>Arial</vt:lpstr>
      <vt:lpstr>Calibri</vt:lpstr>
      <vt:lpstr>Courier New</vt:lpstr>
      <vt:lpstr>DM Serif Display</vt:lpstr>
      <vt:lpstr>Custom</vt:lpstr>
      <vt:lpstr>OKCupid – Machine Learning Analysis</vt:lpstr>
      <vt:lpstr>Introduction</vt:lpstr>
      <vt:lpstr>Overview</vt:lpstr>
      <vt:lpstr>“In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 Codecademy</vt:lpstr>
      <vt:lpstr>Project Goals</vt:lpstr>
      <vt:lpstr>EDA</vt:lpstr>
      <vt:lpstr>The Dataset</vt:lpstr>
      <vt:lpstr>Numeric Data</vt:lpstr>
      <vt:lpstr>Categorical Data</vt:lpstr>
      <vt:lpstr>Target Label</vt:lpstr>
      <vt:lpstr>Key Observations</vt:lpstr>
      <vt:lpstr>Data Preprocessing </vt:lpstr>
      <vt:lpstr>Preprocessing Overview</vt:lpstr>
      <vt:lpstr>Data Cleaning</vt:lpstr>
      <vt:lpstr>Feature Selection</vt:lpstr>
      <vt:lpstr>Feature Preprocessing</vt:lpstr>
      <vt:lpstr>Model Building</vt:lpstr>
      <vt:lpstr>Building and Training Models</vt:lpstr>
      <vt:lpstr>The Models</vt:lpstr>
      <vt:lpstr>Logistic Regression Model</vt:lpstr>
      <vt:lpstr>Random Forests Classifier</vt:lpstr>
      <vt:lpstr>K-Nearest Neighbours Classifier</vt:lpstr>
      <vt:lpstr>Model Evaluation</vt:lpstr>
      <vt:lpstr>Testing Models</vt:lpstr>
      <vt:lpstr>The Models</vt:lpstr>
      <vt:lpstr>Logistic Regression Model Confusion Matrix</vt:lpstr>
      <vt:lpstr>Random Forests Classifier Confusion Matrix</vt:lpstr>
      <vt:lpstr>K-Nearest Neighbours Classifier Confusion Matrix</vt:lpstr>
      <vt:lpstr>Evaluation Summary</vt:lpstr>
      <vt:lpstr>Conclusion</vt:lpstr>
      <vt:lpstr>Conclusion</vt:lpstr>
      <vt:lpstr>Future Improvement Ideas:</vt:lpstr>
      <vt:lpstr>Links and Credits</vt:lpstr>
      <vt:lpstr>Smoking kills. Protect your health.</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Azhar Majothi</dc:creator>
  <cp:lastModifiedBy>Azhar Majothi</cp:lastModifiedBy>
  <cp:revision>47</cp:revision>
  <dcterms:created xsi:type="dcterms:W3CDTF">2026-08-19T21:28:35Z</dcterms:created>
  <dcterms:modified xsi:type="dcterms:W3CDTF">2026-09-04T13:43:00Z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