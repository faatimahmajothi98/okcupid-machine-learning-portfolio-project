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1"/>
  </p:notesMasterIdLst>
  <p:handoutMasterIdLst>
    <p:handoutMasterId r:id="rId32"/>
  </p:handoutMasterIdLst>
  <p:sldIdLst>
    <p:sldId id="256" r:id="rId5"/>
    <p:sldId id="270" r:id="rId6"/>
    <p:sldId id="284" r:id="rId7"/>
    <p:sldId id="271" r:id="rId8"/>
    <p:sldId id="269" r:id="rId9"/>
    <p:sldId id="279" r:id="rId10"/>
    <p:sldId id="266" r:id="rId11"/>
    <p:sldId id="285" r:id="rId12"/>
    <p:sldId id="291" r:id="rId13"/>
    <p:sldId id="286" r:id="rId14"/>
    <p:sldId id="293" r:id="rId15"/>
    <p:sldId id="280" r:id="rId16"/>
    <p:sldId id="292" r:id="rId17"/>
    <p:sldId id="288" r:id="rId18"/>
    <p:sldId id="294" r:id="rId19"/>
    <p:sldId id="290" r:id="rId20"/>
    <p:sldId id="281" r:id="rId21"/>
    <p:sldId id="282" r:id="rId22"/>
    <p:sldId id="272" r:id="rId23"/>
    <p:sldId id="273" r:id="rId24"/>
    <p:sldId id="274" r:id="rId25"/>
    <p:sldId id="275" r:id="rId26"/>
    <p:sldId id="276" r:id="rId27"/>
    <p:sldId id="267" r:id="rId28"/>
    <p:sldId id="277" r:id="rId29"/>
    <p:sldId id="278" r:id="rId3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30F881-AAFC-4F2B-8BDE-A1332839FFB5}">
          <p14:sldIdLst>
            <p14:sldId id="256"/>
            <p14:sldId id="270"/>
            <p14:sldId id="284"/>
            <p14:sldId id="271"/>
            <p14:sldId id="269"/>
          </p14:sldIdLst>
        </p14:section>
        <p14:section name="Exploratory Data Analysis" id="{D03DC641-89FD-4FF0-900B-29A03BBE9F24}">
          <p14:sldIdLst>
            <p14:sldId id="279"/>
            <p14:sldId id="266"/>
            <p14:sldId id="285"/>
            <p14:sldId id="291"/>
            <p14:sldId id="286"/>
            <p14:sldId id="293"/>
          </p14:sldIdLst>
        </p14:section>
        <p14:section name="Data Preprocessing" id="{E45C9DD3-3983-402D-9ADA-41B6D8F2EC84}">
          <p14:sldIdLst>
            <p14:sldId id="280"/>
            <p14:sldId id="292"/>
            <p14:sldId id="288"/>
            <p14:sldId id="294"/>
            <p14:sldId id="290"/>
          </p14:sldIdLst>
        </p14:section>
        <p14:section name="Model Building" id="{C57D0D48-4BFF-447E-AE1B-027BA2C66E31}">
          <p14:sldIdLst>
            <p14:sldId id="281"/>
          </p14:sldIdLst>
        </p14:section>
        <p14:section name="Model Evaluation" id="{C4FF13F1-7E39-4AB8-AB4D-D7B290A99173}">
          <p14:sldIdLst>
            <p14:sldId id="282"/>
          </p14:sldIdLst>
        </p14:section>
        <p14:section name="Conclusion" id="{D40678AF-1A16-4A05-8F05-5E5965F8B786}">
          <p14:sldIdLst>
            <p14:sldId id="272"/>
            <p14:sldId id="273"/>
            <p14:sldId id="274"/>
            <p14:sldId id="275"/>
            <p14:sldId id="276"/>
            <p14:sldId id="267"/>
            <p14:sldId id="277"/>
            <p14:sldId id="278"/>
          </p14:sldIdLst>
        </p14:section>
      </p14:sectionLst>
    </p:ex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2752"/>
    <a:srgbClr val="E3A097"/>
    <a:srgbClr val="F5D9D7"/>
    <a:srgbClr val="263025"/>
    <a:srgbClr val="334031"/>
    <a:srgbClr val="8A9161"/>
    <a:srgbClr val="81875A"/>
    <a:srgbClr val="000000"/>
    <a:srgbClr val="EFE0BE"/>
    <a:srgbClr val="F7F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guide pos="3840"/>
        <p:guide orient="horz" pos="2500"/>
        <p:guide pos="4951"/>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p:scale>
          <a:sx n="1" d="2"/>
          <a:sy n="1" d="2"/>
        </p:scale>
        <p:origin x="2621" y="6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diagrams/_rels/data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0NoLn">
    <dgm:fillClrLst meth="repeat">
      <a:schemeClr val="accent3"/>
    </dgm:fillClrLst>
    <dgm:linClrLst meth="repeat">
      <a:schemeClr val="lt1">
        <a:alpha val="0"/>
      </a:schemeClr>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node1NoLn">
    <dgm:fillClrLst meth="repeat">
      <a:schemeClr val="accent3"/>
    </dgm:fillClrLst>
    <dgm:linClrLst meth="repeat">
      <a:schemeClr val="lt1">
        <a:alpha val="0"/>
      </a:schemeClr>
    </dgm:linClrLst>
    <dgm:effectClrLst/>
    <dgm:txLinClrLst/>
    <dgm:txFillClrLst/>
    <dgm:txEffectClrLst/>
  </dgm:styleLbl>
  <dgm:styleLbl name="ltNode1NoLn">
    <dgm:fillClrLst meth="repeat">
      <a:schemeClr val="accent3">
        <a:tint val="75000"/>
      </a:schemeClr>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2NoLn">
    <dgm:fillClrLst meth="repeat">
      <a:schemeClr val="accent3"/>
    </dgm:fillClrLst>
    <dgm:linClrLst meth="repeat">
      <a:schemeClr val="lt1">
        <a:alpha val="0"/>
      </a:schemeClr>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3NoLn">
    <dgm:fillClrLst meth="repeat">
      <a:schemeClr val="accent3"/>
    </dgm:fillClrLst>
    <dgm:linClrLst meth="repeat">
      <a:schemeClr val="lt1">
        <a:alpha val="0"/>
      </a:schemeClr>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node4NoLn">
    <dgm:fillClrLst meth="repeat">
      <a:schemeClr val="accent3"/>
    </dgm:fillClrLst>
    <dgm:linClrLst meth="repeat">
      <a:schemeClr val="lt1">
        <a:alpha val="0"/>
      </a:schemeClr>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15">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4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0D854-D0AB-4EBF-A50D-406D9CAF04D4}" type="doc">
      <dgm:prSet loTypeId="urn:microsoft.com/office/officeart/2026/layout/TextCardShortLine" loCatId="textcard" qsTypeId="urn:microsoft.com/office/officeart/2005/8/quickstyle/simple1#1" qsCatId="simple" csTypeId="urn:microsoft.com/office/officeart/2005/8/colors/accent1_2#1" csCatId="accent1" phldr="1"/>
      <dgm:spPr/>
      <dgm:t>
        <a:bodyPr/>
        <a:lstStyle/>
        <a:p>
          <a:endParaRPr lang="en-GB"/>
        </a:p>
      </dgm:t>
    </dgm:pt>
    <dgm:pt modelId="{D84B216A-033E-4668-8998-AB46541AFBE9}">
      <dgm:prSet phldrT="Title" phldr="0"/>
      <dgm:spPr/>
      <dgm:t>
        <a:bodyPr/>
        <a:lstStyle/>
        <a:p>
          <a:pPr>
            <a:defRPr b="1"/>
          </a:pPr>
          <a:r>
            <a:rPr lang="en-GB" dirty="0"/>
            <a:t>Overview</a:t>
          </a:r>
        </a:p>
      </dgm:t>
    </dgm:pt>
    <dgm:pt modelId="{39DC6F0C-B00D-4C08-BD72-2C225B0566E4}" type="parTrans" cxnId="{7A5760F8-0E16-45CD-A178-EB52CAA55FB5}">
      <dgm:prSet/>
      <dgm:spPr/>
      <dgm:t>
        <a:bodyPr/>
        <a:lstStyle/>
        <a:p>
          <a:endParaRPr lang="en-GB"/>
        </a:p>
      </dgm:t>
    </dgm:pt>
    <dgm:pt modelId="{23EBB93B-D174-4B2A-ABBE-E451D20D925B}" type="sibTrans" cxnId="{7A5760F8-0E16-45CD-A178-EB52CAA55FB5}">
      <dgm:prSet/>
      <dgm:spPr/>
      <dgm:t>
        <a:bodyPr/>
        <a:lstStyle/>
        <a:p>
          <a:endParaRPr lang="en-GB"/>
        </a:p>
      </dgm:t>
    </dgm:pt>
    <dgm:pt modelId="{FA1800FE-3377-4C70-BD44-E7E8A8CE7CF2}">
      <dgm:prSet phldrT="Description" phldr="0" custT="1"/>
      <dgm:spPr/>
      <dgm:t>
        <a:bodyPr/>
        <a:lstStyle/>
        <a:p>
          <a:r>
            <a:rPr lang="en-GB" sz="1200" b="0" i="0" dirty="0">
              <a:latin typeface="Yu Gothic UI Semilight" panose="020B0400000000000000" pitchFamily="34" charset="-128"/>
              <a:ea typeface="Yu Gothic UI Semilight" panose="020B0400000000000000" pitchFamily="34" charset="-128"/>
            </a:rPr>
            <a:t>The </a:t>
          </a:r>
          <a:r>
            <a:rPr lang="en-GB" sz="1200" b="0" i="0" dirty="0" err="1">
              <a:latin typeface="Yu Gothic UI Semilight" panose="020B0400000000000000" pitchFamily="34" charset="-128"/>
              <a:ea typeface="Yu Gothic UI Semilight" panose="020B0400000000000000" pitchFamily="34" charset="-128"/>
            </a:rPr>
            <a:t>OKCupid</a:t>
          </a:r>
          <a:r>
            <a:rPr lang="en-GB" sz="1200" b="0" i="0" dirty="0">
              <a:latin typeface="Yu Gothic UI Semilight" panose="020B0400000000000000" pitchFamily="34" charset="-128"/>
              <a:ea typeface="Yu Gothic UI Semilight" panose="020B0400000000000000" pitchFamily="34" charset="-128"/>
            </a:rPr>
            <a:t> dataset, </a:t>
          </a:r>
          <a:r>
            <a:rPr lang="en-GB" sz="1100" b="0" i="0" dirty="0">
              <a:latin typeface="Courier New" panose="02070309020205020404" pitchFamily="49" charset="0"/>
              <a:cs typeface="Courier New" panose="02070309020205020404" pitchFamily="49" charset="0"/>
            </a:rPr>
            <a:t>profiles.csv</a:t>
          </a:r>
          <a:r>
            <a:rPr lang="en-GB" sz="1200" b="0" i="0" dirty="0">
              <a:latin typeface="Yu Gothic UI Semilight" panose="020B0400000000000000" pitchFamily="34" charset="-128"/>
              <a:ea typeface="Yu Gothic UI Semilight" panose="020B0400000000000000" pitchFamily="34" charset="-128"/>
            </a:rPr>
            <a:t>,</a:t>
          </a:r>
          <a:r>
            <a:rPr lang="en-GB" sz="1400" b="0" i="0" dirty="0">
              <a:latin typeface="Yu Gothic UI Semilight" panose="020B0400000000000000" pitchFamily="34" charset="-128"/>
              <a:ea typeface="Yu Gothic UI Semilight" panose="020B0400000000000000" pitchFamily="34" charset="-128"/>
            </a:rPr>
            <a:t> </a:t>
          </a:r>
          <a:r>
            <a:rPr lang="en-GB" sz="1200" b="0" i="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responses. As the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dirty="0">
            <a:latin typeface="Yu Gothic UI Semilight" panose="020B0400000000000000" pitchFamily="34" charset="-128"/>
            <a:ea typeface="Yu Gothic UI Semilight" panose="020B0400000000000000" pitchFamily="34" charset="-128"/>
          </a:endParaRPr>
        </a:p>
      </dgm:t>
    </dgm:pt>
    <dgm:pt modelId="{CD360F8C-82B0-462C-98A6-7C56C112E0E1}" type="parTrans" cxnId="{4CE001FF-9370-44D5-AB32-B7B3DC3639E4}">
      <dgm:prSet/>
      <dgm:spPr/>
      <dgm:t>
        <a:bodyPr/>
        <a:lstStyle/>
        <a:p>
          <a:endParaRPr lang="en-GB"/>
        </a:p>
      </dgm:t>
    </dgm:pt>
    <dgm:pt modelId="{B366E226-9A8D-4DB5-90F1-B0DFCE596019}" type="sibTrans" cxnId="{4CE001FF-9370-44D5-AB32-B7B3DC3639E4}">
      <dgm:prSet/>
      <dgm:spPr/>
      <dgm:t>
        <a:bodyPr/>
        <a:lstStyle/>
        <a:p>
          <a:endParaRPr lang="en-GB"/>
        </a:p>
      </dgm:t>
    </dgm:pt>
    <dgm:pt modelId="{B2C08B0C-A43A-442F-8E02-54C6E65B69B6}">
      <dgm:prSet phldrT="Title" phldr="0"/>
      <dgm:spPr/>
      <dgm:t>
        <a:bodyPr/>
        <a:lstStyle/>
        <a:p>
          <a:pPr>
            <a:defRPr b="1"/>
          </a:pPr>
          <a:r>
            <a:rPr lang="en-GB" dirty="0"/>
            <a:t>Details</a:t>
          </a:r>
        </a:p>
      </dgm:t>
    </dgm:pt>
    <dgm:pt modelId="{546EBDF4-439F-41E3-BFA7-C5B0C9524E3D}" type="parTrans" cxnId="{F7F37D53-7A32-4D17-A6DA-CC68EE6E3BAB}">
      <dgm:prSet/>
      <dgm:spPr/>
      <dgm:t>
        <a:bodyPr/>
        <a:lstStyle/>
        <a:p>
          <a:endParaRPr lang="en-GB"/>
        </a:p>
      </dgm:t>
    </dgm:pt>
    <dgm:pt modelId="{BAC00185-4370-4081-B638-D57FAA46D925}" type="sibTrans" cxnId="{F7F37D53-7A32-4D17-A6DA-CC68EE6E3BAB}">
      <dgm:prSet/>
      <dgm:spPr/>
      <dgm:t>
        <a:bodyPr/>
        <a:lstStyle/>
        <a:p>
          <a:endParaRPr lang="en-GB"/>
        </a:p>
      </dgm:t>
    </dgm:pt>
    <dgm:pt modelId="{45E95789-6BD4-47F8-9258-21A59FA309E4}">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Using the Python </a:t>
          </a:r>
          <a:r>
            <a:rPr lang="en-GB" sz="1200" dirty="0">
              <a:latin typeface="Courier New" panose="02070309020205020404" pitchFamily="49" charset="0"/>
              <a:cs typeface="Courier New" panose="02070309020205020404" pitchFamily="49" charset="0"/>
            </a:rPr>
            <a:t>pandas</a:t>
          </a:r>
          <a:r>
            <a:rPr lang="en-GB" sz="1400" dirty="0"/>
            <a:t> </a:t>
          </a:r>
          <a:r>
            <a:rPr lang="en-GB" sz="1200" dirty="0">
              <a:latin typeface="Yu Gothic UI Semilight" panose="020B0400000000000000" pitchFamily="34" charset="-128"/>
              <a:ea typeface="Yu Gothic UI Semilight" panose="020B0400000000000000" pitchFamily="34" charset="-128"/>
            </a:rPr>
            <a:t>library, we imported the dataset into a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called</a:t>
          </a:r>
          <a:r>
            <a:rPr lang="en-GB" sz="1400" dirty="0">
              <a:latin typeface="Yu Gothic UI Semilight" panose="020B0400000000000000" pitchFamily="34" charset="-128"/>
              <a:ea typeface="Yu Gothic UI Semilight" panose="020B0400000000000000" pitchFamily="34" charset="-128"/>
            </a:rPr>
            <a:t> </a:t>
          </a:r>
          <a:r>
            <a:rPr lang="en-GB" sz="1200" dirty="0">
              <a:latin typeface="Courier New" panose="02070309020205020404" pitchFamily="49" charset="0"/>
              <a:cs typeface="Courier New" panose="02070309020205020404" pitchFamily="49" charset="0"/>
            </a:rPr>
            <a:t>profiles</a:t>
          </a:r>
          <a:r>
            <a:rPr lang="en-GB" sz="1400" dirty="0">
              <a:latin typeface="Yu Gothic UI Semilight" panose="020B0400000000000000" pitchFamily="34" charset="-128"/>
              <a:ea typeface="Yu Gothic UI Semilight" panose="020B0400000000000000" pitchFamily="34" charset="-128"/>
            </a:rPr>
            <a:t>. </a:t>
          </a:r>
          <a:r>
            <a:rPr lang="en-GB" sz="1200" dirty="0">
              <a:latin typeface="Yu Gothic UI Semilight" panose="020B0400000000000000" pitchFamily="34" charset="-128"/>
              <a:ea typeface="Yu Gothic UI Semilight" panose="020B0400000000000000" pitchFamily="34" charset="-128"/>
            </a:rPr>
            <a:t>This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dirty="0">
              <a:latin typeface="Yu Gothic UI Semilight" panose="020B0400000000000000" pitchFamily="34" charset="-128"/>
              <a:ea typeface="Yu Gothic UI Semilight" panose="020B0400000000000000" pitchFamily="34" charset="-128"/>
            </a:rPr>
            <a:t>income</a:t>
          </a:r>
          <a:r>
            <a:rPr lang="en-GB" sz="1200" dirty="0">
              <a:latin typeface="Yu Gothic UI Semilight" panose="020B0400000000000000" pitchFamily="34" charset="-128"/>
              <a:ea typeface="Yu Gothic UI Semilight" panose="020B0400000000000000" pitchFamily="34" charset="-128"/>
            </a:rPr>
            <a:t> and </a:t>
          </a:r>
          <a:r>
            <a:rPr lang="en-GB" sz="1200" b="1" dirty="0">
              <a:latin typeface="Yu Gothic UI Semilight" panose="020B0400000000000000" pitchFamily="34" charset="-128"/>
              <a:ea typeface="Yu Gothic UI Semilight" panose="020B0400000000000000" pitchFamily="34" charset="-128"/>
            </a:rPr>
            <a:t>age</a:t>
          </a:r>
          <a:r>
            <a:rPr lang="en-GB" sz="1200" dirty="0">
              <a:latin typeface="Yu Gothic UI Semilight" panose="020B0400000000000000" pitchFamily="34" charset="-128"/>
              <a:ea typeface="Yu Gothic UI Semilight" panose="020B0400000000000000" pitchFamily="34" charset="-128"/>
            </a:rPr>
            <a:t>, and categorical data, such as </a:t>
          </a:r>
          <a:r>
            <a:rPr lang="en-GB" sz="1200" b="1" dirty="0">
              <a:latin typeface="Yu Gothic UI Semilight" panose="020B0400000000000000" pitchFamily="34" charset="-128"/>
              <a:ea typeface="Yu Gothic UI Semilight" panose="020B0400000000000000" pitchFamily="34" charset="-128"/>
            </a:rPr>
            <a:t>diet</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religion</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smoker</a:t>
          </a:r>
          <a:r>
            <a:rPr lang="en-GB" sz="1200" dirty="0">
              <a:latin typeface="Yu Gothic UI Semilight" panose="020B0400000000000000" pitchFamily="34" charset="-128"/>
              <a:ea typeface="Yu Gothic UI Semilight" panose="020B0400000000000000" pitchFamily="34" charset="-128"/>
            </a:rPr>
            <a:t> status, and zodiac </a:t>
          </a:r>
          <a:r>
            <a:rPr lang="en-GB" sz="1200" b="1" dirty="0">
              <a:latin typeface="Yu Gothic UI Semilight" panose="020B0400000000000000" pitchFamily="34" charset="-128"/>
              <a:ea typeface="Yu Gothic UI Semilight" panose="020B0400000000000000" pitchFamily="34" charset="-128"/>
            </a:rPr>
            <a:t>sign</a:t>
          </a:r>
          <a:r>
            <a:rPr lang="en-GB" sz="1200" dirty="0">
              <a:latin typeface="Yu Gothic UI Semilight" panose="020B0400000000000000" pitchFamily="34" charset="-128"/>
              <a:ea typeface="Yu Gothic UI Semilight" panose="020B0400000000000000" pitchFamily="34" charset="-128"/>
            </a:rPr>
            <a:t>.</a:t>
          </a:r>
          <a:endParaRPr lang="en-GB" sz="1400" dirty="0">
            <a:latin typeface="Yu Gothic UI Semilight" panose="020B0400000000000000" pitchFamily="34" charset="-128"/>
            <a:ea typeface="Yu Gothic UI Semilight" panose="020B0400000000000000" pitchFamily="34" charset="-128"/>
          </a:endParaRPr>
        </a:p>
      </dgm:t>
    </dgm:pt>
    <dgm:pt modelId="{A6220A1E-BB77-472B-960E-F12D63759395}" type="parTrans" cxnId="{633AAA63-0683-4DBE-8089-26A9B0BB3BBA}">
      <dgm:prSet/>
      <dgm:spPr/>
      <dgm:t>
        <a:bodyPr/>
        <a:lstStyle/>
        <a:p>
          <a:endParaRPr lang="en-GB"/>
        </a:p>
      </dgm:t>
    </dgm:pt>
    <dgm:pt modelId="{6244E6B2-2AA7-4E6F-8F5B-17CED60EC799}" type="sibTrans" cxnId="{633AAA63-0683-4DBE-8089-26A9B0BB3BBA}">
      <dgm:prSet/>
      <dgm:spPr/>
      <dgm:t>
        <a:bodyPr/>
        <a:lstStyle/>
        <a:p>
          <a:endParaRPr lang="en-GB"/>
        </a:p>
      </dgm:t>
    </dgm:pt>
    <dgm:pt modelId="{A6DC1595-5AD6-4E16-A2C0-0AD88D240FEC}">
      <dgm:prSet phldrT="Title" phldr="0"/>
      <dgm:spPr/>
      <dgm:t>
        <a:bodyPr/>
        <a:lstStyle/>
        <a:p>
          <a:pPr>
            <a:defRPr b="1"/>
          </a:pPr>
          <a:r>
            <a:rPr lang="en-GB" dirty="0"/>
            <a:t>Obstacles</a:t>
          </a:r>
        </a:p>
      </dgm:t>
    </dgm:pt>
    <dgm:pt modelId="{715A077F-96EF-47F6-B264-4450FA0DEF09}" type="parTrans" cxnId="{120D8649-4900-4925-ADEE-73D796E4A998}">
      <dgm:prSet/>
      <dgm:spPr/>
      <dgm:t>
        <a:bodyPr/>
        <a:lstStyle/>
        <a:p>
          <a:endParaRPr lang="en-GB"/>
        </a:p>
      </dgm:t>
    </dgm:pt>
    <dgm:pt modelId="{88B9B046-AB9F-4F98-B047-33449B97DCF3}" type="sibTrans" cxnId="{120D8649-4900-4925-ADEE-73D796E4A998}">
      <dgm:prSet/>
      <dgm:spPr/>
      <dgm:t>
        <a:bodyPr/>
        <a:lstStyle/>
        <a:p>
          <a:endParaRPr lang="en-GB"/>
        </a:p>
      </dgm:t>
    </dgm:pt>
    <dgm:pt modelId="{CBA84ADA-96E3-4FB9-9169-58908AD71990}">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dirty="0">
              <a:latin typeface="Yu Gothic UI Semilight" panose="020B0400000000000000" pitchFamily="34" charset="-128"/>
              <a:ea typeface="Yu Gothic UI Semilight" panose="020B0400000000000000" pitchFamily="34" charset="-128"/>
            </a:rPr>
            <a:t>diet</a:t>
          </a:r>
          <a:r>
            <a:rPr lang="en-GB" sz="1200" b="0" i="0" dirty="0">
              <a:latin typeface="Yu Gothic UI Semilight" panose="020B0400000000000000" pitchFamily="34" charset="-128"/>
              <a:ea typeface="Yu Gothic UI Semilight" panose="020B0400000000000000" pitchFamily="34" charset="-128"/>
            </a:rPr>
            <a:t>, </a:t>
          </a:r>
          <a:r>
            <a:rPr lang="en-GB" sz="1200" b="1" i="0" dirty="0">
              <a:latin typeface="Yu Gothic UI Semilight" panose="020B0400000000000000" pitchFamily="34" charset="-128"/>
              <a:ea typeface="Yu Gothic UI Semilight" panose="020B0400000000000000" pitchFamily="34" charset="-128"/>
            </a:rPr>
            <a:t>offspring</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religion</a:t>
          </a:r>
          <a:r>
            <a:rPr lang="en-GB" sz="1200" b="0" i="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dirty="0">
              <a:latin typeface="Yu Gothic UI Semilight" panose="020B0400000000000000" pitchFamily="34" charset="-128"/>
              <a:ea typeface="Yu Gothic UI Semilight" panose="020B0400000000000000" pitchFamily="34" charset="-128"/>
            </a:rPr>
            <a:t>age</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height</a:t>
          </a:r>
          <a:r>
            <a:rPr lang="en-GB" sz="1200" b="0" i="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dirty="0">
            <a:latin typeface="Yu Gothic UI Semilight" panose="020B0400000000000000" pitchFamily="34" charset="-128"/>
            <a:ea typeface="Yu Gothic UI Semilight" panose="020B0400000000000000" pitchFamily="34" charset="-128"/>
          </a:endParaRPr>
        </a:p>
      </dgm:t>
    </dgm:pt>
    <dgm:pt modelId="{4114CAA8-DFAD-4316-80A7-1F9578AD87AC}" type="parTrans" cxnId="{11C305AB-01AC-4735-8EA2-0B16BF5810F4}">
      <dgm:prSet/>
      <dgm:spPr/>
      <dgm:t>
        <a:bodyPr/>
        <a:lstStyle/>
        <a:p>
          <a:endParaRPr lang="en-GB"/>
        </a:p>
      </dgm:t>
    </dgm:pt>
    <dgm:pt modelId="{CCB1F0BA-C179-4AD1-B532-6C18C36AD92D}" type="sibTrans" cxnId="{11C305AB-01AC-4735-8EA2-0B16BF5810F4}">
      <dgm:prSet/>
      <dgm:spPr/>
      <dgm:t>
        <a:bodyPr/>
        <a:lstStyle/>
        <a:p>
          <a:endParaRPr lang="en-GB"/>
        </a:p>
      </dgm:t>
    </dgm:pt>
    <dgm:pt modelId="{90A97E0C-7879-4BC1-B619-5CCF5EE5A88C}" type="pres">
      <dgm:prSet presAssocID="{AFF0D854-D0AB-4EBF-A50D-406D9CAF04D4}" presName="root" presStyleCnt="0">
        <dgm:presLayoutVars>
          <dgm:dir/>
          <dgm:resizeHandles val="exact"/>
        </dgm:presLayoutVars>
      </dgm:prSet>
      <dgm:spPr/>
    </dgm:pt>
    <dgm:pt modelId="{63A09779-0813-4C8C-9AC8-D8ECA4335FDF}" type="pres">
      <dgm:prSet presAssocID="{D84B216A-033E-4668-8998-AB46541AFBE9}" presName="compNode" presStyleCnt="0"/>
      <dgm:spPr/>
    </dgm:pt>
    <dgm:pt modelId="{8E3B3DE9-9986-4CF9-BD2A-7EE019AE550F}" type="pres">
      <dgm:prSet presAssocID="{D84B216A-033E-4668-8998-AB46541AFBE9}" presName="accentLine" presStyleLbl="dkBgShp" presStyleIdx="0" presStyleCnt="3"/>
      <dgm:spPr>
        <a:solidFill>
          <a:schemeClr val="accent1">
            <a:shade val="80000"/>
            <a:hueOff val="0"/>
            <a:satOff val="0"/>
            <a:lumOff val="0"/>
            <a:alphaOff val="0"/>
          </a:schemeClr>
        </a:solidFill>
        <a:ln>
          <a:noFill/>
        </a:ln>
        <a:effectLst/>
      </dgm:spPr>
    </dgm:pt>
    <dgm:pt modelId="{5FC7AB3E-E33E-41A8-8E53-0F5D4B0FD2B6}" type="pres">
      <dgm:prSet presAssocID="{D84B216A-033E-4668-8998-AB46541AFBE9}" presName="titleText" presStyleLbl="revTx" presStyleIdx="0" presStyleCnt="6">
        <dgm:presLayoutVars>
          <dgm:chMax val="0"/>
          <dgm:chPref val="0"/>
        </dgm:presLayoutVars>
      </dgm:prSet>
      <dgm:spPr/>
    </dgm:pt>
    <dgm:pt modelId="{C941D104-F19D-4F79-BECB-6E0F02117D51}" type="pres">
      <dgm:prSet presAssocID="{D84B216A-033E-4668-8998-AB46541AFBE9}" presName="bodyText" presStyleLbl="revTx" presStyleIdx="1" presStyleCnt="6">
        <dgm:presLayoutVars>
          <dgm:chMax val="0"/>
          <dgm:chPref val="0"/>
        </dgm:presLayoutVars>
      </dgm:prSet>
      <dgm:spPr/>
    </dgm:pt>
    <dgm:pt modelId="{253DEDC0-581A-49A1-9B19-5B23B1788239}" type="pres">
      <dgm:prSet presAssocID="{23EBB93B-D174-4B2A-ABBE-E451D20D925B}" presName="sibTrans" presStyleCnt="0"/>
      <dgm:spPr/>
    </dgm:pt>
    <dgm:pt modelId="{E249E1AB-AB9E-4868-9AC6-7ABDAABA9086}" type="pres">
      <dgm:prSet presAssocID="{B2C08B0C-A43A-442F-8E02-54C6E65B69B6}" presName="compNode" presStyleCnt="0"/>
      <dgm:spPr/>
    </dgm:pt>
    <dgm:pt modelId="{C10799AD-B342-4043-9539-303F3880E6B3}" type="pres">
      <dgm:prSet presAssocID="{B2C08B0C-A43A-442F-8E02-54C6E65B69B6}" presName="accentLine" presStyleLbl="dkBgShp" presStyleIdx="1" presStyleCnt="3"/>
      <dgm:spPr>
        <a:solidFill>
          <a:schemeClr val="accent1">
            <a:shade val="80000"/>
            <a:hueOff val="0"/>
            <a:satOff val="0"/>
            <a:lumOff val="0"/>
            <a:alphaOff val="0"/>
          </a:schemeClr>
        </a:solidFill>
        <a:ln>
          <a:noFill/>
        </a:ln>
        <a:effectLst/>
      </dgm:spPr>
    </dgm:pt>
    <dgm:pt modelId="{81290FA1-DECB-491E-A978-4A5D42FAC6F8}" type="pres">
      <dgm:prSet presAssocID="{B2C08B0C-A43A-442F-8E02-54C6E65B69B6}" presName="titleText" presStyleLbl="revTx" presStyleIdx="2" presStyleCnt="6">
        <dgm:presLayoutVars>
          <dgm:chMax val="0"/>
          <dgm:chPref val="0"/>
        </dgm:presLayoutVars>
      </dgm:prSet>
      <dgm:spPr/>
    </dgm:pt>
    <dgm:pt modelId="{A2E6A667-C4F5-4489-8AB4-8791A31ACB42}" type="pres">
      <dgm:prSet presAssocID="{B2C08B0C-A43A-442F-8E02-54C6E65B69B6}" presName="bodyText" presStyleLbl="revTx" presStyleIdx="3" presStyleCnt="6">
        <dgm:presLayoutVars>
          <dgm:chMax val="0"/>
          <dgm:chPref val="0"/>
        </dgm:presLayoutVars>
      </dgm:prSet>
      <dgm:spPr/>
    </dgm:pt>
    <dgm:pt modelId="{BBA95CA1-2C94-43E3-85DD-1C4706F067EC}" type="pres">
      <dgm:prSet presAssocID="{BAC00185-4370-4081-B638-D57FAA46D925}" presName="sibTrans" presStyleCnt="0"/>
      <dgm:spPr/>
    </dgm:pt>
    <dgm:pt modelId="{F18BB54B-414B-4772-8FD0-0F62028A995C}" type="pres">
      <dgm:prSet presAssocID="{A6DC1595-5AD6-4E16-A2C0-0AD88D240FEC}" presName="compNode" presStyleCnt="0"/>
      <dgm:spPr/>
    </dgm:pt>
    <dgm:pt modelId="{74C0B1B6-AD43-4A09-AED3-C9E5DEF4C7A9}" type="pres">
      <dgm:prSet presAssocID="{A6DC1595-5AD6-4E16-A2C0-0AD88D240FEC}" presName="accentLine" presStyleLbl="dkBgShp" presStyleIdx="2" presStyleCnt="3"/>
      <dgm:spPr>
        <a:solidFill>
          <a:schemeClr val="accent1">
            <a:shade val="80000"/>
            <a:hueOff val="0"/>
            <a:satOff val="0"/>
            <a:lumOff val="0"/>
            <a:alphaOff val="0"/>
          </a:schemeClr>
        </a:solidFill>
        <a:ln>
          <a:noFill/>
        </a:ln>
        <a:effectLst/>
      </dgm:spPr>
    </dgm:pt>
    <dgm:pt modelId="{89A4B3A6-53AE-4919-A589-F48A8820CACF}" type="pres">
      <dgm:prSet presAssocID="{A6DC1595-5AD6-4E16-A2C0-0AD88D240FEC}" presName="titleText" presStyleLbl="revTx" presStyleIdx="4" presStyleCnt="6">
        <dgm:presLayoutVars>
          <dgm:chMax val="0"/>
          <dgm:chPref val="0"/>
        </dgm:presLayoutVars>
      </dgm:prSet>
      <dgm:spPr/>
    </dgm:pt>
    <dgm:pt modelId="{E55A895E-BE01-4E48-B5E0-4A42D74DA1C1}" type="pres">
      <dgm:prSet presAssocID="{A6DC1595-5AD6-4E16-A2C0-0AD88D240FEC}" presName="bodyText" presStyleLbl="revTx" presStyleIdx="5" presStyleCnt="6">
        <dgm:presLayoutVars>
          <dgm:chMax val="0"/>
          <dgm:chPref val="0"/>
        </dgm:presLayoutVars>
      </dgm:prSet>
      <dgm:spPr/>
    </dgm:pt>
  </dgm:ptLst>
  <dgm:cxnLst>
    <dgm:cxn modelId="{5F044D1A-B9BB-4FA5-B063-971DDD04F06D}" type="presOf" srcId="{A6DC1595-5AD6-4E16-A2C0-0AD88D240FEC}" destId="{89A4B3A6-53AE-4919-A589-F48A8820CACF}" srcOrd="0" destOrd="0" presId="urn:microsoft.com/office/officeart/2026/layout/TextCardShortLine"/>
    <dgm:cxn modelId="{4F330921-6FC6-40F7-AEE1-9343C08134A5}" type="presOf" srcId="{D84B216A-033E-4668-8998-AB46541AFBE9}" destId="{5FC7AB3E-E33E-41A8-8E53-0F5D4B0FD2B6}" srcOrd="0" destOrd="0" presId="urn:microsoft.com/office/officeart/2026/layout/TextCardShortLine"/>
    <dgm:cxn modelId="{29F5052B-6531-49B4-8941-5E19C34CADE5}" type="presOf" srcId="{AFF0D854-D0AB-4EBF-A50D-406D9CAF04D4}" destId="{90A97E0C-7879-4BC1-B619-5CCF5EE5A88C}" srcOrd="0" destOrd="0" presId="urn:microsoft.com/office/officeart/2026/layout/TextCardShortLine"/>
    <dgm:cxn modelId="{633AAA63-0683-4DBE-8089-26A9B0BB3BBA}" srcId="{B2C08B0C-A43A-442F-8E02-54C6E65B69B6}" destId="{45E95789-6BD4-47F8-9258-21A59FA309E4}" srcOrd="0" destOrd="0" parTransId="{A6220A1E-BB77-472B-960E-F12D63759395}" sibTransId="{6244E6B2-2AA7-4E6F-8F5B-17CED60EC799}"/>
    <dgm:cxn modelId="{120D8649-4900-4925-ADEE-73D796E4A998}" srcId="{AFF0D854-D0AB-4EBF-A50D-406D9CAF04D4}" destId="{A6DC1595-5AD6-4E16-A2C0-0AD88D240FEC}" srcOrd="2" destOrd="0" parTransId="{715A077F-96EF-47F6-B264-4450FA0DEF09}" sibTransId="{88B9B046-AB9F-4F98-B047-33449B97DCF3}"/>
    <dgm:cxn modelId="{F7F37D53-7A32-4D17-A6DA-CC68EE6E3BAB}" srcId="{AFF0D854-D0AB-4EBF-A50D-406D9CAF04D4}" destId="{B2C08B0C-A43A-442F-8E02-54C6E65B69B6}" srcOrd="1" destOrd="0" parTransId="{546EBDF4-439F-41E3-BFA7-C5B0C9524E3D}" sibTransId="{BAC00185-4370-4081-B638-D57FAA46D925}"/>
    <dgm:cxn modelId="{3E322B8D-7A73-4E02-945F-529438C51B72}" type="presOf" srcId="{B2C08B0C-A43A-442F-8E02-54C6E65B69B6}" destId="{81290FA1-DECB-491E-A978-4A5D42FAC6F8}" srcOrd="0" destOrd="0" presId="urn:microsoft.com/office/officeart/2026/layout/TextCardShortLine"/>
    <dgm:cxn modelId="{11C305AB-01AC-4735-8EA2-0B16BF5810F4}" srcId="{A6DC1595-5AD6-4E16-A2C0-0AD88D240FEC}" destId="{CBA84ADA-96E3-4FB9-9169-58908AD71990}" srcOrd="0" destOrd="0" parTransId="{4114CAA8-DFAD-4316-80A7-1F9578AD87AC}" sibTransId="{CCB1F0BA-C179-4AD1-B532-6C18C36AD92D}"/>
    <dgm:cxn modelId="{DA6288B1-3EB8-4B7C-86D5-82ABD97AE3EC}" type="presOf" srcId="{CBA84ADA-96E3-4FB9-9169-58908AD71990}" destId="{E55A895E-BE01-4E48-B5E0-4A42D74DA1C1}" srcOrd="0" destOrd="0" presId="urn:microsoft.com/office/officeart/2026/layout/TextCardShortLine"/>
    <dgm:cxn modelId="{FD465DC9-EF30-4048-815D-8C9B4CD66AC7}" type="presOf" srcId="{45E95789-6BD4-47F8-9258-21A59FA309E4}" destId="{A2E6A667-C4F5-4489-8AB4-8791A31ACB42}" srcOrd="0" destOrd="0" presId="urn:microsoft.com/office/officeart/2026/layout/TextCardShortLine"/>
    <dgm:cxn modelId="{720B37EA-1D5B-4804-BB0D-6F99F8B2B4D1}" type="presOf" srcId="{FA1800FE-3377-4C70-BD44-E7E8A8CE7CF2}" destId="{C941D104-F19D-4F79-BECB-6E0F02117D51}" srcOrd="0" destOrd="0" presId="urn:microsoft.com/office/officeart/2026/layout/TextCardShortLine"/>
    <dgm:cxn modelId="{7A5760F8-0E16-45CD-A178-EB52CAA55FB5}" srcId="{AFF0D854-D0AB-4EBF-A50D-406D9CAF04D4}" destId="{D84B216A-033E-4668-8998-AB46541AFBE9}" srcOrd="0" destOrd="0" parTransId="{39DC6F0C-B00D-4C08-BD72-2C225B0566E4}" sibTransId="{23EBB93B-D174-4B2A-ABBE-E451D20D925B}"/>
    <dgm:cxn modelId="{4CE001FF-9370-44D5-AB32-B7B3DC3639E4}" srcId="{D84B216A-033E-4668-8998-AB46541AFBE9}" destId="{FA1800FE-3377-4C70-BD44-E7E8A8CE7CF2}" srcOrd="0" destOrd="0" parTransId="{CD360F8C-82B0-462C-98A6-7C56C112E0E1}" sibTransId="{B366E226-9A8D-4DB5-90F1-B0DFCE596019}"/>
    <dgm:cxn modelId="{FC1B89B5-E274-4A1C-94DB-5CE0809ABF91}" type="presParOf" srcId="{90A97E0C-7879-4BC1-B619-5CCF5EE5A88C}" destId="{63A09779-0813-4C8C-9AC8-D8ECA4335FDF}" srcOrd="0" destOrd="0" presId="urn:microsoft.com/office/officeart/2026/layout/TextCardShortLine"/>
    <dgm:cxn modelId="{84F3D4CF-8734-4B6A-99FF-C2086B52E63B}" type="presParOf" srcId="{63A09779-0813-4C8C-9AC8-D8ECA4335FDF}" destId="{8E3B3DE9-9986-4CF9-BD2A-7EE019AE550F}" srcOrd="0" destOrd="0" presId="urn:microsoft.com/office/officeart/2026/layout/TextCardShortLine"/>
    <dgm:cxn modelId="{A0A2EF56-36EC-45AD-9A82-851831DB5052}" type="presParOf" srcId="{63A09779-0813-4C8C-9AC8-D8ECA4335FDF}" destId="{5FC7AB3E-E33E-41A8-8E53-0F5D4B0FD2B6}" srcOrd="1" destOrd="0" presId="urn:microsoft.com/office/officeart/2026/layout/TextCardShortLine"/>
    <dgm:cxn modelId="{1881BA0C-FF3A-43FF-A3FC-F5DD0520AFF9}" type="presParOf" srcId="{63A09779-0813-4C8C-9AC8-D8ECA4335FDF}" destId="{C941D104-F19D-4F79-BECB-6E0F02117D51}" srcOrd="2" destOrd="0" presId="urn:microsoft.com/office/officeart/2026/layout/TextCardShortLine"/>
    <dgm:cxn modelId="{AF97CD97-25E6-4FD6-9F21-5D02262A0ED6}" type="presParOf" srcId="{90A97E0C-7879-4BC1-B619-5CCF5EE5A88C}" destId="{253DEDC0-581A-49A1-9B19-5B23B1788239}" srcOrd="1" destOrd="0" presId="urn:microsoft.com/office/officeart/2026/layout/TextCardShortLine"/>
    <dgm:cxn modelId="{98717664-792E-410A-8C4A-D1A4487DB784}" type="presParOf" srcId="{90A97E0C-7879-4BC1-B619-5CCF5EE5A88C}" destId="{E249E1AB-AB9E-4868-9AC6-7ABDAABA9086}" srcOrd="2" destOrd="0" presId="urn:microsoft.com/office/officeart/2026/layout/TextCardShortLine"/>
    <dgm:cxn modelId="{FB6BF5F2-B5F6-4A47-8B20-77E26F48F31E}" type="presParOf" srcId="{E249E1AB-AB9E-4868-9AC6-7ABDAABA9086}" destId="{C10799AD-B342-4043-9539-303F3880E6B3}" srcOrd="0" destOrd="0" presId="urn:microsoft.com/office/officeart/2026/layout/TextCardShortLine"/>
    <dgm:cxn modelId="{2B1A431B-986D-4A38-B251-6C08E87B9DBF}" type="presParOf" srcId="{E249E1AB-AB9E-4868-9AC6-7ABDAABA9086}" destId="{81290FA1-DECB-491E-A978-4A5D42FAC6F8}" srcOrd="1" destOrd="0" presId="urn:microsoft.com/office/officeart/2026/layout/TextCardShortLine"/>
    <dgm:cxn modelId="{8EB6D4F6-4C4F-426D-9827-69FD0263BE36}" type="presParOf" srcId="{E249E1AB-AB9E-4868-9AC6-7ABDAABA9086}" destId="{A2E6A667-C4F5-4489-8AB4-8791A31ACB42}" srcOrd="2" destOrd="0" presId="urn:microsoft.com/office/officeart/2026/layout/TextCardShortLine"/>
    <dgm:cxn modelId="{EA1A9B14-0B33-4D8E-8AA8-280D5AC9B14D}" type="presParOf" srcId="{90A97E0C-7879-4BC1-B619-5CCF5EE5A88C}" destId="{BBA95CA1-2C94-43E3-85DD-1C4706F067EC}" srcOrd="3" destOrd="0" presId="urn:microsoft.com/office/officeart/2026/layout/TextCardShortLine"/>
    <dgm:cxn modelId="{9A63E636-CD79-4285-B2D7-B6A0D2971141}" type="presParOf" srcId="{90A97E0C-7879-4BC1-B619-5CCF5EE5A88C}" destId="{F18BB54B-414B-4772-8FD0-0F62028A995C}" srcOrd="4" destOrd="0" presId="urn:microsoft.com/office/officeart/2026/layout/TextCardShortLine"/>
    <dgm:cxn modelId="{8AE072C6-782D-4312-8F0E-F2D8F27235BB}" type="presParOf" srcId="{F18BB54B-414B-4772-8FD0-0F62028A995C}" destId="{74C0B1B6-AD43-4A09-AED3-C9E5DEF4C7A9}" srcOrd="0" destOrd="0" presId="urn:microsoft.com/office/officeart/2026/layout/TextCardShortLine"/>
    <dgm:cxn modelId="{395D2D0B-E5AC-4592-9D41-B48E1DD8E8BB}" type="presParOf" srcId="{F18BB54B-414B-4772-8FD0-0F62028A995C}" destId="{89A4B3A6-53AE-4919-A589-F48A8820CACF}" srcOrd="1" destOrd="0" presId="urn:microsoft.com/office/officeart/2026/layout/TextCardShortLine"/>
    <dgm:cxn modelId="{9E7582C5-DFCD-4774-9E0F-40CE4D289046}" type="presParOf" srcId="{F18BB54B-414B-4772-8FD0-0F62028A995C}" destId="{E55A895E-BE01-4E48-B5E0-4A42D74DA1C1}" srcOrd="2" destOrd="0" presId="urn:microsoft.com/office/officeart/2026/layout/TextCardShort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95B1DA4-2DF7-4199-978E-2F0571660648}" type="doc">
      <dgm:prSet loTypeId="urn:microsoft.com/office/officeart/2005/8/layout/default" loCatId="list" qsTypeId="urn:microsoft.com/office/officeart/2005/8/quickstyle/simple2" qsCatId="simple" csTypeId="urn:microsoft.com/office/officeart/2005/8/colors/accent3_2#3" csCatId="accent3" phldr="1"/>
      <dgm:spPr/>
      <dgm:t>
        <a:bodyPr/>
        <a:lstStyle/>
        <a:p>
          <a:endParaRPr lang="en-US"/>
        </a:p>
      </dgm:t>
    </dgm:pt>
    <dgm:pt modelId="{BBCB97B5-82B4-4B25-832B-CA2E90BD8317}">
      <dgm:prSet/>
      <dgm:spPr/>
      <dgm:t>
        <a:bodyPr/>
        <a:lstStyle/>
        <a:p>
          <a:r>
            <a:rPr lang="en-GB" b="1" dirty="0"/>
            <a:t>Age:</a:t>
          </a:r>
          <a:r>
            <a:rPr lang="en-GB" dirty="0"/>
            <a:t> Most users are in their late 20s to early 30s, with a mean age of about 32 years.</a:t>
          </a:r>
          <a:endParaRPr lang="en-US" dirty="0"/>
        </a:p>
      </dgm:t>
    </dgm:pt>
    <dgm:pt modelId="{ACF2B27A-B079-4B2E-A86B-E144FF785170}" type="parTrans" cxnId="{F7C89BB1-6AA1-490B-9309-07AA5E69C89C}">
      <dgm:prSet/>
      <dgm:spPr/>
      <dgm:t>
        <a:bodyPr/>
        <a:lstStyle/>
        <a:p>
          <a:endParaRPr lang="en-US"/>
        </a:p>
      </dgm:t>
    </dgm:pt>
    <dgm:pt modelId="{450A042E-3AE4-4B50-BF08-AB21BE81E920}" type="sibTrans" cxnId="{F7C89BB1-6AA1-490B-9309-07AA5E69C89C}">
      <dgm:prSet/>
      <dgm:spPr/>
      <dgm:t>
        <a:bodyPr/>
        <a:lstStyle/>
        <a:p>
          <a:endParaRPr lang="en-US"/>
        </a:p>
      </dgm:t>
    </dgm:pt>
    <dgm:pt modelId="{A8C1864E-BB40-4D5E-B13C-E5D865F0FD31}">
      <dgm:prSet/>
      <dgm:spPr/>
      <dgm:t>
        <a:bodyPr/>
        <a:lstStyle/>
        <a:p>
          <a:r>
            <a:rPr lang="en-GB" b="1"/>
            <a:t>Gender:</a:t>
          </a:r>
          <a:r>
            <a:rPr lang="en-GB"/>
            <a:t> There are more men than women in the dataset.</a:t>
          </a:r>
          <a:endParaRPr lang="en-US"/>
        </a:p>
      </dgm:t>
    </dgm:pt>
    <dgm:pt modelId="{67DB2D09-8597-41B9-9812-56FDB9A5CF25}" type="parTrans" cxnId="{CF6FBF0A-44F4-4DA8-84C8-2484F1E98E49}">
      <dgm:prSet/>
      <dgm:spPr/>
      <dgm:t>
        <a:bodyPr/>
        <a:lstStyle/>
        <a:p>
          <a:endParaRPr lang="en-US"/>
        </a:p>
      </dgm:t>
    </dgm:pt>
    <dgm:pt modelId="{8A38EACD-6D09-4ABF-8ED7-8C812C76FC8A}" type="sibTrans" cxnId="{CF6FBF0A-44F4-4DA8-84C8-2484F1E98E49}">
      <dgm:prSet/>
      <dgm:spPr/>
      <dgm:t>
        <a:bodyPr/>
        <a:lstStyle/>
        <a:p>
          <a:endParaRPr lang="en-US"/>
        </a:p>
      </dgm:t>
    </dgm:pt>
    <dgm:pt modelId="{EDA5AFC7-87C5-4513-B732-ECBDF5025C0A}">
      <dgm:prSet/>
      <dgm:spPr/>
      <dgm:t>
        <a:bodyPr/>
        <a:lstStyle/>
        <a:p>
          <a:r>
            <a:rPr lang="en-GB" b="1" dirty="0"/>
            <a:t>Religion, Job, and Zodiac:</a:t>
          </a:r>
          <a:r>
            <a:rPr lang="en-GB" dirty="0"/>
            <a:t> There is a wide range of religions and job roles among users in the dataset, with unequal distributions. Zodiac signs are relatively equally distributed.</a:t>
          </a:r>
          <a:endParaRPr lang="en-US" dirty="0"/>
        </a:p>
      </dgm:t>
    </dgm:pt>
    <dgm:pt modelId="{30679786-F212-4CE7-83FB-EAFD42825CCA}" type="parTrans" cxnId="{CD8C38FC-0F50-458C-AFF1-724E45DB0DED}">
      <dgm:prSet/>
      <dgm:spPr/>
      <dgm:t>
        <a:bodyPr/>
        <a:lstStyle/>
        <a:p>
          <a:endParaRPr lang="en-US"/>
        </a:p>
      </dgm:t>
    </dgm:pt>
    <dgm:pt modelId="{98F09061-B2AA-42B9-B1E6-DD441C4A1FCA}" type="sibTrans" cxnId="{CD8C38FC-0F50-458C-AFF1-724E45DB0DED}">
      <dgm:prSet/>
      <dgm:spPr/>
      <dgm:t>
        <a:bodyPr/>
        <a:lstStyle/>
        <a:p>
          <a:endParaRPr lang="en-US"/>
        </a:p>
      </dgm:t>
    </dgm:pt>
    <dgm:pt modelId="{FD72E7DE-7A7D-4B27-9B58-5972B4EE773B}">
      <dgm:prSet/>
      <dgm:spPr/>
      <dgm:t>
        <a:bodyPr/>
        <a:lstStyle/>
        <a:p>
          <a:r>
            <a:rPr lang="en-GB" b="1"/>
            <a:t>Pets, Offspring and Orientation:</a:t>
          </a:r>
          <a:r>
            <a:rPr lang="en-GB"/>
            <a:t> Most of the users like both dogs and cats, and most are childless. The majority of users are straight, but other orientations are present.</a:t>
          </a:r>
          <a:endParaRPr lang="en-US"/>
        </a:p>
      </dgm:t>
    </dgm:pt>
    <dgm:pt modelId="{CD9651BB-6C73-4173-A688-24B435D296BD}" type="parTrans" cxnId="{89BB7E69-8191-43EB-97ED-EC7F266C9D9B}">
      <dgm:prSet/>
      <dgm:spPr/>
      <dgm:t>
        <a:bodyPr/>
        <a:lstStyle/>
        <a:p>
          <a:endParaRPr lang="en-US"/>
        </a:p>
      </dgm:t>
    </dgm:pt>
    <dgm:pt modelId="{EB2D1790-6F6A-4DA0-B4CC-892AAFE8932E}" type="sibTrans" cxnId="{89BB7E69-8191-43EB-97ED-EC7F266C9D9B}">
      <dgm:prSet/>
      <dgm:spPr/>
      <dgm:t>
        <a:bodyPr/>
        <a:lstStyle/>
        <a:p>
          <a:endParaRPr lang="en-US"/>
        </a:p>
      </dgm:t>
    </dgm:pt>
    <dgm:pt modelId="{32589210-71CD-44B3-B322-508AA67D9CEC}">
      <dgm:prSet/>
      <dgm:spPr/>
      <dgm:t>
        <a:bodyPr/>
        <a:lstStyle/>
        <a:p>
          <a:r>
            <a:rPr lang="en-GB" b="1"/>
            <a:t>Status:</a:t>
          </a:r>
          <a:r>
            <a:rPr lang="en-GB"/>
            <a:t> Most of the users are single, but curiously, there are exceptions.</a:t>
          </a:r>
          <a:endParaRPr lang="en-US"/>
        </a:p>
      </dgm:t>
    </dgm:pt>
    <dgm:pt modelId="{9805857E-AC63-4479-96E6-7B778CBBE0D5}" type="parTrans" cxnId="{8E377CA9-2FB3-48B3-9A61-247032EC1E4F}">
      <dgm:prSet/>
      <dgm:spPr/>
      <dgm:t>
        <a:bodyPr/>
        <a:lstStyle/>
        <a:p>
          <a:endParaRPr lang="en-US"/>
        </a:p>
      </dgm:t>
    </dgm:pt>
    <dgm:pt modelId="{6F867BF9-E5FF-4F06-913E-CB259F1B3D26}" type="sibTrans" cxnId="{8E377CA9-2FB3-48B3-9A61-247032EC1E4F}">
      <dgm:prSet/>
      <dgm:spPr/>
      <dgm:t>
        <a:bodyPr/>
        <a:lstStyle/>
        <a:p>
          <a:endParaRPr lang="en-US"/>
        </a:p>
      </dgm:t>
    </dgm:pt>
    <dgm:pt modelId="{948DF05B-6976-459B-8A61-EFE2073C21DB}">
      <dgm:prSet/>
      <dgm:spPr/>
      <dgm:t>
        <a:bodyPr/>
        <a:lstStyle/>
        <a:p>
          <a:r>
            <a:rPr lang="en-GB" b="1"/>
            <a:t>Smokes:</a:t>
          </a:r>
          <a:r>
            <a:rPr lang="en-GB"/>
            <a:t> Most of the users do not smoke, but there are a range who do smoke conditionally or otherwise.</a:t>
          </a:r>
          <a:endParaRPr lang="en-US"/>
        </a:p>
      </dgm:t>
    </dgm:pt>
    <dgm:pt modelId="{94C11A0A-E0EA-489F-B3F1-0F09EB86340D}" type="parTrans" cxnId="{BAC45A98-5F27-43A8-8F0E-AC90125F6666}">
      <dgm:prSet/>
      <dgm:spPr/>
      <dgm:t>
        <a:bodyPr/>
        <a:lstStyle/>
        <a:p>
          <a:endParaRPr lang="en-US"/>
        </a:p>
      </dgm:t>
    </dgm:pt>
    <dgm:pt modelId="{F9F9FA7F-0260-4C6B-AB1E-87118E1C1306}" type="sibTrans" cxnId="{BAC45A98-5F27-43A8-8F0E-AC90125F6666}">
      <dgm:prSet/>
      <dgm:spPr/>
      <dgm:t>
        <a:bodyPr/>
        <a:lstStyle/>
        <a:p>
          <a:endParaRPr lang="en-US"/>
        </a:p>
      </dgm:t>
    </dgm:pt>
    <dgm:pt modelId="{78831D68-E861-43B6-95EE-78072793A286}" type="pres">
      <dgm:prSet presAssocID="{695B1DA4-2DF7-4199-978E-2F0571660648}" presName="diagram" presStyleCnt="0">
        <dgm:presLayoutVars>
          <dgm:dir/>
          <dgm:resizeHandles val="exact"/>
        </dgm:presLayoutVars>
      </dgm:prSet>
      <dgm:spPr/>
    </dgm:pt>
    <dgm:pt modelId="{ED1CC66D-F365-4C6C-8796-5EEA587FC234}" type="pres">
      <dgm:prSet presAssocID="{BBCB97B5-82B4-4B25-832B-CA2E90BD8317}" presName="node" presStyleLbl="node1" presStyleIdx="0" presStyleCnt="6">
        <dgm:presLayoutVars>
          <dgm:bulletEnabled val="1"/>
        </dgm:presLayoutVars>
      </dgm:prSet>
      <dgm:spPr/>
    </dgm:pt>
    <dgm:pt modelId="{049BA875-08B5-4870-8186-A66954115820}" type="pres">
      <dgm:prSet presAssocID="{450A042E-3AE4-4B50-BF08-AB21BE81E920}" presName="sibTrans" presStyleCnt="0"/>
      <dgm:spPr/>
    </dgm:pt>
    <dgm:pt modelId="{4C0B00DE-EEF7-4A71-9046-D3F50C318FBE}" type="pres">
      <dgm:prSet presAssocID="{A8C1864E-BB40-4D5E-B13C-E5D865F0FD31}" presName="node" presStyleLbl="node1" presStyleIdx="1" presStyleCnt="6">
        <dgm:presLayoutVars>
          <dgm:bulletEnabled val="1"/>
        </dgm:presLayoutVars>
      </dgm:prSet>
      <dgm:spPr/>
    </dgm:pt>
    <dgm:pt modelId="{0A533DE5-B120-48EE-8672-FFFF4DF449A2}" type="pres">
      <dgm:prSet presAssocID="{8A38EACD-6D09-4ABF-8ED7-8C812C76FC8A}" presName="sibTrans" presStyleCnt="0"/>
      <dgm:spPr/>
    </dgm:pt>
    <dgm:pt modelId="{533D7804-1771-4E33-93BA-61445D8301E1}" type="pres">
      <dgm:prSet presAssocID="{EDA5AFC7-87C5-4513-B732-ECBDF5025C0A}" presName="node" presStyleLbl="node1" presStyleIdx="2" presStyleCnt="6">
        <dgm:presLayoutVars>
          <dgm:bulletEnabled val="1"/>
        </dgm:presLayoutVars>
      </dgm:prSet>
      <dgm:spPr/>
    </dgm:pt>
    <dgm:pt modelId="{08DF3B16-635F-4AA8-8647-BF3D97A9796A}" type="pres">
      <dgm:prSet presAssocID="{98F09061-B2AA-42B9-B1E6-DD441C4A1FCA}" presName="sibTrans" presStyleCnt="0"/>
      <dgm:spPr/>
    </dgm:pt>
    <dgm:pt modelId="{84722377-7139-42AF-B3BD-F9DBB7CE4F95}" type="pres">
      <dgm:prSet presAssocID="{FD72E7DE-7A7D-4B27-9B58-5972B4EE773B}" presName="node" presStyleLbl="node1" presStyleIdx="3" presStyleCnt="6">
        <dgm:presLayoutVars>
          <dgm:bulletEnabled val="1"/>
        </dgm:presLayoutVars>
      </dgm:prSet>
      <dgm:spPr/>
    </dgm:pt>
    <dgm:pt modelId="{A05C035A-0DBB-46EC-8762-FD6120C0C08B}" type="pres">
      <dgm:prSet presAssocID="{EB2D1790-6F6A-4DA0-B4CC-892AAFE8932E}" presName="sibTrans" presStyleCnt="0"/>
      <dgm:spPr/>
    </dgm:pt>
    <dgm:pt modelId="{A8E33BAF-C742-4161-9B21-93AF8323FC9B}" type="pres">
      <dgm:prSet presAssocID="{32589210-71CD-44B3-B322-508AA67D9CEC}" presName="node" presStyleLbl="node1" presStyleIdx="4" presStyleCnt="6">
        <dgm:presLayoutVars>
          <dgm:bulletEnabled val="1"/>
        </dgm:presLayoutVars>
      </dgm:prSet>
      <dgm:spPr/>
    </dgm:pt>
    <dgm:pt modelId="{19A9FB35-781A-4171-B927-AFDD97AEB2CF}" type="pres">
      <dgm:prSet presAssocID="{6F867BF9-E5FF-4F06-913E-CB259F1B3D26}" presName="sibTrans" presStyleCnt="0"/>
      <dgm:spPr/>
    </dgm:pt>
    <dgm:pt modelId="{CD0016FB-506C-4C54-BEF4-88D589CEFB6D}" type="pres">
      <dgm:prSet presAssocID="{948DF05B-6976-459B-8A61-EFE2073C21DB}" presName="node" presStyleLbl="node1" presStyleIdx="5" presStyleCnt="6">
        <dgm:presLayoutVars>
          <dgm:bulletEnabled val="1"/>
        </dgm:presLayoutVars>
      </dgm:prSet>
      <dgm:spPr/>
    </dgm:pt>
  </dgm:ptLst>
  <dgm:cxnLst>
    <dgm:cxn modelId="{CF6FBF0A-44F4-4DA8-84C8-2484F1E98E49}" srcId="{695B1DA4-2DF7-4199-978E-2F0571660648}" destId="{A8C1864E-BB40-4D5E-B13C-E5D865F0FD31}" srcOrd="1" destOrd="0" parTransId="{67DB2D09-8597-41B9-9812-56FDB9A5CF25}" sibTransId="{8A38EACD-6D09-4ABF-8ED7-8C812C76FC8A}"/>
    <dgm:cxn modelId="{CC582318-617E-4C8F-B19B-A7C1350688B8}" type="presOf" srcId="{32589210-71CD-44B3-B322-508AA67D9CEC}" destId="{A8E33BAF-C742-4161-9B21-93AF8323FC9B}" srcOrd="0" destOrd="0" presId="urn:microsoft.com/office/officeart/2005/8/layout/default"/>
    <dgm:cxn modelId="{75438A31-A48B-4305-B891-3A7A7E97E4AC}" type="presOf" srcId="{FD72E7DE-7A7D-4B27-9B58-5972B4EE773B}" destId="{84722377-7139-42AF-B3BD-F9DBB7CE4F95}" srcOrd="0" destOrd="0" presId="urn:microsoft.com/office/officeart/2005/8/layout/default"/>
    <dgm:cxn modelId="{89BB7E69-8191-43EB-97ED-EC7F266C9D9B}" srcId="{695B1DA4-2DF7-4199-978E-2F0571660648}" destId="{FD72E7DE-7A7D-4B27-9B58-5972B4EE773B}" srcOrd="3" destOrd="0" parTransId="{CD9651BB-6C73-4173-A688-24B435D296BD}" sibTransId="{EB2D1790-6F6A-4DA0-B4CC-892AAFE8932E}"/>
    <dgm:cxn modelId="{C29F946F-1EE1-4C4E-90C5-0863E382B45A}" type="presOf" srcId="{A8C1864E-BB40-4D5E-B13C-E5D865F0FD31}" destId="{4C0B00DE-EEF7-4A71-9046-D3F50C318FBE}" srcOrd="0" destOrd="0" presId="urn:microsoft.com/office/officeart/2005/8/layout/default"/>
    <dgm:cxn modelId="{24E45470-794B-4AF3-B569-346C1D8067A9}" type="presOf" srcId="{695B1DA4-2DF7-4199-978E-2F0571660648}" destId="{78831D68-E861-43B6-95EE-78072793A286}" srcOrd="0" destOrd="0" presId="urn:microsoft.com/office/officeart/2005/8/layout/default"/>
    <dgm:cxn modelId="{12284D56-F9EF-496F-A3D3-C89CCD1615CB}" type="presOf" srcId="{EDA5AFC7-87C5-4513-B732-ECBDF5025C0A}" destId="{533D7804-1771-4E33-93BA-61445D8301E1}" srcOrd="0" destOrd="0" presId="urn:microsoft.com/office/officeart/2005/8/layout/default"/>
    <dgm:cxn modelId="{7E862594-6FCF-4228-9C15-D6301285B06C}" type="presOf" srcId="{948DF05B-6976-459B-8A61-EFE2073C21DB}" destId="{CD0016FB-506C-4C54-BEF4-88D589CEFB6D}" srcOrd="0" destOrd="0" presId="urn:microsoft.com/office/officeart/2005/8/layout/default"/>
    <dgm:cxn modelId="{BAC45A98-5F27-43A8-8F0E-AC90125F6666}" srcId="{695B1DA4-2DF7-4199-978E-2F0571660648}" destId="{948DF05B-6976-459B-8A61-EFE2073C21DB}" srcOrd="5" destOrd="0" parTransId="{94C11A0A-E0EA-489F-B3F1-0F09EB86340D}" sibTransId="{F9F9FA7F-0260-4C6B-AB1E-87118E1C1306}"/>
    <dgm:cxn modelId="{8E377CA9-2FB3-48B3-9A61-247032EC1E4F}" srcId="{695B1DA4-2DF7-4199-978E-2F0571660648}" destId="{32589210-71CD-44B3-B322-508AA67D9CEC}" srcOrd="4" destOrd="0" parTransId="{9805857E-AC63-4479-96E6-7B778CBBE0D5}" sibTransId="{6F867BF9-E5FF-4F06-913E-CB259F1B3D26}"/>
    <dgm:cxn modelId="{F7C89BB1-6AA1-490B-9309-07AA5E69C89C}" srcId="{695B1DA4-2DF7-4199-978E-2F0571660648}" destId="{BBCB97B5-82B4-4B25-832B-CA2E90BD8317}" srcOrd="0" destOrd="0" parTransId="{ACF2B27A-B079-4B2E-A86B-E144FF785170}" sibTransId="{450A042E-3AE4-4B50-BF08-AB21BE81E920}"/>
    <dgm:cxn modelId="{D06A4DB4-09D8-4CB1-98BD-1699EBB67162}" type="presOf" srcId="{BBCB97B5-82B4-4B25-832B-CA2E90BD8317}" destId="{ED1CC66D-F365-4C6C-8796-5EEA587FC234}" srcOrd="0" destOrd="0" presId="urn:microsoft.com/office/officeart/2005/8/layout/default"/>
    <dgm:cxn modelId="{CD8C38FC-0F50-458C-AFF1-724E45DB0DED}" srcId="{695B1DA4-2DF7-4199-978E-2F0571660648}" destId="{EDA5AFC7-87C5-4513-B732-ECBDF5025C0A}" srcOrd="2" destOrd="0" parTransId="{30679786-F212-4CE7-83FB-EAFD42825CCA}" sibTransId="{98F09061-B2AA-42B9-B1E6-DD441C4A1FCA}"/>
    <dgm:cxn modelId="{9F4AF85B-AA15-427A-88C2-5DABDF6FD2B8}" type="presParOf" srcId="{78831D68-E861-43B6-95EE-78072793A286}" destId="{ED1CC66D-F365-4C6C-8796-5EEA587FC234}" srcOrd="0" destOrd="0" presId="urn:microsoft.com/office/officeart/2005/8/layout/default"/>
    <dgm:cxn modelId="{A9A40C05-14DD-4BFC-A600-D5C7F9CC0DD9}" type="presParOf" srcId="{78831D68-E861-43B6-95EE-78072793A286}" destId="{049BA875-08B5-4870-8186-A66954115820}" srcOrd="1" destOrd="0" presId="urn:microsoft.com/office/officeart/2005/8/layout/default"/>
    <dgm:cxn modelId="{1FE0F4D4-2FA7-407F-BB0B-DA15AF44D7C3}" type="presParOf" srcId="{78831D68-E861-43B6-95EE-78072793A286}" destId="{4C0B00DE-EEF7-4A71-9046-D3F50C318FBE}" srcOrd="2" destOrd="0" presId="urn:microsoft.com/office/officeart/2005/8/layout/default"/>
    <dgm:cxn modelId="{4DA386D2-9BC7-46D8-ACB1-B73DBF849F56}" type="presParOf" srcId="{78831D68-E861-43B6-95EE-78072793A286}" destId="{0A533DE5-B120-48EE-8672-FFFF4DF449A2}" srcOrd="3" destOrd="0" presId="urn:microsoft.com/office/officeart/2005/8/layout/default"/>
    <dgm:cxn modelId="{CC903C06-ECE2-4D1B-BA1F-C69234B51720}" type="presParOf" srcId="{78831D68-E861-43B6-95EE-78072793A286}" destId="{533D7804-1771-4E33-93BA-61445D8301E1}" srcOrd="4" destOrd="0" presId="urn:microsoft.com/office/officeart/2005/8/layout/default"/>
    <dgm:cxn modelId="{C2FD4224-874A-46EA-B3C5-E93307C168CA}" type="presParOf" srcId="{78831D68-E861-43B6-95EE-78072793A286}" destId="{08DF3B16-635F-4AA8-8647-BF3D97A9796A}" srcOrd="5" destOrd="0" presId="urn:microsoft.com/office/officeart/2005/8/layout/default"/>
    <dgm:cxn modelId="{1D6CB5A0-EB7C-4569-BD02-34DACE03140E}" type="presParOf" srcId="{78831D68-E861-43B6-95EE-78072793A286}" destId="{84722377-7139-42AF-B3BD-F9DBB7CE4F95}" srcOrd="6" destOrd="0" presId="urn:microsoft.com/office/officeart/2005/8/layout/default"/>
    <dgm:cxn modelId="{162679F3-B78C-40DF-85CB-29D168821098}" type="presParOf" srcId="{78831D68-E861-43B6-95EE-78072793A286}" destId="{A05C035A-0DBB-46EC-8762-FD6120C0C08B}" srcOrd="7" destOrd="0" presId="urn:microsoft.com/office/officeart/2005/8/layout/default"/>
    <dgm:cxn modelId="{B7AE9D6C-89F5-4CFD-91AC-8637E86BC5F1}" type="presParOf" srcId="{78831D68-E861-43B6-95EE-78072793A286}" destId="{A8E33BAF-C742-4161-9B21-93AF8323FC9B}" srcOrd="8" destOrd="0" presId="urn:microsoft.com/office/officeart/2005/8/layout/default"/>
    <dgm:cxn modelId="{AA259A03-3006-4C16-BADE-A1D8849429CE}" type="presParOf" srcId="{78831D68-E861-43B6-95EE-78072793A286}" destId="{19A9FB35-781A-4171-B927-AFDD97AEB2CF}" srcOrd="9" destOrd="0" presId="urn:microsoft.com/office/officeart/2005/8/layout/default"/>
    <dgm:cxn modelId="{BD5936F6-2DCE-44AB-B9F3-3419A759B99F}" type="presParOf" srcId="{78831D68-E861-43B6-95EE-78072793A286}" destId="{CD0016FB-506C-4C54-BEF4-88D589CEFB6D}"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960177-44CF-40FD-B627-FBCCE617F968}" type="doc">
      <dgm:prSet loTypeId="urn:microsoft.com/office/officeart/2016/7/layout/RepeatingBendingProcessNew" loCatId="process" qsTypeId="urn:microsoft.com/office/officeart/2005/8/quickstyle/simple1#22" qsCatId="simple" csTypeId="urn:microsoft.com/office/officeart/2005/8/colors/accent3_2" csCatId="accent3" phldr="1"/>
      <dgm:spPr/>
      <dgm:t>
        <a:bodyPr/>
        <a:lstStyle/>
        <a:p>
          <a:endParaRPr lang="en-US"/>
        </a:p>
      </dgm:t>
    </dgm:pt>
    <dgm:pt modelId="{9C97CE36-904D-4F2C-A50A-A8CAA7D59C01}">
      <dgm:prSet/>
      <dgm:spPr/>
      <dgm:t>
        <a:bodyPr/>
        <a:lstStyle/>
        <a:p>
          <a:r>
            <a:rPr lang="en-GB" b="1" dirty="0"/>
            <a:t>Data Cleaning</a:t>
          </a:r>
          <a:endParaRPr lang="en-US" dirty="0"/>
        </a:p>
      </dgm:t>
    </dgm:pt>
    <dgm:pt modelId="{7811D7AB-E9FA-49C3-B145-52339A942F9C}" type="parTrans" cxnId="{D5039D3D-10E3-47C9-93F4-96D4FBB98FC7}">
      <dgm:prSet/>
      <dgm:spPr/>
      <dgm:t>
        <a:bodyPr/>
        <a:lstStyle/>
        <a:p>
          <a:endParaRPr lang="en-US"/>
        </a:p>
      </dgm:t>
    </dgm:pt>
    <dgm:pt modelId="{FBA97229-D5AE-443D-B518-C55DF1F29908}" type="sibTrans" cxnId="{D5039D3D-10E3-47C9-93F4-96D4FBB98FC7}">
      <dgm:prSet/>
      <dgm:spPr/>
      <dgm:t>
        <a:bodyPr/>
        <a:lstStyle/>
        <a:p>
          <a:endParaRPr lang="en-US"/>
        </a:p>
      </dgm:t>
    </dgm:pt>
    <dgm:pt modelId="{8C599005-29B9-4ABB-83CC-36CADF6FE489}">
      <dgm:prSet/>
      <dgm:spPr/>
      <dgm:t>
        <a:bodyPr/>
        <a:lstStyle/>
        <a:p>
          <a:r>
            <a:rPr lang="en-GB" b="1" dirty="0"/>
            <a:t>Feature Selection</a:t>
          </a:r>
          <a:endParaRPr lang="en-US" dirty="0"/>
        </a:p>
      </dgm:t>
    </dgm:pt>
    <dgm:pt modelId="{31BEE999-ACF9-4101-A636-4C8C30F30C51}" type="parTrans" cxnId="{6F9C7F9D-F1FF-4323-B72C-835444D5E9A3}">
      <dgm:prSet/>
      <dgm:spPr/>
      <dgm:t>
        <a:bodyPr/>
        <a:lstStyle/>
        <a:p>
          <a:endParaRPr lang="en-US"/>
        </a:p>
      </dgm:t>
    </dgm:pt>
    <dgm:pt modelId="{467EB575-B2AD-4816-9EA2-916F0BC9A001}" type="sibTrans" cxnId="{6F9C7F9D-F1FF-4323-B72C-835444D5E9A3}">
      <dgm:prSet/>
      <dgm:spPr/>
      <dgm:t>
        <a:bodyPr/>
        <a:lstStyle/>
        <a:p>
          <a:endParaRPr lang="en-US"/>
        </a:p>
      </dgm:t>
    </dgm:pt>
    <dgm:pt modelId="{CE52FF54-571C-4982-8291-F15D2D9FD9FD}">
      <dgm:prSet/>
      <dgm:spPr/>
      <dgm:t>
        <a:bodyPr/>
        <a:lstStyle/>
        <a:p>
          <a:r>
            <a:rPr lang="en-GB" b="1" dirty="0"/>
            <a:t>Target Label Encoding</a:t>
          </a:r>
          <a:endParaRPr lang="en-US" dirty="0"/>
        </a:p>
      </dgm:t>
    </dgm:pt>
    <dgm:pt modelId="{73F70061-9B7B-4DA4-A0FE-FD3F2C5705E6}" type="parTrans" cxnId="{5C7ED9EB-F543-434A-BBED-51186BC73AB2}">
      <dgm:prSet/>
      <dgm:spPr/>
      <dgm:t>
        <a:bodyPr/>
        <a:lstStyle/>
        <a:p>
          <a:endParaRPr lang="en-US"/>
        </a:p>
      </dgm:t>
    </dgm:pt>
    <dgm:pt modelId="{ED2B34D1-35AA-413F-8B06-F6F769E302D8}" type="sibTrans" cxnId="{5C7ED9EB-F543-434A-BBED-51186BC73AB2}">
      <dgm:prSet/>
      <dgm:spPr/>
      <dgm:t>
        <a:bodyPr/>
        <a:lstStyle/>
        <a:p>
          <a:endParaRPr lang="en-US"/>
        </a:p>
      </dgm:t>
    </dgm:pt>
    <dgm:pt modelId="{63140D27-11E1-47DF-8AFE-B1D3C3410610}">
      <dgm:prSet/>
      <dgm:spPr/>
      <dgm:t>
        <a:bodyPr/>
        <a:lstStyle/>
        <a:p>
          <a:r>
            <a:rPr lang="en-GB" b="1" dirty="0"/>
            <a:t>Train-test Split</a:t>
          </a:r>
          <a:endParaRPr lang="en-US" dirty="0"/>
        </a:p>
      </dgm:t>
    </dgm:pt>
    <dgm:pt modelId="{5BB3F2F2-1555-40BC-B9BD-72F858D8FDE3}" type="parTrans" cxnId="{65608975-F83B-47DA-B006-C1540279797A}">
      <dgm:prSet/>
      <dgm:spPr/>
      <dgm:t>
        <a:bodyPr/>
        <a:lstStyle/>
        <a:p>
          <a:endParaRPr lang="en-US"/>
        </a:p>
      </dgm:t>
    </dgm:pt>
    <dgm:pt modelId="{F259D400-1151-462B-B7F9-3A8E45DA805C}" type="sibTrans" cxnId="{65608975-F83B-47DA-B006-C1540279797A}">
      <dgm:prSet/>
      <dgm:spPr/>
      <dgm:t>
        <a:bodyPr/>
        <a:lstStyle/>
        <a:p>
          <a:endParaRPr lang="en-US"/>
        </a:p>
      </dgm:t>
    </dgm:pt>
    <dgm:pt modelId="{673B793F-9237-4B7C-B9B2-744D416ACAA1}">
      <dgm:prSet/>
      <dgm:spPr/>
      <dgm:t>
        <a:bodyPr/>
        <a:lstStyle/>
        <a:p>
          <a:r>
            <a:rPr lang="en-GB" b="1" dirty="0"/>
            <a:t>One-Hot Encoding</a:t>
          </a:r>
          <a:endParaRPr lang="en-US" dirty="0"/>
        </a:p>
      </dgm:t>
    </dgm:pt>
    <dgm:pt modelId="{6AD0F296-EEBA-43D2-8104-D63E0114E450}" type="parTrans" cxnId="{ECB6D348-549F-4781-816C-9998700D62AB}">
      <dgm:prSet/>
      <dgm:spPr/>
      <dgm:t>
        <a:bodyPr/>
        <a:lstStyle/>
        <a:p>
          <a:endParaRPr lang="en-US"/>
        </a:p>
      </dgm:t>
    </dgm:pt>
    <dgm:pt modelId="{C7474D1B-3CB4-4B30-8F4E-AE0562229606}" type="sibTrans" cxnId="{ECB6D348-549F-4781-816C-9998700D62AB}">
      <dgm:prSet/>
      <dgm:spPr/>
      <dgm:t>
        <a:bodyPr/>
        <a:lstStyle/>
        <a:p>
          <a:endParaRPr lang="en-US"/>
        </a:p>
      </dgm:t>
    </dgm:pt>
    <dgm:pt modelId="{EA556D0B-F398-4601-B804-2AC0BA65FE8D}">
      <dgm:prSet/>
      <dgm:spPr/>
      <dgm:t>
        <a:bodyPr/>
        <a:lstStyle/>
        <a:p>
          <a:r>
            <a:rPr lang="en-GB" b="1" dirty="0"/>
            <a:t>Standardisation</a:t>
          </a:r>
          <a:endParaRPr lang="en-US" dirty="0"/>
        </a:p>
      </dgm:t>
    </dgm:pt>
    <dgm:pt modelId="{FC78E5D4-34A0-45C2-92DA-058DF9940BD7}" type="parTrans" cxnId="{86774023-DC3D-4F62-8611-A166186E807F}">
      <dgm:prSet/>
      <dgm:spPr/>
      <dgm:t>
        <a:bodyPr/>
        <a:lstStyle/>
        <a:p>
          <a:endParaRPr lang="en-US"/>
        </a:p>
      </dgm:t>
    </dgm:pt>
    <dgm:pt modelId="{E3536D1E-7EE9-4D24-87A7-89638D3792ED}" type="sibTrans" cxnId="{86774023-DC3D-4F62-8611-A166186E807F}">
      <dgm:prSet/>
      <dgm:spPr/>
      <dgm:t>
        <a:bodyPr/>
        <a:lstStyle/>
        <a:p>
          <a:endParaRPr lang="en-US"/>
        </a:p>
      </dgm:t>
    </dgm:pt>
    <dgm:pt modelId="{E95E4D3D-BD05-451D-8072-0C89F12994D4}" type="pres">
      <dgm:prSet presAssocID="{87960177-44CF-40FD-B627-FBCCE617F968}" presName="Name0" presStyleCnt="0">
        <dgm:presLayoutVars>
          <dgm:dir/>
          <dgm:resizeHandles val="exact"/>
        </dgm:presLayoutVars>
      </dgm:prSet>
      <dgm:spPr/>
    </dgm:pt>
    <dgm:pt modelId="{B41DC3FC-9087-4844-ACC8-A8E0F5EBB45C}" type="pres">
      <dgm:prSet presAssocID="{9C97CE36-904D-4F2C-A50A-A8CAA7D59C01}" presName="node" presStyleLbl="node1" presStyleIdx="0" presStyleCnt="6">
        <dgm:presLayoutVars>
          <dgm:bulletEnabled val="1"/>
        </dgm:presLayoutVars>
      </dgm:prSet>
      <dgm:spPr/>
    </dgm:pt>
    <dgm:pt modelId="{3788B47F-6809-4EC9-9F2F-B45A236E24AF}" type="pres">
      <dgm:prSet presAssocID="{FBA97229-D5AE-443D-B518-C55DF1F29908}" presName="sibTrans" presStyleLbl="sibTrans1D1" presStyleIdx="0" presStyleCnt="5"/>
      <dgm:spPr/>
    </dgm:pt>
    <dgm:pt modelId="{5AD30FE7-F02F-4E58-B5A3-67DB7C459937}" type="pres">
      <dgm:prSet presAssocID="{FBA97229-D5AE-443D-B518-C55DF1F29908}" presName="connectorText" presStyleLbl="sibTrans1D1" presStyleIdx="0" presStyleCnt="5"/>
      <dgm:spPr/>
    </dgm:pt>
    <dgm:pt modelId="{D38DB5D4-1E93-4FD2-80D5-196306A30D63}" type="pres">
      <dgm:prSet presAssocID="{8C599005-29B9-4ABB-83CC-36CADF6FE489}" presName="node" presStyleLbl="node1" presStyleIdx="1" presStyleCnt="6">
        <dgm:presLayoutVars>
          <dgm:bulletEnabled val="1"/>
        </dgm:presLayoutVars>
      </dgm:prSet>
      <dgm:spPr/>
    </dgm:pt>
    <dgm:pt modelId="{D63AE0C0-BF48-4B00-AA99-33664AAB6AD3}" type="pres">
      <dgm:prSet presAssocID="{467EB575-B2AD-4816-9EA2-916F0BC9A001}" presName="sibTrans" presStyleLbl="sibTrans1D1" presStyleIdx="1" presStyleCnt="5"/>
      <dgm:spPr/>
    </dgm:pt>
    <dgm:pt modelId="{C8941DF0-AB19-4778-95E3-C51537C18690}" type="pres">
      <dgm:prSet presAssocID="{467EB575-B2AD-4816-9EA2-916F0BC9A001}" presName="connectorText" presStyleLbl="sibTrans1D1" presStyleIdx="1" presStyleCnt="5"/>
      <dgm:spPr/>
    </dgm:pt>
    <dgm:pt modelId="{AB0EE6DA-9B3E-4DC5-9C22-58E1849771A4}" type="pres">
      <dgm:prSet presAssocID="{CE52FF54-571C-4982-8291-F15D2D9FD9FD}" presName="node" presStyleLbl="node1" presStyleIdx="2" presStyleCnt="6">
        <dgm:presLayoutVars>
          <dgm:bulletEnabled val="1"/>
        </dgm:presLayoutVars>
      </dgm:prSet>
      <dgm:spPr/>
    </dgm:pt>
    <dgm:pt modelId="{D25A71F0-779F-43FD-A24E-F4DAFFD14307}" type="pres">
      <dgm:prSet presAssocID="{ED2B34D1-35AA-413F-8B06-F6F769E302D8}" presName="sibTrans" presStyleLbl="sibTrans1D1" presStyleIdx="2" presStyleCnt="5"/>
      <dgm:spPr/>
    </dgm:pt>
    <dgm:pt modelId="{3EE95806-0745-4DDF-A8A8-DB8964282546}" type="pres">
      <dgm:prSet presAssocID="{ED2B34D1-35AA-413F-8B06-F6F769E302D8}" presName="connectorText" presStyleLbl="sibTrans1D1" presStyleIdx="2" presStyleCnt="5"/>
      <dgm:spPr/>
    </dgm:pt>
    <dgm:pt modelId="{A7232C29-23C6-48E1-A0AC-1A1514180F01}" type="pres">
      <dgm:prSet presAssocID="{63140D27-11E1-47DF-8AFE-B1D3C3410610}" presName="node" presStyleLbl="node1" presStyleIdx="3" presStyleCnt="6">
        <dgm:presLayoutVars>
          <dgm:bulletEnabled val="1"/>
        </dgm:presLayoutVars>
      </dgm:prSet>
      <dgm:spPr/>
    </dgm:pt>
    <dgm:pt modelId="{03C70E5C-91DD-4799-A157-53F96611BC2D}" type="pres">
      <dgm:prSet presAssocID="{F259D400-1151-462B-B7F9-3A8E45DA805C}" presName="sibTrans" presStyleLbl="sibTrans1D1" presStyleIdx="3" presStyleCnt="5"/>
      <dgm:spPr/>
    </dgm:pt>
    <dgm:pt modelId="{54002356-06F6-4801-9A4B-D3ADCDB4BC00}" type="pres">
      <dgm:prSet presAssocID="{F259D400-1151-462B-B7F9-3A8E45DA805C}" presName="connectorText" presStyleLbl="sibTrans1D1" presStyleIdx="3" presStyleCnt="5"/>
      <dgm:spPr/>
    </dgm:pt>
    <dgm:pt modelId="{05A67DAF-A71F-4859-81D2-8B46DAEF87DF}" type="pres">
      <dgm:prSet presAssocID="{673B793F-9237-4B7C-B9B2-744D416ACAA1}" presName="node" presStyleLbl="node1" presStyleIdx="4" presStyleCnt="6">
        <dgm:presLayoutVars>
          <dgm:bulletEnabled val="1"/>
        </dgm:presLayoutVars>
      </dgm:prSet>
      <dgm:spPr/>
    </dgm:pt>
    <dgm:pt modelId="{9C7DC8E7-398B-4FDB-BA69-3FF9A1D0B8CC}" type="pres">
      <dgm:prSet presAssocID="{C7474D1B-3CB4-4B30-8F4E-AE0562229606}" presName="sibTrans" presStyleLbl="sibTrans1D1" presStyleIdx="4" presStyleCnt="5"/>
      <dgm:spPr/>
    </dgm:pt>
    <dgm:pt modelId="{B8E486C9-D3E9-40B0-ADEF-E6C4D9343FAC}" type="pres">
      <dgm:prSet presAssocID="{C7474D1B-3CB4-4B30-8F4E-AE0562229606}" presName="connectorText" presStyleLbl="sibTrans1D1" presStyleIdx="4" presStyleCnt="5"/>
      <dgm:spPr/>
    </dgm:pt>
    <dgm:pt modelId="{9A4D1993-14FE-4C5A-AA89-CCD30F66B17B}" type="pres">
      <dgm:prSet presAssocID="{EA556D0B-F398-4601-B804-2AC0BA65FE8D}" presName="node" presStyleLbl="node1" presStyleIdx="5" presStyleCnt="6">
        <dgm:presLayoutVars>
          <dgm:bulletEnabled val="1"/>
        </dgm:presLayoutVars>
      </dgm:prSet>
      <dgm:spPr/>
    </dgm:pt>
  </dgm:ptLst>
  <dgm:cxnLst>
    <dgm:cxn modelId="{6DD86104-CA99-40CB-9804-6CB446B9638C}" type="presOf" srcId="{F259D400-1151-462B-B7F9-3A8E45DA805C}" destId="{03C70E5C-91DD-4799-A157-53F96611BC2D}" srcOrd="0" destOrd="0" presId="urn:microsoft.com/office/officeart/2016/7/layout/RepeatingBendingProcessNew"/>
    <dgm:cxn modelId="{E5570707-C323-4D09-BF06-0226C626748F}" type="presOf" srcId="{87960177-44CF-40FD-B627-FBCCE617F968}" destId="{E95E4D3D-BD05-451D-8072-0C89F12994D4}" srcOrd="0" destOrd="0" presId="urn:microsoft.com/office/officeart/2016/7/layout/RepeatingBendingProcessNew"/>
    <dgm:cxn modelId="{73A3080A-57D2-44C7-A1E8-7F1188F79AF6}" type="presOf" srcId="{673B793F-9237-4B7C-B9B2-744D416ACAA1}" destId="{05A67DAF-A71F-4859-81D2-8B46DAEF87DF}" srcOrd="0" destOrd="0" presId="urn:microsoft.com/office/officeart/2016/7/layout/RepeatingBendingProcessNew"/>
    <dgm:cxn modelId="{69420518-DB3D-4375-BC9B-0A911D55C0AF}" type="presOf" srcId="{8C599005-29B9-4ABB-83CC-36CADF6FE489}" destId="{D38DB5D4-1E93-4FD2-80D5-196306A30D63}" srcOrd="0" destOrd="0" presId="urn:microsoft.com/office/officeart/2016/7/layout/RepeatingBendingProcessNew"/>
    <dgm:cxn modelId="{86774023-DC3D-4F62-8611-A166186E807F}" srcId="{87960177-44CF-40FD-B627-FBCCE617F968}" destId="{EA556D0B-F398-4601-B804-2AC0BA65FE8D}" srcOrd="5" destOrd="0" parTransId="{FC78E5D4-34A0-45C2-92DA-058DF9940BD7}" sibTransId="{E3536D1E-7EE9-4D24-87A7-89638D3792ED}"/>
    <dgm:cxn modelId="{F48F8025-9EC2-4540-B1A6-7D7BC8124F38}" type="presOf" srcId="{F259D400-1151-462B-B7F9-3A8E45DA805C}" destId="{54002356-06F6-4801-9A4B-D3ADCDB4BC00}" srcOrd="1" destOrd="0" presId="urn:microsoft.com/office/officeart/2016/7/layout/RepeatingBendingProcessNew"/>
    <dgm:cxn modelId="{AE3C3728-A70D-46B1-8CD6-18C21AC77B71}" type="presOf" srcId="{467EB575-B2AD-4816-9EA2-916F0BC9A001}" destId="{C8941DF0-AB19-4778-95E3-C51537C18690}" srcOrd="1" destOrd="0" presId="urn:microsoft.com/office/officeart/2016/7/layout/RepeatingBendingProcessNew"/>
    <dgm:cxn modelId="{7AA9543D-5793-4164-A53E-2BADE260C942}" type="presOf" srcId="{63140D27-11E1-47DF-8AFE-B1D3C3410610}" destId="{A7232C29-23C6-48E1-A0AC-1A1514180F01}" srcOrd="0" destOrd="0" presId="urn:microsoft.com/office/officeart/2016/7/layout/RepeatingBendingProcessNew"/>
    <dgm:cxn modelId="{D5039D3D-10E3-47C9-93F4-96D4FBB98FC7}" srcId="{87960177-44CF-40FD-B627-FBCCE617F968}" destId="{9C97CE36-904D-4F2C-A50A-A8CAA7D59C01}" srcOrd="0" destOrd="0" parTransId="{7811D7AB-E9FA-49C3-B145-52339A942F9C}" sibTransId="{FBA97229-D5AE-443D-B518-C55DF1F29908}"/>
    <dgm:cxn modelId="{1050493E-D6E8-45A9-87E7-D085A603D6FA}" type="presOf" srcId="{C7474D1B-3CB4-4B30-8F4E-AE0562229606}" destId="{9C7DC8E7-398B-4FDB-BA69-3FF9A1D0B8CC}" srcOrd="0" destOrd="0" presId="urn:microsoft.com/office/officeart/2016/7/layout/RepeatingBendingProcessNew"/>
    <dgm:cxn modelId="{ECB6D348-549F-4781-816C-9998700D62AB}" srcId="{87960177-44CF-40FD-B627-FBCCE617F968}" destId="{673B793F-9237-4B7C-B9B2-744D416ACAA1}" srcOrd="4" destOrd="0" parTransId="{6AD0F296-EEBA-43D2-8104-D63E0114E450}" sibTransId="{C7474D1B-3CB4-4B30-8F4E-AE0562229606}"/>
    <dgm:cxn modelId="{7B768E4E-DDB8-4C67-9C60-1233B9F3957E}" type="presOf" srcId="{FBA97229-D5AE-443D-B518-C55DF1F29908}" destId="{5AD30FE7-F02F-4E58-B5A3-67DB7C459937}" srcOrd="1" destOrd="0" presId="urn:microsoft.com/office/officeart/2016/7/layout/RepeatingBendingProcessNew"/>
    <dgm:cxn modelId="{E3F3AC53-3172-422F-98EA-63DAC69AB8D3}" type="presOf" srcId="{FBA97229-D5AE-443D-B518-C55DF1F29908}" destId="{3788B47F-6809-4EC9-9F2F-B45A236E24AF}" srcOrd="0" destOrd="0" presId="urn:microsoft.com/office/officeart/2016/7/layout/RepeatingBendingProcessNew"/>
    <dgm:cxn modelId="{65608975-F83B-47DA-B006-C1540279797A}" srcId="{87960177-44CF-40FD-B627-FBCCE617F968}" destId="{63140D27-11E1-47DF-8AFE-B1D3C3410610}" srcOrd="3" destOrd="0" parTransId="{5BB3F2F2-1555-40BC-B9BD-72F858D8FDE3}" sibTransId="{F259D400-1151-462B-B7F9-3A8E45DA805C}"/>
    <dgm:cxn modelId="{F85E1B94-B15B-4311-9D89-2E6AD77C5570}" type="presOf" srcId="{CE52FF54-571C-4982-8291-F15D2D9FD9FD}" destId="{AB0EE6DA-9B3E-4DC5-9C22-58E1849771A4}" srcOrd="0" destOrd="0" presId="urn:microsoft.com/office/officeart/2016/7/layout/RepeatingBendingProcessNew"/>
    <dgm:cxn modelId="{6F9C7F9D-F1FF-4323-B72C-835444D5E9A3}" srcId="{87960177-44CF-40FD-B627-FBCCE617F968}" destId="{8C599005-29B9-4ABB-83CC-36CADF6FE489}" srcOrd="1" destOrd="0" parTransId="{31BEE999-ACF9-4101-A636-4C8C30F30C51}" sibTransId="{467EB575-B2AD-4816-9EA2-916F0BC9A001}"/>
    <dgm:cxn modelId="{11C365AA-C13A-427F-8B1B-F8512CA537A9}" type="presOf" srcId="{ED2B34D1-35AA-413F-8B06-F6F769E302D8}" destId="{D25A71F0-779F-43FD-A24E-F4DAFFD14307}" srcOrd="0" destOrd="0" presId="urn:microsoft.com/office/officeart/2016/7/layout/RepeatingBendingProcessNew"/>
    <dgm:cxn modelId="{FAA1D9B3-0697-4D1F-95B2-CC2D1839272A}" type="presOf" srcId="{9C97CE36-904D-4F2C-A50A-A8CAA7D59C01}" destId="{B41DC3FC-9087-4844-ACC8-A8E0F5EBB45C}" srcOrd="0" destOrd="0" presId="urn:microsoft.com/office/officeart/2016/7/layout/RepeatingBendingProcessNew"/>
    <dgm:cxn modelId="{85931CC9-4BF4-4F61-B06C-227DC3AD0389}" type="presOf" srcId="{ED2B34D1-35AA-413F-8B06-F6F769E302D8}" destId="{3EE95806-0745-4DDF-A8A8-DB8964282546}" srcOrd="1" destOrd="0" presId="urn:microsoft.com/office/officeart/2016/7/layout/RepeatingBendingProcessNew"/>
    <dgm:cxn modelId="{7F3BABD9-0D61-4A9D-AFBB-623326A60D10}" type="presOf" srcId="{EA556D0B-F398-4601-B804-2AC0BA65FE8D}" destId="{9A4D1993-14FE-4C5A-AA89-CCD30F66B17B}" srcOrd="0" destOrd="0" presId="urn:microsoft.com/office/officeart/2016/7/layout/RepeatingBendingProcessNew"/>
    <dgm:cxn modelId="{45F7F7DE-2836-4DEC-BE4A-345BC60BF979}" type="presOf" srcId="{467EB575-B2AD-4816-9EA2-916F0BC9A001}" destId="{D63AE0C0-BF48-4B00-AA99-33664AAB6AD3}" srcOrd="0" destOrd="0" presId="urn:microsoft.com/office/officeart/2016/7/layout/RepeatingBendingProcessNew"/>
    <dgm:cxn modelId="{FB3DCBE9-FAF8-477A-A031-D14CBF5837AB}" type="presOf" srcId="{C7474D1B-3CB4-4B30-8F4E-AE0562229606}" destId="{B8E486C9-D3E9-40B0-ADEF-E6C4D9343FAC}" srcOrd="1" destOrd="0" presId="urn:microsoft.com/office/officeart/2016/7/layout/RepeatingBendingProcessNew"/>
    <dgm:cxn modelId="{5C7ED9EB-F543-434A-BBED-51186BC73AB2}" srcId="{87960177-44CF-40FD-B627-FBCCE617F968}" destId="{CE52FF54-571C-4982-8291-F15D2D9FD9FD}" srcOrd="2" destOrd="0" parTransId="{73F70061-9B7B-4DA4-A0FE-FD3F2C5705E6}" sibTransId="{ED2B34D1-35AA-413F-8B06-F6F769E302D8}"/>
    <dgm:cxn modelId="{296E1B5B-1C42-40B7-862D-DA5E2525257F}" type="presParOf" srcId="{E95E4D3D-BD05-451D-8072-0C89F12994D4}" destId="{B41DC3FC-9087-4844-ACC8-A8E0F5EBB45C}" srcOrd="0" destOrd="0" presId="urn:microsoft.com/office/officeart/2016/7/layout/RepeatingBendingProcessNew"/>
    <dgm:cxn modelId="{52FCD7C1-5D46-4640-8095-6B26EA65042F}" type="presParOf" srcId="{E95E4D3D-BD05-451D-8072-0C89F12994D4}" destId="{3788B47F-6809-4EC9-9F2F-B45A236E24AF}" srcOrd="1" destOrd="0" presId="urn:microsoft.com/office/officeart/2016/7/layout/RepeatingBendingProcessNew"/>
    <dgm:cxn modelId="{A13DE0B0-DE95-466C-90DA-D33C91E86BA7}" type="presParOf" srcId="{3788B47F-6809-4EC9-9F2F-B45A236E24AF}" destId="{5AD30FE7-F02F-4E58-B5A3-67DB7C459937}" srcOrd="0" destOrd="0" presId="urn:microsoft.com/office/officeart/2016/7/layout/RepeatingBendingProcessNew"/>
    <dgm:cxn modelId="{6AA8E822-B015-4DE5-9F73-BAC8191FBB14}" type="presParOf" srcId="{E95E4D3D-BD05-451D-8072-0C89F12994D4}" destId="{D38DB5D4-1E93-4FD2-80D5-196306A30D63}" srcOrd="2" destOrd="0" presId="urn:microsoft.com/office/officeart/2016/7/layout/RepeatingBendingProcessNew"/>
    <dgm:cxn modelId="{6DBFC998-8442-44DF-88A7-FA876B84DB71}" type="presParOf" srcId="{E95E4D3D-BD05-451D-8072-0C89F12994D4}" destId="{D63AE0C0-BF48-4B00-AA99-33664AAB6AD3}" srcOrd="3" destOrd="0" presId="urn:microsoft.com/office/officeart/2016/7/layout/RepeatingBendingProcessNew"/>
    <dgm:cxn modelId="{28B0DB73-5E9A-4C71-BB9F-9FB724683C27}" type="presParOf" srcId="{D63AE0C0-BF48-4B00-AA99-33664AAB6AD3}" destId="{C8941DF0-AB19-4778-95E3-C51537C18690}" srcOrd="0" destOrd="0" presId="urn:microsoft.com/office/officeart/2016/7/layout/RepeatingBendingProcessNew"/>
    <dgm:cxn modelId="{79D67696-7C8F-4F47-81EA-40BB8BC7194E}" type="presParOf" srcId="{E95E4D3D-BD05-451D-8072-0C89F12994D4}" destId="{AB0EE6DA-9B3E-4DC5-9C22-58E1849771A4}" srcOrd="4" destOrd="0" presId="urn:microsoft.com/office/officeart/2016/7/layout/RepeatingBendingProcessNew"/>
    <dgm:cxn modelId="{595F9D15-524B-4639-B71D-F59256D813F3}" type="presParOf" srcId="{E95E4D3D-BD05-451D-8072-0C89F12994D4}" destId="{D25A71F0-779F-43FD-A24E-F4DAFFD14307}" srcOrd="5" destOrd="0" presId="urn:microsoft.com/office/officeart/2016/7/layout/RepeatingBendingProcessNew"/>
    <dgm:cxn modelId="{302D7DC7-6E40-4B57-9BDB-AA40FFFE1443}" type="presParOf" srcId="{D25A71F0-779F-43FD-A24E-F4DAFFD14307}" destId="{3EE95806-0745-4DDF-A8A8-DB8964282546}" srcOrd="0" destOrd="0" presId="urn:microsoft.com/office/officeart/2016/7/layout/RepeatingBendingProcessNew"/>
    <dgm:cxn modelId="{7C20FCE6-6DAD-4086-8848-F3E80808EB36}" type="presParOf" srcId="{E95E4D3D-BD05-451D-8072-0C89F12994D4}" destId="{A7232C29-23C6-48E1-A0AC-1A1514180F01}" srcOrd="6" destOrd="0" presId="urn:microsoft.com/office/officeart/2016/7/layout/RepeatingBendingProcessNew"/>
    <dgm:cxn modelId="{ED561CCE-8FE2-4FCA-84BB-7E065EB47703}" type="presParOf" srcId="{E95E4D3D-BD05-451D-8072-0C89F12994D4}" destId="{03C70E5C-91DD-4799-A157-53F96611BC2D}" srcOrd="7" destOrd="0" presId="urn:microsoft.com/office/officeart/2016/7/layout/RepeatingBendingProcessNew"/>
    <dgm:cxn modelId="{81A295F2-3A89-4693-98FC-BD2E8ECC09AE}" type="presParOf" srcId="{03C70E5C-91DD-4799-A157-53F96611BC2D}" destId="{54002356-06F6-4801-9A4B-D3ADCDB4BC00}" srcOrd="0" destOrd="0" presId="urn:microsoft.com/office/officeart/2016/7/layout/RepeatingBendingProcessNew"/>
    <dgm:cxn modelId="{03F2BC5C-7C0D-46FD-9441-F1986CDE01C4}" type="presParOf" srcId="{E95E4D3D-BD05-451D-8072-0C89F12994D4}" destId="{05A67DAF-A71F-4859-81D2-8B46DAEF87DF}" srcOrd="8" destOrd="0" presId="urn:microsoft.com/office/officeart/2016/7/layout/RepeatingBendingProcessNew"/>
    <dgm:cxn modelId="{002566F6-7CC3-4FCD-BA34-175A24D53267}" type="presParOf" srcId="{E95E4D3D-BD05-451D-8072-0C89F12994D4}" destId="{9C7DC8E7-398B-4FDB-BA69-3FF9A1D0B8CC}" srcOrd="9" destOrd="0" presId="urn:microsoft.com/office/officeart/2016/7/layout/RepeatingBendingProcessNew"/>
    <dgm:cxn modelId="{3B678D65-B7BC-4088-B683-2F4939C9EE01}" type="presParOf" srcId="{9C7DC8E7-398B-4FDB-BA69-3FF9A1D0B8CC}" destId="{B8E486C9-D3E9-40B0-ADEF-E6C4D9343FAC}" srcOrd="0" destOrd="0" presId="urn:microsoft.com/office/officeart/2016/7/layout/RepeatingBendingProcessNew"/>
    <dgm:cxn modelId="{CF7F81BD-CDF8-45FB-A458-3D8FFC12896E}" type="presParOf" srcId="{E95E4D3D-BD05-451D-8072-0C89F12994D4}" destId="{9A4D1993-14FE-4C5A-AA89-CCD30F66B17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4.xml><?xml version="1.0" encoding="utf-8"?>
<dgm:dataModel xmlns:dgm="http://schemas.openxmlformats.org/drawingml/2006/diagram" xmlns:a="http://schemas.openxmlformats.org/drawingml/2006/main">
  <dgm:ptLst>
    <dgm:pt modelId="{502C8034-C9C1-4BA0-A8B6-0A8D8276F21B}" type="doc">
      <dgm:prSet loTypeId="urn:microsoft.com/office/officeart/2005/8/layout/list1" loCatId="list" qsTypeId="urn:microsoft.com/office/officeart/2005/8/quickstyle/simple1" qsCatId="simple" csTypeId="urn:microsoft.com/office/officeart/2005/8/colors/accent3_2#15" csCatId="accent3" phldr="1"/>
      <dgm:spPr/>
      <dgm:t>
        <a:bodyPr/>
        <a:lstStyle/>
        <a:p>
          <a:endParaRPr lang="en-GB"/>
        </a:p>
      </dgm:t>
    </dgm:pt>
    <dgm:pt modelId="{E4819827-AB31-4F99-95E1-66628A6B9E4F}">
      <dgm:prSet phldrT="[Text]"/>
      <dgm:spPr/>
      <dgm:t>
        <a:bodyPr/>
        <a:lstStyle/>
        <a:p>
          <a:r>
            <a:rPr lang="en-GB" b="1" dirty="0"/>
            <a:t>Nulls</a:t>
          </a:r>
          <a:endParaRPr lang="en-GB" dirty="0"/>
        </a:p>
      </dgm:t>
    </dgm:pt>
    <dgm:pt modelId="{03423424-C176-48A0-A962-316806261BD5}" type="parTrans" cxnId="{B971E17E-09CE-4FAB-A828-47362A2A4E87}">
      <dgm:prSet/>
      <dgm:spPr/>
      <dgm:t>
        <a:bodyPr/>
        <a:lstStyle/>
        <a:p>
          <a:endParaRPr lang="en-GB"/>
        </a:p>
      </dgm:t>
    </dgm:pt>
    <dgm:pt modelId="{D641D9E6-87E2-47B2-8E80-71C96F667035}" type="sibTrans" cxnId="{B971E17E-09CE-4FAB-A828-47362A2A4E87}">
      <dgm:prSet/>
      <dgm:spPr/>
      <dgm:t>
        <a:bodyPr/>
        <a:lstStyle/>
        <a:p>
          <a:endParaRPr lang="en-GB"/>
        </a:p>
      </dgm:t>
    </dgm:pt>
    <dgm:pt modelId="{CD8ECEF8-DED9-4C49-932E-4600C190C31B}">
      <dgm:prSet phldrT="[Text]"/>
      <dgm:spPr/>
      <dgm:t>
        <a:bodyPr/>
        <a:lstStyle/>
        <a:p>
          <a:pPr>
            <a:buFont typeface="Arial" panose="020B0604020202020204" pitchFamily="34" charset="0"/>
            <a:buNone/>
          </a:pPr>
          <a:r>
            <a:rPr lang="en-GB"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gm:t>
    </dgm:pt>
    <dgm:pt modelId="{30C5017F-0786-4E21-ACF2-91EC18734E80}" type="parTrans" cxnId="{3E3F9E35-702E-4589-9039-A9A5A8AA7639}">
      <dgm:prSet/>
      <dgm:spPr/>
      <dgm:t>
        <a:bodyPr/>
        <a:lstStyle/>
        <a:p>
          <a:endParaRPr lang="en-GB"/>
        </a:p>
      </dgm:t>
    </dgm:pt>
    <dgm:pt modelId="{D89420E2-8D82-4D6F-B6FC-1C7F07678196}" type="sibTrans" cxnId="{3E3F9E35-702E-4589-9039-A9A5A8AA7639}">
      <dgm:prSet/>
      <dgm:spPr/>
      <dgm:t>
        <a:bodyPr/>
        <a:lstStyle/>
        <a:p>
          <a:endParaRPr lang="en-GB"/>
        </a:p>
      </dgm:t>
    </dgm:pt>
    <dgm:pt modelId="{19134D3B-7ED5-4431-A507-5787C5C0FD89}">
      <dgm:prSet phldrT="[Text]"/>
      <dgm:spPr/>
      <dgm:t>
        <a:bodyPr/>
        <a:lstStyle/>
        <a:p>
          <a:r>
            <a:rPr lang="en-GB" b="1" dirty="0"/>
            <a:t>Summarised Features</a:t>
          </a:r>
          <a:endParaRPr lang="en-GB" dirty="0"/>
        </a:p>
      </dgm:t>
    </dgm:pt>
    <dgm:pt modelId="{007F4B04-8F5A-40CB-83C0-B909A6C5918F}" type="parTrans" cxnId="{33A60CB1-B3F7-448B-A7A7-5BA1EE72272C}">
      <dgm:prSet/>
      <dgm:spPr/>
      <dgm:t>
        <a:bodyPr/>
        <a:lstStyle/>
        <a:p>
          <a:endParaRPr lang="en-GB"/>
        </a:p>
      </dgm:t>
    </dgm:pt>
    <dgm:pt modelId="{70DC2082-1E0D-4238-885C-713F354319D6}" type="sibTrans" cxnId="{33A60CB1-B3F7-448B-A7A7-5BA1EE72272C}">
      <dgm:prSet/>
      <dgm:spPr/>
      <dgm:t>
        <a:bodyPr/>
        <a:lstStyle/>
        <a:p>
          <a:endParaRPr lang="en-GB"/>
        </a:p>
      </dgm:t>
    </dgm:pt>
    <dgm:pt modelId="{0B99C3F4-2A75-4451-9A6A-69F616F821F3}">
      <dgm:prSet phldrT="[Text]"/>
      <dgm:spPr/>
      <dgm:t>
        <a:bodyPr/>
        <a:lstStyle/>
        <a:p>
          <a:pPr>
            <a:buNone/>
          </a:pPr>
          <a:r>
            <a:rPr kumimoji="0" lang="en-GB" b="0" i="0" u="none" strike="noStrike"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gm:t>
    </dgm:pt>
    <dgm:pt modelId="{70CBB40A-3739-4569-B9D5-0E2DA3A65FA7}" type="parTrans" cxnId="{C570AE15-68F7-4DAC-8713-E27D588AD64E}">
      <dgm:prSet/>
      <dgm:spPr/>
      <dgm:t>
        <a:bodyPr/>
        <a:lstStyle/>
        <a:p>
          <a:endParaRPr lang="en-GB"/>
        </a:p>
      </dgm:t>
    </dgm:pt>
    <dgm:pt modelId="{CBAD77B5-AF29-4CF4-9511-B2545628E469}" type="sibTrans" cxnId="{C570AE15-68F7-4DAC-8713-E27D588AD64E}">
      <dgm:prSet/>
      <dgm:spPr/>
      <dgm:t>
        <a:bodyPr/>
        <a:lstStyle/>
        <a:p>
          <a:endParaRPr lang="en-GB"/>
        </a:p>
      </dgm:t>
    </dgm:pt>
    <dgm:pt modelId="{043B768F-FF0B-4B60-A326-3F9F0DFCC96A}" type="pres">
      <dgm:prSet presAssocID="{502C8034-C9C1-4BA0-A8B6-0A8D8276F21B}" presName="linear" presStyleCnt="0">
        <dgm:presLayoutVars>
          <dgm:dir/>
          <dgm:animLvl val="lvl"/>
          <dgm:resizeHandles val="exact"/>
        </dgm:presLayoutVars>
      </dgm:prSet>
      <dgm:spPr/>
    </dgm:pt>
    <dgm:pt modelId="{BCCFF705-5F0D-4248-AAF0-7358A587B7A0}" type="pres">
      <dgm:prSet presAssocID="{E4819827-AB31-4F99-95E1-66628A6B9E4F}" presName="parentLin" presStyleCnt="0"/>
      <dgm:spPr/>
    </dgm:pt>
    <dgm:pt modelId="{712C83FF-7CC0-496B-9FA7-FECA41256307}" type="pres">
      <dgm:prSet presAssocID="{E4819827-AB31-4F99-95E1-66628A6B9E4F}" presName="parentLeftMargin" presStyleLbl="node1" presStyleIdx="0" presStyleCnt="2"/>
      <dgm:spPr/>
    </dgm:pt>
    <dgm:pt modelId="{A00C8796-B0C0-496E-9E3A-9D0F12355793}" type="pres">
      <dgm:prSet presAssocID="{E4819827-AB31-4F99-95E1-66628A6B9E4F}" presName="parentText" presStyleLbl="node1" presStyleIdx="0" presStyleCnt="2">
        <dgm:presLayoutVars>
          <dgm:chMax val="0"/>
          <dgm:bulletEnabled val="1"/>
        </dgm:presLayoutVars>
      </dgm:prSet>
      <dgm:spPr/>
    </dgm:pt>
    <dgm:pt modelId="{767EF479-2623-462D-A3D0-DAF90B1542E1}" type="pres">
      <dgm:prSet presAssocID="{E4819827-AB31-4F99-95E1-66628A6B9E4F}" presName="negativeSpace" presStyleCnt="0"/>
      <dgm:spPr/>
    </dgm:pt>
    <dgm:pt modelId="{4AC899EE-E8E7-4206-B1F4-44A9BA820D9E}" type="pres">
      <dgm:prSet presAssocID="{E4819827-AB31-4F99-95E1-66628A6B9E4F}" presName="childText" presStyleLbl="conFgAcc1" presStyleIdx="0" presStyleCnt="2">
        <dgm:presLayoutVars>
          <dgm:bulletEnabled val="1"/>
        </dgm:presLayoutVars>
      </dgm:prSet>
      <dgm:spPr/>
    </dgm:pt>
    <dgm:pt modelId="{D04BDC1E-1DD2-4AC6-B706-923CFDB5EE6A}" type="pres">
      <dgm:prSet presAssocID="{D641D9E6-87E2-47B2-8E80-71C96F667035}" presName="spaceBetweenRectangles" presStyleCnt="0"/>
      <dgm:spPr/>
    </dgm:pt>
    <dgm:pt modelId="{9D93361D-E846-4811-B9D4-6B9B12EE8C9F}" type="pres">
      <dgm:prSet presAssocID="{19134D3B-7ED5-4431-A507-5787C5C0FD89}" presName="parentLin" presStyleCnt="0"/>
      <dgm:spPr/>
    </dgm:pt>
    <dgm:pt modelId="{28BF8027-3527-4384-AE79-D012EE0F8F6D}" type="pres">
      <dgm:prSet presAssocID="{19134D3B-7ED5-4431-A507-5787C5C0FD89}" presName="parentLeftMargin" presStyleLbl="node1" presStyleIdx="0" presStyleCnt="2"/>
      <dgm:spPr/>
    </dgm:pt>
    <dgm:pt modelId="{43D22A84-82FB-434B-BD26-7D0AD421DFD0}" type="pres">
      <dgm:prSet presAssocID="{19134D3B-7ED5-4431-A507-5787C5C0FD89}" presName="parentText" presStyleLbl="node1" presStyleIdx="1" presStyleCnt="2">
        <dgm:presLayoutVars>
          <dgm:chMax val="0"/>
          <dgm:bulletEnabled val="1"/>
        </dgm:presLayoutVars>
      </dgm:prSet>
      <dgm:spPr/>
    </dgm:pt>
    <dgm:pt modelId="{C53A27A5-CAD2-4B39-B310-F7A9E413DA2A}" type="pres">
      <dgm:prSet presAssocID="{19134D3B-7ED5-4431-A507-5787C5C0FD89}" presName="negativeSpace" presStyleCnt="0"/>
      <dgm:spPr/>
    </dgm:pt>
    <dgm:pt modelId="{DCAA67C2-C872-4CB4-BBE7-3A09D521528A}" type="pres">
      <dgm:prSet presAssocID="{19134D3B-7ED5-4431-A507-5787C5C0FD89}" presName="childText" presStyleLbl="conFgAcc1" presStyleIdx="1" presStyleCnt="2">
        <dgm:presLayoutVars>
          <dgm:bulletEnabled val="1"/>
        </dgm:presLayoutVars>
      </dgm:prSet>
      <dgm:spPr/>
    </dgm:pt>
  </dgm:ptLst>
  <dgm:cxnLst>
    <dgm:cxn modelId="{C570AE15-68F7-4DAC-8713-E27D588AD64E}" srcId="{19134D3B-7ED5-4431-A507-5787C5C0FD89}" destId="{0B99C3F4-2A75-4451-9A6A-69F616F821F3}" srcOrd="0" destOrd="0" parTransId="{70CBB40A-3739-4569-B9D5-0E2DA3A65FA7}" sibTransId="{CBAD77B5-AF29-4CF4-9511-B2545628E469}"/>
    <dgm:cxn modelId="{3E3F9E35-702E-4589-9039-A9A5A8AA7639}" srcId="{E4819827-AB31-4F99-95E1-66628A6B9E4F}" destId="{CD8ECEF8-DED9-4C49-932E-4600C190C31B}" srcOrd="0" destOrd="0" parTransId="{30C5017F-0786-4E21-ACF2-91EC18734E80}" sibTransId="{D89420E2-8D82-4D6F-B6FC-1C7F07678196}"/>
    <dgm:cxn modelId="{8981DB66-D863-46BF-9BFE-A026288B9D3F}" type="presOf" srcId="{E4819827-AB31-4F99-95E1-66628A6B9E4F}" destId="{A00C8796-B0C0-496E-9E3A-9D0F12355793}" srcOrd="1" destOrd="0" presId="urn:microsoft.com/office/officeart/2005/8/layout/list1"/>
    <dgm:cxn modelId="{24735073-2A6B-49EF-8B98-5967DC8CEAC4}" type="presOf" srcId="{0B99C3F4-2A75-4451-9A6A-69F616F821F3}" destId="{DCAA67C2-C872-4CB4-BBE7-3A09D521528A}" srcOrd="0" destOrd="0" presId="urn:microsoft.com/office/officeart/2005/8/layout/list1"/>
    <dgm:cxn modelId="{B971E17E-09CE-4FAB-A828-47362A2A4E87}" srcId="{502C8034-C9C1-4BA0-A8B6-0A8D8276F21B}" destId="{E4819827-AB31-4F99-95E1-66628A6B9E4F}" srcOrd="0" destOrd="0" parTransId="{03423424-C176-48A0-A962-316806261BD5}" sibTransId="{D641D9E6-87E2-47B2-8E80-71C96F667035}"/>
    <dgm:cxn modelId="{C4EE339E-C1AA-4C81-A563-145F2228EEA2}" type="presOf" srcId="{CD8ECEF8-DED9-4C49-932E-4600C190C31B}" destId="{4AC899EE-E8E7-4206-B1F4-44A9BA820D9E}" srcOrd="0" destOrd="0" presId="urn:microsoft.com/office/officeart/2005/8/layout/list1"/>
    <dgm:cxn modelId="{33A60CB1-B3F7-448B-A7A7-5BA1EE72272C}" srcId="{502C8034-C9C1-4BA0-A8B6-0A8D8276F21B}" destId="{19134D3B-7ED5-4431-A507-5787C5C0FD89}" srcOrd="1" destOrd="0" parTransId="{007F4B04-8F5A-40CB-83C0-B909A6C5918F}" sibTransId="{70DC2082-1E0D-4238-885C-713F354319D6}"/>
    <dgm:cxn modelId="{49CBB3C2-8AFA-417F-847F-21C9949B9AE2}" type="presOf" srcId="{19134D3B-7ED5-4431-A507-5787C5C0FD89}" destId="{28BF8027-3527-4384-AE79-D012EE0F8F6D}" srcOrd="0" destOrd="0" presId="urn:microsoft.com/office/officeart/2005/8/layout/list1"/>
    <dgm:cxn modelId="{06656DD8-2B68-4FDE-BB6B-4BFB785C5E67}" type="presOf" srcId="{E4819827-AB31-4F99-95E1-66628A6B9E4F}" destId="{712C83FF-7CC0-496B-9FA7-FECA41256307}" srcOrd="0" destOrd="0" presId="urn:microsoft.com/office/officeart/2005/8/layout/list1"/>
    <dgm:cxn modelId="{CEA4A7DC-BD6E-46C1-8284-C480344ED277}" type="presOf" srcId="{19134D3B-7ED5-4431-A507-5787C5C0FD89}" destId="{43D22A84-82FB-434B-BD26-7D0AD421DFD0}" srcOrd="1" destOrd="0" presId="urn:microsoft.com/office/officeart/2005/8/layout/list1"/>
    <dgm:cxn modelId="{4D530EE4-55A7-4BE9-B933-B2D03038E669}" type="presOf" srcId="{502C8034-C9C1-4BA0-A8B6-0A8D8276F21B}" destId="{043B768F-FF0B-4B60-A326-3F9F0DFCC96A}" srcOrd="0" destOrd="0" presId="urn:microsoft.com/office/officeart/2005/8/layout/list1"/>
    <dgm:cxn modelId="{1C3048B4-5B63-42BF-B209-737AD204D0C5}" type="presParOf" srcId="{043B768F-FF0B-4B60-A326-3F9F0DFCC96A}" destId="{BCCFF705-5F0D-4248-AAF0-7358A587B7A0}" srcOrd="0" destOrd="0" presId="urn:microsoft.com/office/officeart/2005/8/layout/list1"/>
    <dgm:cxn modelId="{6A79D214-C569-44AB-A5EA-9205E41D16AD}" type="presParOf" srcId="{BCCFF705-5F0D-4248-AAF0-7358A587B7A0}" destId="{712C83FF-7CC0-496B-9FA7-FECA41256307}" srcOrd="0" destOrd="0" presId="urn:microsoft.com/office/officeart/2005/8/layout/list1"/>
    <dgm:cxn modelId="{E62884E8-0336-4DE7-9A27-70488387A496}" type="presParOf" srcId="{BCCFF705-5F0D-4248-AAF0-7358A587B7A0}" destId="{A00C8796-B0C0-496E-9E3A-9D0F12355793}" srcOrd="1" destOrd="0" presId="urn:microsoft.com/office/officeart/2005/8/layout/list1"/>
    <dgm:cxn modelId="{37C41663-5C19-4F59-B2D9-09B57C21EDCA}" type="presParOf" srcId="{043B768F-FF0B-4B60-A326-3F9F0DFCC96A}" destId="{767EF479-2623-462D-A3D0-DAF90B1542E1}" srcOrd="1" destOrd="0" presId="urn:microsoft.com/office/officeart/2005/8/layout/list1"/>
    <dgm:cxn modelId="{27C0D7FA-C572-4E09-877D-A3312190096D}" type="presParOf" srcId="{043B768F-FF0B-4B60-A326-3F9F0DFCC96A}" destId="{4AC899EE-E8E7-4206-B1F4-44A9BA820D9E}" srcOrd="2" destOrd="0" presId="urn:microsoft.com/office/officeart/2005/8/layout/list1"/>
    <dgm:cxn modelId="{43F279C1-043B-44DB-8B8E-30ADF7D16EA2}" type="presParOf" srcId="{043B768F-FF0B-4B60-A326-3F9F0DFCC96A}" destId="{D04BDC1E-1DD2-4AC6-B706-923CFDB5EE6A}" srcOrd="3" destOrd="0" presId="urn:microsoft.com/office/officeart/2005/8/layout/list1"/>
    <dgm:cxn modelId="{046C2104-0991-4BD5-9E7C-02F5B3EEA033}" type="presParOf" srcId="{043B768F-FF0B-4B60-A326-3F9F0DFCC96A}" destId="{9D93361D-E846-4811-B9D4-6B9B12EE8C9F}" srcOrd="4" destOrd="0" presId="urn:microsoft.com/office/officeart/2005/8/layout/list1"/>
    <dgm:cxn modelId="{19F5EB40-6FD7-46EC-BA47-92217C75BF6C}" type="presParOf" srcId="{9D93361D-E846-4811-B9D4-6B9B12EE8C9F}" destId="{28BF8027-3527-4384-AE79-D012EE0F8F6D}" srcOrd="0" destOrd="0" presId="urn:microsoft.com/office/officeart/2005/8/layout/list1"/>
    <dgm:cxn modelId="{8161FEEB-C67F-4162-A6F0-5CC578818304}" type="presParOf" srcId="{9D93361D-E846-4811-B9D4-6B9B12EE8C9F}" destId="{43D22A84-82FB-434B-BD26-7D0AD421DFD0}" srcOrd="1" destOrd="0" presId="urn:microsoft.com/office/officeart/2005/8/layout/list1"/>
    <dgm:cxn modelId="{77D743B9-8A61-4C4F-82CD-ABDFA21115A2}" type="presParOf" srcId="{043B768F-FF0B-4B60-A326-3F9F0DFCC96A}" destId="{C53A27A5-CAD2-4B39-B310-F7A9E413DA2A}" srcOrd="5" destOrd="0" presId="urn:microsoft.com/office/officeart/2005/8/layout/list1"/>
    <dgm:cxn modelId="{2C8FAD3D-22E1-490C-9298-44EB366834B7}" type="presParOf" srcId="{043B768F-FF0B-4B60-A326-3F9F0DFCC96A}" destId="{DCAA67C2-C872-4CB4-BBE7-3A09D521528A}"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9680756-4BD3-4F84-8A5D-4B964453A280}" type="doc">
      <dgm:prSet loTypeId="urn:microsoft.com/office/officeart/2018/2/layout/IconVerticalSolidList" loCatId="icon" qsTypeId="urn:microsoft.com/office/officeart/2005/8/quickstyle/simple1#43" qsCatId="simple" csTypeId="urn:microsoft.com/office/officeart/2005/8/colors/accent3_2#42" csCatId="accent3" phldr="1"/>
      <dgm:spPr/>
      <dgm:t>
        <a:bodyPr/>
        <a:lstStyle/>
        <a:p>
          <a:endParaRPr lang="en-US"/>
        </a:p>
      </dgm:t>
    </dgm:pt>
    <dgm:pt modelId="{75DC09F0-8E03-44E9-A3D6-D31D3A15C9C3}">
      <dgm:prSet/>
      <dgm:spPr/>
      <dgm:t>
        <a:bodyPr/>
        <a:lstStyle/>
        <a:p>
          <a:pPr>
            <a:lnSpc>
              <a:spcPct val="100000"/>
            </a:lnSpc>
          </a:pPr>
          <a:r>
            <a:rPr lang="en-GB" b="1" dirty="0"/>
            <a:t>Target Label Encoding </a:t>
          </a:r>
          <a:endParaRPr lang="en-US" b="1" dirty="0"/>
        </a:p>
      </dgm:t>
    </dgm:pt>
    <dgm:pt modelId="{9A5596AA-83B4-4804-9A4C-4B2B131B2E7B}" type="parTrans" cxnId="{745C17BF-CDFD-4871-8439-BCE8939E7EF2}">
      <dgm:prSet/>
      <dgm:spPr/>
      <dgm:t>
        <a:bodyPr/>
        <a:lstStyle/>
        <a:p>
          <a:endParaRPr lang="en-US"/>
        </a:p>
      </dgm:t>
    </dgm:pt>
    <dgm:pt modelId="{D60A2AEF-5472-47C2-84AF-EAC0B153A42D}" type="sibTrans" cxnId="{745C17BF-CDFD-4871-8439-BCE8939E7EF2}">
      <dgm:prSet/>
      <dgm:spPr/>
      <dgm:t>
        <a:bodyPr/>
        <a:lstStyle/>
        <a:p>
          <a:endParaRPr lang="en-US"/>
        </a:p>
      </dgm:t>
    </dgm:pt>
    <dgm:pt modelId="{9EC0802F-283C-4DF6-A974-ECC0CF60EC59}">
      <dgm:prSet/>
      <dgm:spPr/>
      <dgm:t>
        <a:bodyPr/>
        <a:lstStyle/>
        <a:p>
          <a:pPr>
            <a:lnSpc>
              <a:spcPct val="100000"/>
            </a:lnSpc>
          </a:pPr>
          <a:r>
            <a:rPr lang="en-GB" dirty="0">
              <a:latin typeface="+mn-lt"/>
              <a:ea typeface="Yu Gothic UI Semilight" panose="020B0400000000000000" pitchFamily="34" charset="-128"/>
            </a:rPr>
            <a:t>The </a:t>
          </a:r>
          <a:r>
            <a:rPr lang="en-GB" b="1" dirty="0">
              <a:latin typeface="+mn-lt"/>
              <a:ea typeface="Yu Gothic UI Semilight" panose="020B0400000000000000" pitchFamily="34" charset="-128"/>
            </a:rPr>
            <a:t>smokes</a:t>
          </a:r>
          <a:r>
            <a:rPr lang="en-GB" dirty="0">
              <a:latin typeface="+mn-lt"/>
              <a:ea typeface="Yu Gothic UI Semilight" panose="020B0400000000000000" pitchFamily="34" charset="-128"/>
            </a:rPr>
            <a:t> column contains several categories aside from no smoker status. We will convert these into a binary label: users who answered no will be labelled as non-smokers, while all other responses will be labelled as smokers. This will create a clearer distinction for the classification.</a:t>
          </a:r>
          <a:endParaRPr lang="en-US" dirty="0">
            <a:latin typeface="+mn-lt"/>
            <a:ea typeface="Yu Gothic UI Semilight" panose="020B0400000000000000" pitchFamily="34" charset="-128"/>
          </a:endParaRPr>
        </a:p>
      </dgm:t>
    </dgm:pt>
    <dgm:pt modelId="{8EBD0758-5141-4F19-ABB5-5157A615629B}" type="parTrans" cxnId="{11368B19-14DC-4322-95EB-9CD55644AB90}">
      <dgm:prSet/>
      <dgm:spPr/>
      <dgm:t>
        <a:bodyPr/>
        <a:lstStyle/>
        <a:p>
          <a:endParaRPr lang="en-US"/>
        </a:p>
      </dgm:t>
    </dgm:pt>
    <dgm:pt modelId="{4C43970A-CE4A-4168-9906-2BF245EF3D13}" type="sibTrans" cxnId="{11368B19-14DC-4322-95EB-9CD55644AB90}">
      <dgm:prSet/>
      <dgm:spPr/>
      <dgm:t>
        <a:bodyPr/>
        <a:lstStyle/>
        <a:p>
          <a:endParaRPr lang="en-US"/>
        </a:p>
      </dgm:t>
    </dgm:pt>
    <dgm:pt modelId="{74D560CC-34BE-4550-8737-A05713897D0C}">
      <dgm:prSet/>
      <dgm:spPr/>
      <dgm:t>
        <a:bodyPr/>
        <a:lstStyle/>
        <a:p>
          <a:pPr>
            <a:lnSpc>
              <a:spcPct val="100000"/>
            </a:lnSpc>
          </a:pPr>
          <a:r>
            <a:rPr lang="en-GB" b="1" i="0" dirty="0"/>
            <a:t>Train-test Split</a:t>
          </a:r>
          <a:endParaRPr lang="en-US" dirty="0"/>
        </a:p>
      </dgm:t>
    </dgm:pt>
    <dgm:pt modelId="{7B582DB2-50D3-431E-A39F-E2EEF6CFBF1A}" type="parTrans" cxnId="{6284149A-2A3F-40BC-92CF-F5E1E0ADA693}">
      <dgm:prSet/>
      <dgm:spPr/>
      <dgm:t>
        <a:bodyPr/>
        <a:lstStyle/>
        <a:p>
          <a:endParaRPr lang="en-US"/>
        </a:p>
      </dgm:t>
    </dgm:pt>
    <dgm:pt modelId="{B0AD3191-E348-4AE7-AB67-2F46727E8878}" type="sibTrans" cxnId="{6284149A-2A3F-40BC-92CF-F5E1E0ADA693}">
      <dgm:prSet/>
      <dgm:spPr/>
      <dgm:t>
        <a:bodyPr/>
        <a:lstStyle/>
        <a:p>
          <a:endParaRPr lang="en-US"/>
        </a:p>
      </dgm:t>
    </dgm:pt>
    <dgm:pt modelId="{00DCD73A-AB96-4525-A883-0F03A2273298}">
      <dgm:prSet/>
      <dgm:spPr/>
      <dgm:t>
        <a:bodyPr/>
        <a:lstStyle/>
        <a:p>
          <a:pPr>
            <a:lnSpc>
              <a:spcPct val="100000"/>
            </a:lnSpc>
          </a:pPr>
          <a:r>
            <a:rPr lang="en-GB" b="0" i="0" dirty="0">
              <a:latin typeface="+mn-lt"/>
              <a:ea typeface="Yu Gothic UI Semilight" panose="020B0400000000000000" pitchFamily="34" charset="-128"/>
            </a:rPr>
            <a:t>We will split the data into features (X) and labels (Y), before using a </a:t>
          </a:r>
          <a:r>
            <a:rPr lang="en-GB" b="0" i="0" dirty="0" err="1">
              <a:latin typeface="+mn-lt"/>
              <a:ea typeface="Yu Gothic UI Semilight" panose="020B0400000000000000" pitchFamily="34" charset="-128"/>
            </a:rPr>
            <a:t>train_test_split</a:t>
          </a:r>
          <a:r>
            <a:rPr lang="en-GB" b="0" i="0" dirty="0">
              <a:latin typeface="+mn-lt"/>
              <a:ea typeface="Yu Gothic UI Semilight" panose="020B0400000000000000" pitchFamily="34" charset="-128"/>
            </a:rPr>
            <a:t> to split the clean dataset into training and validation sets. This is done before encoding and standardising to prevent data leakage.</a:t>
          </a:r>
          <a:endParaRPr lang="en-US" dirty="0">
            <a:latin typeface="+mn-lt"/>
            <a:ea typeface="Yu Gothic UI Semilight" panose="020B0400000000000000" pitchFamily="34" charset="-128"/>
          </a:endParaRPr>
        </a:p>
      </dgm:t>
    </dgm:pt>
    <dgm:pt modelId="{44446489-8C50-4A76-9081-0D2C119AC6C2}" type="parTrans" cxnId="{D50705BC-A2FF-4D92-9BA2-86C9ABF7DDB4}">
      <dgm:prSet/>
      <dgm:spPr/>
      <dgm:t>
        <a:bodyPr/>
        <a:lstStyle/>
        <a:p>
          <a:endParaRPr lang="en-US"/>
        </a:p>
      </dgm:t>
    </dgm:pt>
    <dgm:pt modelId="{FE57C30B-4255-40C2-ABD0-3E116B734535}" type="sibTrans" cxnId="{D50705BC-A2FF-4D92-9BA2-86C9ABF7DDB4}">
      <dgm:prSet/>
      <dgm:spPr/>
      <dgm:t>
        <a:bodyPr/>
        <a:lstStyle/>
        <a:p>
          <a:endParaRPr lang="en-US"/>
        </a:p>
      </dgm:t>
    </dgm:pt>
    <dgm:pt modelId="{FFCE8147-13CA-449B-B3B2-71D15AAB19D2}">
      <dgm:prSet/>
      <dgm:spPr/>
      <dgm:t>
        <a:bodyPr/>
        <a:lstStyle/>
        <a:p>
          <a:pPr>
            <a:lnSpc>
              <a:spcPct val="100000"/>
            </a:lnSpc>
          </a:pPr>
          <a:r>
            <a:rPr lang="en-GB" b="1" i="0" dirty="0"/>
            <a:t>One-Hot Encoding</a:t>
          </a:r>
          <a:endParaRPr lang="en-US" dirty="0"/>
        </a:p>
      </dgm:t>
    </dgm:pt>
    <dgm:pt modelId="{0DB07463-79E4-4125-ADC4-170F0C599508}" type="parTrans" cxnId="{16741E2F-0C1F-4652-BC48-5672990F8323}">
      <dgm:prSet/>
      <dgm:spPr/>
      <dgm:t>
        <a:bodyPr/>
        <a:lstStyle/>
        <a:p>
          <a:endParaRPr lang="en-US"/>
        </a:p>
      </dgm:t>
    </dgm:pt>
    <dgm:pt modelId="{72C9ED2E-D976-48FF-94FC-587E20F98CD7}" type="sibTrans" cxnId="{16741E2F-0C1F-4652-BC48-5672990F8323}">
      <dgm:prSet/>
      <dgm:spPr/>
      <dgm:t>
        <a:bodyPr/>
        <a:lstStyle/>
        <a:p>
          <a:endParaRPr lang="en-US"/>
        </a:p>
      </dgm:t>
    </dgm:pt>
    <dgm:pt modelId="{F2C30BC1-8BB4-4B16-B190-72CE8A6CA3AD}">
      <dgm:prSet/>
      <dgm:spPr/>
      <dgm:t>
        <a:bodyPr/>
        <a:lstStyle/>
        <a:p>
          <a:pPr>
            <a:lnSpc>
              <a:spcPct val="100000"/>
            </a:lnSpc>
          </a:pPr>
          <a:r>
            <a:rPr lang="en-GB" dirty="0"/>
            <a:t>For our categorical features, we will be using one-hot encoding to convert the features into a format that the machine learning algorithms can interpret.</a:t>
          </a:r>
          <a:endParaRPr lang="en-US" dirty="0"/>
        </a:p>
      </dgm:t>
    </dgm:pt>
    <dgm:pt modelId="{2B7B291E-8EA6-4B5C-992D-D4C7BBE3A5A7}" type="parTrans" cxnId="{8DAAC2ED-0ECC-4F72-827D-898F48EFD2E7}">
      <dgm:prSet/>
      <dgm:spPr/>
      <dgm:t>
        <a:bodyPr/>
        <a:lstStyle/>
        <a:p>
          <a:endParaRPr lang="en-US"/>
        </a:p>
      </dgm:t>
    </dgm:pt>
    <dgm:pt modelId="{824468B0-0665-48BE-9773-36A8F55D0BB2}" type="sibTrans" cxnId="{8DAAC2ED-0ECC-4F72-827D-898F48EFD2E7}">
      <dgm:prSet/>
      <dgm:spPr/>
      <dgm:t>
        <a:bodyPr/>
        <a:lstStyle/>
        <a:p>
          <a:endParaRPr lang="en-US"/>
        </a:p>
      </dgm:t>
    </dgm:pt>
    <dgm:pt modelId="{6006ED6E-EF26-4773-8249-3C268B49A4F3}">
      <dgm:prSet/>
      <dgm:spPr/>
      <dgm:t>
        <a:bodyPr/>
        <a:lstStyle/>
        <a:p>
          <a:pPr>
            <a:lnSpc>
              <a:spcPct val="100000"/>
            </a:lnSpc>
          </a:pPr>
          <a:r>
            <a:rPr lang="en-GB" b="1" i="0" dirty="0"/>
            <a:t>Standardisation</a:t>
          </a:r>
          <a:endParaRPr lang="en-US" dirty="0"/>
        </a:p>
      </dgm:t>
    </dgm:pt>
    <dgm:pt modelId="{BF2E5147-E9F4-4F9A-9C53-7C722296905A}" type="parTrans" cxnId="{091840C4-6573-46FD-BFB0-D59E603C3439}">
      <dgm:prSet/>
      <dgm:spPr/>
      <dgm:t>
        <a:bodyPr/>
        <a:lstStyle/>
        <a:p>
          <a:endParaRPr lang="en-US"/>
        </a:p>
      </dgm:t>
    </dgm:pt>
    <dgm:pt modelId="{F5CAAE20-D089-48DF-B1A0-C5EDD5EDEA8D}" type="sibTrans" cxnId="{091840C4-6573-46FD-BFB0-D59E603C3439}">
      <dgm:prSet/>
      <dgm:spPr/>
      <dgm:t>
        <a:bodyPr/>
        <a:lstStyle/>
        <a:p>
          <a:endParaRPr lang="en-US"/>
        </a:p>
      </dgm:t>
    </dgm:pt>
    <dgm:pt modelId="{465146B8-399A-49D8-9983-9421F1B6A2E0}">
      <dgm:prSet/>
      <dgm:spPr/>
      <dgm:t>
        <a:bodyPr/>
        <a:lstStyle/>
        <a:p>
          <a:pPr>
            <a:lnSpc>
              <a:spcPct val="100000"/>
            </a:lnSpc>
          </a:pPr>
          <a:r>
            <a:rPr lang="en-GB" b="0" i="0"/>
            <a:t>Because logistic regression models are sensitive to feature scale, we will create a standardised set of feature data. This helps the model learn more effectively and will improve convergence and performance.</a:t>
          </a:r>
          <a:endParaRPr lang="en-US"/>
        </a:p>
      </dgm:t>
    </dgm:pt>
    <dgm:pt modelId="{E95CAAAE-4917-4AC5-BE57-539866CDC9A7}" type="parTrans" cxnId="{C2544508-DA2B-4566-9BE2-254652778471}">
      <dgm:prSet/>
      <dgm:spPr/>
      <dgm:t>
        <a:bodyPr/>
        <a:lstStyle/>
        <a:p>
          <a:endParaRPr lang="en-US"/>
        </a:p>
      </dgm:t>
    </dgm:pt>
    <dgm:pt modelId="{647BF87C-89A4-4045-B031-9611FC5D3155}" type="sibTrans" cxnId="{C2544508-DA2B-4566-9BE2-254652778471}">
      <dgm:prSet/>
      <dgm:spPr/>
      <dgm:t>
        <a:bodyPr/>
        <a:lstStyle/>
        <a:p>
          <a:endParaRPr lang="en-US"/>
        </a:p>
      </dgm:t>
    </dgm:pt>
    <dgm:pt modelId="{6AB764DC-0E61-4CBB-8DE5-694785AE9B68}" type="pres">
      <dgm:prSet presAssocID="{49680756-4BD3-4F84-8A5D-4B964453A280}" presName="root" presStyleCnt="0">
        <dgm:presLayoutVars>
          <dgm:dir/>
          <dgm:resizeHandles val="exact"/>
        </dgm:presLayoutVars>
      </dgm:prSet>
      <dgm:spPr/>
    </dgm:pt>
    <dgm:pt modelId="{D463E207-701B-4F04-A8B0-E9884CD5262A}" type="pres">
      <dgm:prSet presAssocID="{75DC09F0-8E03-44E9-A3D6-D31D3A15C9C3}" presName="compNode" presStyleCnt="0"/>
      <dgm:spPr/>
    </dgm:pt>
    <dgm:pt modelId="{8D2E263E-EDF6-452B-9CB6-2B5582E5081D}" type="pres">
      <dgm:prSet presAssocID="{75DC09F0-8E03-44E9-A3D6-D31D3A15C9C3}" presName="bgRect" presStyleLbl="bgShp" presStyleIdx="0" presStyleCnt="4"/>
      <dgm:spPr/>
    </dgm:pt>
    <dgm:pt modelId="{D0ACD794-ACEA-4982-8D1C-6CCC65EB83E1}" type="pres">
      <dgm:prSet presAssocID="{75DC09F0-8E03-44E9-A3D6-D31D3A15C9C3}"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moking"/>
        </a:ext>
      </dgm:extLst>
    </dgm:pt>
    <dgm:pt modelId="{BF3CF92D-B0F8-47B5-8A4F-345AF778473A}" type="pres">
      <dgm:prSet presAssocID="{75DC09F0-8E03-44E9-A3D6-D31D3A15C9C3}" presName="spaceRect" presStyleCnt="0"/>
      <dgm:spPr/>
    </dgm:pt>
    <dgm:pt modelId="{E86FA69C-A857-4539-8AB4-C8683D0EC16E}" type="pres">
      <dgm:prSet presAssocID="{75DC09F0-8E03-44E9-A3D6-D31D3A15C9C3}" presName="parTx" presStyleLbl="revTx" presStyleIdx="0" presStyleCnt="8">
        <dgm:presLayoutVars>
          <dgm:chMax val="0"/>
          <dgm:chPref val="0"/>
        </dgm:presLayoutVars>
      </dgm:prSet>
      <dgm:spPr/>
    </dgm:pt>
    <dgm:pt modelId="{0A06CC47-B981-45C2-A94F-BF6AF14E987E}" type="pres">
      <dgm:prSet presAssocID="{75DC09F0-8E03-44E9-A3D6-D31D3A15C9C3}" presName="desTx" presStyleLbl="revTx" presStyleIdx="1" presStyleCnt="8">
        <dgm:presLayoutVars/>
      </dgm:prSet>
      <dgm:spPr/>
    </dgm:pt>
    <dgm:pt modelId="{E5D4656C-146F-40B8-BA68-3FCD488058ED}" type="pres">
      <dgm:prSet presAssocID="{D60A2AEF-5472-47C2-84AF-EAC0B153A42D}" presName="sibTrans" presStyleCnt="0"/>
      <dgm:spPr/>
    </dgm:pt>
    <dgm:pt modelId="{FE684952-45F8-4133-9F7F-1BEB8285B9F3}" type="pres">
      <dgm:prSet presAssocID="{74D560CC-34BE-4550-8737-A05713897D0C}" presName="compNode" presStyleCnt="0"/>
      <dgm:spPr/>
    </dgm:pt>
    <dgm:pt modelId="{591D4A88-298A-4D98-96CD-F862B39A61F4}" type="pres">
      <dgm:prSet presAssocID="{74D560CC-34BE-4550-8737-A05713897D0C}" presName="bgRect" presStyleLbl="bgShp" presStyleIdx="1" presStyleCnt="4"/>
      <dgm:spPr/>
    </dgm:pt>
    <dgm:pt modelId="{BB85D6B5-9009-4A8F-A5A1-4E0EDB8CFC6E}" type="pres">
      <dgm:prSet presAssocID="{74D560CC-34BE-4550-8737-A05713897D0C}"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rain"/>
        </a:ext>
      </dgm:extLst>
    </dgm:pt>
    <dgm:pt modelId="{133AE7E8-F71D-4B0F-9396-22F2BB788CB2}" type="pres">
      <dgm:prSet presAssocID="{74D560CC-34BE-4550-8737-A05713897D0C}" presName="spaceRect" presStyleCnt="0"/>
      <dgm:spPr/>
    </dgm:pt>
    <dgm:pt modelId="{23001468-A7D8-450C-918D-8DC7DCD6DC2D}" type="pres">
      <dgm:prSet presAssocID="{74D560CC-34BE-4550-8737-A05713897D0C}" presName="parTx" presStyleLbl="revTx" presStyleIdx="2" presStyleCnt="8">
        <dgm:presLayoutVars>
          <dgm:chMax val="0"/>
          <dgm:chPref val="0"/>
        </dgm:presLayoutVars>
      </dgm:prSet>
      <dgm:spPr/>
    </dgm:pt>
    <dgm:pt modelId="{13BF9963-FC3D-40C6-B594-46E1D79DA245}" type="pres">
      <dgm:prSet presAssocID="{74D560CC-34BE-4550-8737-A05713897D0C}" presName="desTx" presStyleLbl="revTx" presStyleIdx="3" presStyleCnt="8">
        <dgm:presLayoutVars/>
      </dgm:prSet>
      <dgm:spPr/>
    </dgm:pt>
    <dgm:pt modelId="{BCF8DB5F-3F7C-46D7-8D89-2483C0F58A3B}" type="pres">
      <dgm:prSet presAssocID="{B0AD3191-E348-4AE7-AB67-2F46727E8878}" presName="sibTrans" presStyleCnt="0"/>
      <dgm:spPr/>
    </dgm:pt>
    <dgm:pt modelId="{1E7C8DBF-E768-4B30-BC4F-7CCDC54EC11D}" type="pres">
      <dgm:prSet presAssocID="{FFCE8147-13CA-449B-B3B2-71D15AAB19D2}" presName="compNode" presStyleCnt="0"/>
      <dgm:spPr/>
    </dgm:pt>
    <dgm:pt modelId="{E95796B8-CB4A-44F8-ACBF-9F41AF6F350E}" type="pres">
      <dgm:prSet presAssocID="{FFCE8147-13CA-449B-B3B2-71D15AAB19D2}" presName="bgRect" presStyleLbl="bgShp" presStyleIdx="2" presStyleCnt="4"/>
      <dgm:spPr/>
    </dgm:pt>
    <dgm:pt modelId="{7BCF4D80-84DA-4FB4-88D1-E9E82A9F2EBF}" type="pres">
      <dgm:prSet presAssocID="{FFCE8147-13CA-449B-B3B2-71D15AAB19D2}"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sconnected"/>
        </a:ext>
      </dgm:extLst>
    </dgm:pt>
    <dgm:pt modelId="{5347E5CB-3CED-43F7-8686-FA282084C54B}" type="pres">
      <dgm:prSet presAssocID="{FFCE8147-13CA-449B-B3B2-71D15AAB19D2}" presName="spaceRect" presStyleCnt="0"/>
      <dgm:spPr/>
    </dgm:pt>
    <dgm:pt modelId="{4B4E4611-E3F0-41B6-9E5C-7D2555D3FB68}" type="pres">
      <dgm:prSet presAssocID="{FFCE8147-13CA-449B-B3B2-71D15AAB19D2}" presName="parTx" presStyleLbl="revTx" presStyleIdx="4" presStyleCnt="8">
        <dgm:presLayoutVars>
          <dgm:chMax val="0"/>
          <dgm:chPref val="0"/>
        </dgm:presLayoutVars>
      </dgm:prSet>
      <dgm:spPr/>
    </dgm:pt>
    <dgm:pt modelId="{207F25EA-76C1-4FC2-A295-FF5F7249C1D4}" type="pres">
      <dgm:prSet presAssocID="{FFCE8147-13CA-449B-B3B2-71D15AAB19D2}" presName="desTx" presStyleLbl="revTx" presStyleIdx="5" presStyleCnt="8">
        <dgm:presLayoutVars/>
      </dgm:prSet>
      <dgm:spPr/>
    </dgm:pt>
    <dgm:pt modelId="{4BF1341B-749E-4DDB-8E8A-5EE468337041}" type="pres">
      <dgm:prSet presAssocID="{72C9ED2E-D976-48FF-94FC-587E20F98CD7}" presName="sibTrans" presStyleCnt="0"/>
      <dgm:spPr/>
    </dgm:pt>
    <dgm:pt modelId="{6D8DA2A8-8A73-4948-BFFB-E10687684566}" type="pres">
      <dgm:prSet presAssocID="{6006ED6E-EF26-4773-8249-3C268B49A4F3}" presName="compNode" presStyleCnt="0"/>
      <dgm:spPr/>
    </dgm:pt>
    <dgm:pt modelId="{D39E7134-0899-4778-AA52-AD38D575CE2F}" type="pres">
      <dgm:prSet presAssocID="{6006ED6E-EF26-4773-8249-3C268B49A4F3}" presName="bgRect" presStyleLbl="bgShp" presStyleIdx="3" presStyleCnt="4"/>
      <dgm:spPr/>
    </dgm:pt>
    <dgm:pt modelId="{F79F01F7-0898-4489-A103-3CFBAD58B283}" type="pres">
      <dgm:prSet presAssocID="{6006ED6E-EF26-4773-8249-3C268B49A4F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Flowchart"/>
        </a:ext>
      </dgm:extLst>
    </dgm:pt>
    <dgm:pt modelId="{9E12CC23-F492-4456-9F38-B77EF8C9D37B}" type="pres">
      <dgm:prSet presAssocID="{6006ED6E-EF26-4773-8249-3C268B49A4F3}" presName="spaceRect" presStyleCnt="0"/>
      <dgm:spPr/>
    </dgm:pt>
    <dgm:pt modelId="{C14E2CDE-0BB6-47C4-B536-CF16F3FF1ED4}" type="pres">
      <dgm:prSet presAssocID="{6006ED6E-EF26-4773-8249-3C268B49A4F3}" presName="parTx" presStyleLbl="revTx" presStyleIdx="6" presStyleCnt="8">
        <dgm:presLayoutVars>
          <dgm:chMax val="0"/>
          <dgm:chPref val="0"/>
        </dgm:presLayoutVars>
      </dgm:prSet>
      <dgm:spPr/>
    </dgm:pt>
    <dgm:pt modelId="{31B96AEB-6F14-4E85-9147-2DB06D2B3421}" type="pres">
      <dgm:prSet presAssocID="{6006ED6E-EF26-4773-8249-3C268B49A4F3}" presName="desTx" presStyleLbl="revTx" presStyleIdx="7" presStyleCnt="8">
        <dgm:presLayoutVars/>
      </dgm:prSet>
      <dgm:spPr/>
    </dgm:pt>
  </dgm:ptLst>
  <dgm:cxnLst>
    <dgm:cxn modelId="{C2544508-DA2B-4566-9BE2-254652778471}" srcId="{6006ED6E-EF26-4773-8249-3C268B49A4F3}" destId="{465146B8-399A-49D8-9983-9421F1B6A2E0}" srcOrd="0" destOrd="0" parTransId="{E95CAAAE-4917-4AC5-BE57-539866CDC9A7}" sibTransId="{647BF87C-89A4-4045-B031-9611FC5D3155}"/>
    <dgm:cxn modelId="{0AD4FC0D-48AE-4DC7-B9E3-7A64720D8B51}" type="presOf" srcId="{FFCE8147-13CA-449B-B3B2-71D15AAB19D2}" destId="{4B4E4611-E3F0-41B6-9E5C-7D2555D3FB68}" srcOrd="0" destOrd="0" presId="urn:microsoft.com/office/officeart/2018/2/layout/IconVerticalSolidList"/>
    <dgm:cxn modelId="{0C029E14-9CFE-4BCC-BB2C-48E7A4EBA78D}" type="presOf" srcId="{49680756-4BD3-4F84-8A5D-4B964453A280}" destId="{6AB764DC-0E61-4CBB-8DE5-694785AE9B68}" srcOrd="0" destOrd="0" presId="urn:microsoft.com/office/officeart/2018/2/layout/IconVerticalSolidList"/>
    <dgm:cxn modelId="{11368B19-14DC-4322-95EB-9CD55644AB90}" srcId="{75DC09F0-8E03-44E9-A3D6-D31D3A15C9C3}" destId="{9EC0802F-283C-4DF6-A974-ECC0CF60EC59}" srcOrd="0" destOrd="0" parTransId="{8EBD0758-5141-4F19-ABB5-5157A615629B}" sibTransId="{4C43970A-CE4A-4168-9906-2BF245EF3D13}"/>
    <dgm:cxn modelId="{877DD226-8AF4-4600-80A0-2EB8C117CCCA}" type="presOf" srcId="{00DCD73A-AB96-4525-A883-0F03A2273298}" destId="{13BF9963-FC3D-40C6-B594-46E1D79DA245}" srcOrd="0" destOrd="0" presId="urn:microsoft.com/office/officeart/2018/2/layout/IconVerticalSolidList"/>
    <dgm:cxn modelId="{16741E2F-0C1F-4652-BC48-5672990F8323}" srcId="{49680756-4BD3-4F84-8A5D-4B964453A280}" destId="{FFCE8147-13CA-449B-B3B2-71D15AAB19D2}" srcOrd="2" destOrd="0" parTransId="{0DB07463-79E4-4125-ADC4-170F0C599508}" sibTransId="{72C9ED2E-D976-48FF-94FC-587E20F98CD7}"/>
    <dgm:cxn modelId="{25883542-1CA7-4C4A-8DAA-FE7B2C4BD671}" type="presOf" srcId="{74D560CC-34BE-4550-8737-A05713897D0C}" destId="{23001468-A7D8-450C-918D-8DC7DCD6DC2D}" srcOrd="0" destOrd="0" presId="urn:microsoft.com/office/officeart/2018/2/layout/IconVerticalSolidList"/>
    <dgm:cxn modelId="{99426C67-CDF2-4676-AD2E-E1CB0D9DECFB}" type="presOf" srcId="{6006ED6E-EF26-4773-8249-3C268B49A4F3}" destId="{C14E2CDE-0BB6-47C4-B536-CF16F3FF1ED4}" srcOrd="0" destOrd="0" presId="urn:microsoft.com/office/officeart/2018/2/layout/IconVerticalSolidList"/>
    <dgm:cxn modelId="{80EE7649-529D-458C-A1B3-F0D0B49CE7BD}" type="presOf" srcId="{9EC0802F-283C-4DF6-A974-ECC0CF60EC59}" destId="{0A06CC47-B981-45C2-A94F-BF6AF14E987E}" srcOrd="0" destOrd="0" presId="urn:microsoft.com/office/officeart/2018/2/layout/IconVerticalSolidList"/>
    <dgm:cxn modelId="{D1140789-4D63-4FAD-A4C0-FB3223C560F1}" type="presOf" srcId="{75DC09F0-8E03-44E9-A3D6-D31D3A15C9C3}" destId="{E86FA69C-A857-4539-8AB4-C8683D0EC16E}" srcOrd="0" destOrd="0" presId="urn:microsoft.com/office/officeart/2018/2/layout/IconVerticalSolidList"/>
    <dgm:cxn modelId="{339B5594-1D00-47C1-9B8F-A5E3BD214B30}" type="presOf" srcId="{465146B8-399A-49D8-9983-9421F1B6A2E0}" destId="{31B96AEB-6F14-4E85-9147-2DB06D2B3421}" srcOrd="0" destOrd="0" presId="urn:microsoft.com/office/officeart/2018/2/layout/IconVerticalSolidList"/>
    <dgm:cxn modelId="{6284149A-2A3F-40BC-92CF-F5E1E0ADA693}" srcId="{49680756-4BD3-4F84-8A5D-4B964453A280}" destId="{74D560CC-34BE-4550-8737-A05713897D0C}" srcOrd="1" destOrd="0" parTransId="{7B582DB2-50D3-431E-A39F-E2EEF6CFBF1A}" sibTransId="{B0AD3191-E348-4AE7-AB67-2F46727E8878}"/>
    <dgm:cxn modelId="{D50705BC-A2FF-4D92-9BA2-86C9ABF7DDB4}" srcId="{74D560CC-34BE-4550-8737-A05713897D0C}" destId="{00DCD73A-AB96-4525-A883-0F03A2273298}" srcOrd="0" destOrd="0" parTransId="{44446489-8C50-4A76-9081-0D2C119AC6C2}" sibTransId="{FE57C30B-4255-40C2-ABD0-3E116B734535}"/>
    <dgm:cxn modelId="{745C17BF-CDFD-4871-8439-BCE8939E7EF2}" srcId="{49680756-4BD3-4F84-8A5D-4B964453A280}" destId="{75DC09F0-8E03-44E9-A3D6-D31D3A15C9C3}" srcOrd="0" destOrd="0" parTransId="{9A5596AA-83B4-4804-9A4C-4B2B131B2E7B}" sibTransId="{D60A2AEF-5472-47C2-84AF-EAC0B153A42D}"/>
    <dgm:cxn modelId="{091840C4-6573-46FD-BFB0-D59E603C3439}" srcId="{49680756-4BD3-4F84-8A5D-4B964453A280}" destId="{6006ED6E-EF26-4773-8249-3C268B49A4F3}" srcOrd="3" destOrd="0" parTransId="{BF2E5147-E9F4-4F9A-9C53-7C722296905A}" sibTransId="{F5CAAE20-D089-48DF-B1A0-C5EDD5EDEA8D}"/>
    <dgm:cxn modelId="{8DAAC2ED-0ECC-4F72-827D-898F48EFD2E7}" srcId="{FFCE8147-13CA-449B-B3B2-71D15AAB19D2}" destId="{F2C30BC1-8BB4-4B16-B190-72CE8A6CA3AD}" srcOrd="0" destOrd="0" parTransId="{2B7B291E-8EA6-4B5C-992D-D4C7BBE3A5A7}" sibTransId="{824468B0-0665-48BE-9773-36A8F55D0BB2}"/>
    <dgm:cxn modelId="{7D1ABFF5-D662-4E4D-8131-A3BAE5A5177D}" type="presOf" srcId="{F2C30BC1-8BB4-4B16-B190-72CE8A6CA3AD}" destId="{207F25EA-76C1-4FC2-A295-FF5F7249C1D4}" srcOrd="0" destOrd="0" presId="urn:microsoft.com/office/officeart/2018/2/layout/IconVerticalSolidList"/>
    <dgm:cxn modelId="{AC3C5378-65E9-4035-B97B-C5A23F47446E}" type="presParOf" srcId="{6AB764DC-0E61-4CBB-8DE5-694785AE9B68}" destId="{D463E207-701B-4F04-A8B0-E9884CD5262A}" srcOrd="0" destOrd="0" presId="urn:microsoft.com/office/officeart/2018/2/layout/IconVerticalSolidList"/>
    <dgm:cxn modelId="{4ADA4954-CA19-4EBB-94A9-981E8FED9083}" type="presParOf" srcId="{D463E207-701B-4F04-A8B0-E9884CD5262A}" destId="{8D2E263E-EDF6-452B-9CB6-2B5582E5081D}" srcOrd="0" destOrd="0" presId="urn:microsoft.com/office/officeart/2018/2/layout/IconVerticalSolidList"/>
    <dgm:cxn modelId="{6D46C8A3-9C37-4E4B-BCFE-C0FA00538C46}" type="presParOf" srcId="{D463E207-701B-4F04-A8B0-E9884CD5262A}" destId="{D0ACD794-ACEA-4982-8D1C-6CCC65EB83E1}" srcOrd="1" destOrd="0" presId="urn:microsoft.com/office/officeart/2018/2/layout/IconVerticalSolidList"/>
    <dgm:cxn modelId="{EC76EA89-E869-434E-B89C-633E31900CD1}" type="presParOf" srcId="{D463E207-701B-4F04-A8B0-E9884CD5262A}" destId="{BF3CF92D-B0F8-47B5-8A4F-345AF778473A}" srcOrd="2" destOrd="0" presId="urn:microsoft.com/office/officeart/2018/2/layout/IconVerticalSolidList"/>
    <dgm:cxn modelId="{25F7C755-A34B-4F33-A24C-1ABA4F214D9C}" type="presParOf" srcId="{D463E207-701B-4F04-A8B0-E9884CD5262A}" destId="{E86FA69C-A857-4539-8AB4-C8683D0EC16E}" srcOrd="3" destOrd="0" presId="urn:microsoft.com/office/officeart/2018/2/layout/IconVerticalSolidList"/>
    <dgm:cxn modelId="{8AEBF203-9336-45B9-9AA4-04F1D1B48938}" type="presParOf" srcId="{D463E207-701B-4F04-A8B0-E9884CD5262A}" destId="{0A06CC47-B981-45C2-A94F-BF6AF14E987E}" srcOrd="4" destOrd="0" presId="urn:microsoft.com/office/officeart/2018/2/layout/IconVerticalSolidList"/>
    <dgm:cxn modelId="{33A1CB40-2715-42C9-90C7-FC4EBA0773EE}" type="presParOf" srcId="{6AB764DC-0E61-4CBB-8DE5-694785AE9B68}" destId="{E5D4656C-146F-40B8-BA68-3FCD488058ED}" srcOrd="1" destOrd="0" presId="urn:microsoft.com/office/officeart/2018/2/layout/IconVerticalSolidList"/>
    <dgm:cxn modelId="{28C4266F-8ACC-4B05-AC28-DB4AEA27C8EC}" type="presParOf" srcId="{6AB764DC-0E61-4CBB-8DE5-694785AE9B68}" destId="{FE684952-45F8-4133-9F7F-1BEB8285B9F3}" srcOrd="2" destOrd="0" presId="urn:microsoft.com/office/officeart/2018/2/layout/IconVerticalSolidList"/>
    <dgm:cxn modelId="{ED9258AE-83B0-44BC-A9C5-83C3CEC2C538}" type="presParOf" srcId="{FE684952-45F8-4133-9F7F-1BEB8285B9F3}" destId="{591D4A88-298A-4D98-96CD-F862B39A61F4}" srcOrd="0" destOrd="0" presId="urn:microsoft.com/office/officeart/2018/2/layout/IconVerticalSolidList"/>
    <dgm:cxn modelId="{3B46EB09-2C8C-4CB0-B3B4-6CFBE38B9BC7}" type="presParOf" srcId="{FE684952-45F8-4133-9F7F-1BEB8285B9F3}" destId="{BB85D6B5-9009-4A8F-A5A1-4E0EDB8CFC6E}" srcOrd="1" destOrd="0" presId="urn:microsoft.com/office/officeart/2018/2/layout/IconVerticalSolidList"/>
    <dgm:cxn modelId="{763B1358-DD96-43AA-AC94-BC6656DCB64C}" type="presParOf" srcId="{FE684952-45F8-4133-9F7F-1BEB8285B9F3}" destId="{133AE7E8-F71D-4B0F-9396-22F2BB788CB2}" srcOrd="2" destOrd="0" presId="urn:microsoft.com/office/officeart/2018/2/layout/IconVerticalSolidList"/>
    <dgm:cxn modelId="{B955F760-3944-475E-BF2C-F8710CF090F5}" type="presParOf" srcId="{FE684952-45F8-4133-9F7F-1BEB8285B9F3}" destId="{23001468-A7D8-450C-918D-8DC7DCD6DC2D}" srcOrd="3" destOrd="0" presId="urn:microsoft.com/office/officeart/2018/2/layout/IconVerticalSolidList"/>
    <dgm:cxn modelId="{9D2A9DA6-ED57-4353-8944-F136D6052AC9}" type="presParOf" srcId="{FE684952-45F8-4133-9F7F-1BEB8285B9F3}" destId="{13BF9963-FC3D-40C6-B594-46E1D79DA245}" srcOrd="4" destOrd="0" presId="urn:microsoft.com/office/officeart/2018/2/layout/IconVerticalSolidList"/>
    <dgm:cxn modelId="{1D9493B8-7392-4101-AED0-08817E0C5B0E}" type="presParOf" srcId="{6AB764DC-0E61-4CBB-8DE5-694785AE9B68}" destId="{BCF8DB5F-3F7C-46D7-8D89-2483C0F58A3B}" srcOrd="3" destOrd="0" presId="urn:microsoft.com/office/officeart/2018/2/layout/IconVerticalSolidList"/>
    <dgm:cxn modelId="{C7101856-C364-46D5-8AAA-E39C3A2ED69D}" type="presParOf" srcId="{6AB764DC-0E61-4CBB-8DE5-694785AE9B68}" destId="{1E7C8DBF-E768-4B30-BC4F-7CCDC54EC11D}" srcOrd="4" destOrd="0" presId="urn:microsoft.com/office/officeart/2018/2/layout/IconVerticalSolidList"/>
    <dgm:cxn modelId="{F3A06213-C4D3-43A6-8257-C09BC67CD33A}" type="presParOf" srcId="{1E7C8DBF-E768-4B30-BC4F-7CCDC54EC11D}" destId="{E95796B8-CB4A-44F8-ACBF-9F41AF6F350E}" srcOrd="0" destOrd="0" presId="urn:microsoft.com/office/officeart/2018/2/layout/IconVerticalSolidList"/>
    <dgm:cxn modelId="{E63DB9B7-5872-474C-8D44-1E09F6A5FA37}" type="presParOf" srcId="{1E7C8DBF-E768-4B30-BC4F-7CCDC54EC11D}" destId="{7BCF4D80-84DA-4FB4-88D1-E9E82A9F2EBF}" srcOrd="1" destOrd="0" presId="urn:microsoft.com/office/officeart/2018/2/layout/IconVerticalSolidList"/>
    <dgm:cxn modelId="{7348D66F-433F-4CCE-917B-8C30313B4E67}" type="presParOf" srcId="{1E7C8DBF-E768-4B30-BC4F-7CCDC54EC11D}" destId="{5347E5CB-3CED-43F7-8686-FA282084C54B}" srcOrd="2" destOrd="0" presId="urn:microsoft.com/office/officeart/2018/2/layout/IconVerticalSolidList"/>
    <dgm:cxn modelId="{2361CC94-9641-4A84-AD4C-BCF71D83E5B4}" type="presParOf" srcId="{1E7C8DBF-E768-4B30-BC4F-7CCDC54EC11D}" destId="{4B4E4611-E3F0-41B6-9E5C-7D2555D3FB68}" srcOrd="3" destOrd="0" presId="urn:microsoft.com/office/officeart/2018/2/layout/IconVerticalSolidList"/>
    <dgm:cxn modelId="{9881BD72-665F-4342-A2BB-B2ED3ACA6EEE}" type="presParOf" srcId="{1E7C8DBF-E768-4B30-BC4F-7CCDC54EC11D}" destId="{207F25EA-76C1-4FC2-A295-FF5F7249C1D4}" srcOrd="4" destOrd="0" presId="urn:microsoft.com/office/officeart/2018/2/layout/IconVerticalSolidList"/>
    <dgm:cxn modelId="{922B5F5A-D2E3-4F37-8D8E-741781824523}" type="presParOf" srcId="{6AB764DC-0E61-4CBB-8DE5-694785AE9B68}" destId="{4BF1341B-749E-4DDB-8E8A-5EE468337041}" srcOrd="5" destOrd="0" presId="urn:microsoft.com/office/officeart/2018/2/layout/IconVerticalSolidList"/>
    <dgm:cxn modelId="{BB4E79A6-D6AA-47BE-A830-44C1FBCFE120}" type="presParOf" srcId="{6AB764DC-0E61-4CBB-8DE5-694785AE9B68}" destId="{6D8DA2A8-8A73-4948-BFFB-E10687684566}" srcOrd="6" destOrd="0" presId="urn:microsoft.com/office/officeart/2018/2/layout/IconVerticalSolidList"/>
    <dgm:cxn modelId="{6A3C1DA4-7A80-414D-859C-88A9FB0E9719}" type="presParOf" srcId="{6D8DA2A8-8A73-4948-BFFB-E10687684566}" destId="{D39E7134-0899-4778-AA52-AD38D575CE2F}" srcOrd="0" destOrd="0" presId="urn:microsoft.com/office/officeart/2018/2/layout/IconVerticalSolidList"/>
    <dgm:cxn modelId="{AA9F9895-D0FB-446D-9D31-FAFA147DC493}" type="presParOf" srcId="{6D8DA2A8-8A73-4948-BFFB-E10687684566}" destId="{F79F01F7-0898-4489-A103-3CFBAD58B283}" srcOrd="1" destOrd="0" presId="urn:microsoft.com/office/officeart/2018/2/layout/IconVerticalSolidList"/>
    <dgm:cxn modelId="{59E0C568-846D-4B93-A11B-E6A03CE07516}" type="presParOf" srcId="{6D8DA2A8-8A73-4948-BFFB-E10687684566}" destId="{9E12CC23-F492-4456-9F38-B77EF8C9D37B}" srcOrd="2" destOrd="0" presId="urn:microsoft.com/office/officeart/2018/2/layout/IconVerticalSolidList"/>
    <dgm:cxn modelId="{C14CD7A8-3CF3-44DF-85E8-B19545395171}" type="presParOf" srcId="{6D8DA2A8-8A73-4948-BFFB-E10687684566}" destId="{C14E2CDE-0BB6-47C4-B536-CF16F3FF1ED4}" srcOrd="3" destOrd="0" presId="urn:microsoft.com/office/officeart/2018/2/layout/IconVerticalSolidList"/>
    <dgm:cxn modelId="{03C5FB77-0645-47FD-ACDB-EBF0357DE38A}" type="presParOf" srcId="{6D8DA2A8-8A73-4948-BFFB-E10687684566}" destId="{31B96AEB-6F14-4E85-9147-2DB06D2B3421}"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B313E4A-8B87-4AAD-AEEE-9B1435558CB9}" type="doc">
      <dgm:prSet loTypeId="urn:microsoft.com/office/officeart/2008/layout/LinedList" loCatId="list" qsTypeId="urn:microsoft.com/office/officeart/2005/8/quickstyle/simple1#2" qsCatId="simple" csTypeId="urn:microsoft.com/office/officeart/2005/8/colors/accent1_2#2" csCatId="accent1" phldr="1"/>
      <dgm:spPr/>
      <dgm:t>
        <a:bodyPr/>
        <a:lstStyle/>
        <a:p>
          <a:endParaRPr lang="en-US"/>
        </a:p>
      </dgm:t>
    </dgm:pt>
    <dgm:pt modelId="{527C33A0-D4CE-48C2-812A-2152C182D6D8}">
      <dgm:prSet phldrT="[Text]" custT="1"/>
      <dgm:spPr>
        <a:ln>
          <a:noFill/>
        </a:ln>
      </dgm:spPr>
      <dgm:t>
        <a:bodyPr anchor="ctr"/>
        <a:lstStyle/>
        <a:p>
          <a:r>
            <a:rPr lang="en-US" sz="1600" b="0" i="0" kern="1200" cap="all" spc="300" baseline="0" dirty="0">
              <a:solidFill>
                <a:schemeClr val="tx1"/>
              </a:solidFill>
              <a:latin typeface="Yu Gothic UI Semilight" panose="020B0400000000000000" pitchFamily="34" charset="-128"/>
              <a:ea typeface="+mn-ea"/>
              <a:cs typeface="+mn-cs"/>
            </a:rPr>
            <a:t>Market Research</a:t>
          </a:r>
        </a:p>
      </dgm:t>
    </dgm:pt>
    <dgm:pt modelId="{051EA6F1-57D0-42F2-BD63-8D741E1935F1}" type="parTrans" cxnId="{67CDFC22-3852-49AA-846F-62CFC47D4773}">
      <dgm:prSet/>
      <dgm:spPr/>
      <dgm:t>
        <a:bodyPr/>
        <a:lstStyle/>
        <a:p>
          <a:endParaRPr lang="en-US" sz="1400">
            <a:solidFill>
              <a:schemeClr val="accent3"/>
            </a:solidFill>
          </a:endParaRPr>
        </a:p>
      </dgm:t>
    </dgm:pt>
    <dgm:pt modelId="{E3167961-4CF2-4300-9C4A-A70246E015B1}" type="sibTrans" cxnId="{67CDFC22-3852-49AA-846F-62CFC47D4773}">
      <dgm:prSet/>
      <dgm:spPr/>
      <dgm:t>
        <a:bodyPr/>
        <a:lstStyle/>
        <a:p>
          <a:endParaRPr lang="en-US" sz="1400">
            <a:solidFill>
              <a:schemeClr val="accent3"/>
            </a:solidFill>
          </a:endParaRPr>
        </a:p>
      </dgm:t>
    </dgm:pt>
    <dgm:pt modelId="{B6769171-B80C-4F5B-90C7-EC3BDB7E975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gm:t>
    </dgm:pt>
    <dgm:pt modelId="{EBFED7B5-6EA8-4A9E-BFDD-4F059EEEF6B1}" type="parTrans" cxnId="{DE2646DB-D133-4C29-A2FC-663797E2947F}">
      <dgm:prSet/>
      <dgm:spPr/>
      <dgm:t>
        <a:bodyPr/>
        <a:lstStyle/>
        <a:p>
          <a:endParaRPr lang="en-US" sz="1400">
            <a:solidFill>
              <a:schemeClr val="accent3"/>
            </a:solidFill>
          </a:endParaRPr>
        </a:p>
      </dgm:t>
    </dgm:pt>
    <dgm:pt modelId="{15DA4E02-04FA-4A21-9790-F88305AE1DDF}" type="sibTrans" cxnId="{DE2646DB-D133-4C29-A2FC-663797E2947F}">
      <dgm:prSet/>
      <dgm:spPr/>
      <dgm:t>
        <a:bodyPr/>
        <a:lstStyle/>
        <a:p>
          <a:endParaRPr lang="en-US" sz="1400">
            <a:solidFill>
              <a:schemeClr val="accent3"/>
            </a:solidFill>
          </a:endParaRPr>
        </a:p>
      </dgm:t>
    </dgm:pt>
    <dgm:pt modelId="{01FCF63A-9A53-4641-925C-35AB1031216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gm:t>
    </dgm:pt>
    <dgm:pt modelId="{50233F51-F48D-4039-B4C4-FDE607161996}" type="parTrans" cxnId="{0B2CF146-F6F1-4A46-B0F9-EFBDA54F8880}">
      <dgm:prSet/>
      <dgm:spPr/>
      <dgm:t>
        <a:bodyPr/>
        <a:lstStyle/>
        <a:p>
          <a:endParaRPr lang="en-US" sz="1400">
            <a:solidFill>
              <a:schemeClr val="accent3"/>
            </a:solidFill>
          </a:endParaRPr>
        </a:p>
      </dgm:t>
    </dgm:pt>
    <dgm:pt modelId="{47AD5E5A-539A-4690-BE35-128ECD2C6096}" type="sibTrans" cxnId="{0B2CF146-F6F1-4A46-B0F9-EFBDA54F8880}">
      <dgm:prSet/>
      <dgm:spPr/>
      <dgm:t>
        <a:bodyPr/>
        <a:lstStyle/>
        <a:p>
          <a:endParaRPr lang="en-US" sz="1400">
            <a:solidFill>
              <a:schemeClr val="accent3"/>
            </a:solidFill>
          </a:endParaRPr>
        </a:p>
      </dgm:t>
    </dgm:pt>
    <dgm:pt modelId="{19F861D7-06D0-4475-8396-2F5BA32F3667}">
      <dgm:prSet phldrT="[Text]" custT="1"/>
      <dgm:spPr/>
      <dgm:t>
        <a:bodyPr anchor="ctr"/>
        <a:lstStyle/>
        <a:p>
          <a:r>
            <a:rPr lang="en-US" sz="1600" b="0" i="0" kern="1200" cap="all" spc="300" baseline="0" dirty="0">
              <a:solidFill>
                <a:prstClr val="black"/>
              </a:solidFill>
              <a:latin typeface="Yu Gothic UI Semilight" panose="020B0400000000000000" pitchFamily="34" charset="-128"/>
              <a:ea typeface="+mn-ea"/>
              <a:cs typeface="+mn-cs"/>
            </a:rPr>
            <a:t>Product Development</a:t>
          </a:r>
        </a:p>
      </dgm:t>
    </dgm:pt>
    <dgm:pt modelId="{688591F3-C9FA-4E02-ACDA-6F3849A6023D}" type="parTrans" cxnId="{1BBF4133-48CE-4EF2-B1A9-2D15BDAD32DA}">
      <dgm:prSet/>
      <dgm:spPr/>
      <dgm:t>
        <a:bodyPr/>
        <a:lstStyle/>
        <a:p>
          <a:endParaRPr lang="en-US" sz="1400">
            <a:solidFill>
              <a:schemeClr val="accent3"/>
            </a:solidFill>
          </a:endParaRPr>
        </a:p>
      </dgm:t>
    </dgm:pt>
    <dgm:pt modelId="{E600A78F-D810-48FA-BA62-69BAA380AFC0}" type="sibTrans" cxnId="{1BBF4133-48CE-4EF2-B1A9-2D15BDAD32DA}">
      <dgm:prSet/>
      <dgm:spPr/>
      <dgm:t>
        <a:bodyPr/>
        <a:lstStyle/>
        <a:p>
          <a:endParaRPr lang="en-US" sz="1400">
            <a:solidFill>
              <a:schemeClr val="accent3"/>
            </a:solidFill>
          </a:endParaRPr>
        </a:p>
      </dgm:t>
    </dgm:pt>
    <dgm:pt modelId="{D005F7E6-D3D7-4736-A565-5597C92EEA6E}">
      <dgm:prSet phldrT="[Text]" custT="1"/>
      <dgm:spPr/>
      <dgm:t>
        <a:bodyPr anchor="ctr"/>
        <a:lstStyle/>
        <a:p>
          <a:r>
            <a:rPr lang="en-US" sz="3600" dirty="0">
              <a:solidFill>
                <a:schemeClr val="accent3"/>
              </a:solidFill>
              <a:latin typeface="+mj-lt"/>
            </a:rPr>
            <a:t>Q1</a:t>
          </a:r>
        </a:p>
      </dgm:t>
    </dgm:pt>
    <dgm:pt modelId="{5488EE6F-940A-406A-80A3-42C5A10B4269}" type="parTrans" cxnId="{EB93DE1A-F1C2-46BB-91EC-F2BFD558BDCD}">
      <dgm:prSet/>
      <dgm:spPr/>
      <dgm:t>
        <a:bodyPr/>
        <a:lstStyle/>
        <a:p>
          <a:endParaRPr lang="en-US" sz="1400">
            <a:solidFill>
              <a:schemeClr val="accent3"/>
            </a:solidFill>
          </a:endParaRPr>
        </a:p>
      </dgm:t>
    </dgm:pt>
    <dgm:pt modelId="{52810DCF-3FEF-47BA-9560-DDA76F05622B}" type="sibTrans" cxnId="{EB93DE1A-F1C2-46BB-91EC-F2BFD558BDCD}">
      <dgm:prSet/>
      <dgm:spPr/>
      <dgm:t>
        <a:bodyPr/>
        <a:lstStyle/>
        <a:p>
          <a:endParaRPr lang="en-US" sz="1400">
            <a:solidFill>
              <a:schemeClr val="accent3"/>
            </a:solidFill>
          </a:endParaRPr>
        </a:p>
      </dgm:t>
    </dgm:pt>
    <dgm:pt modelId="{6F977B38-B94F-4762-9FA8-43006E979831}">
      <dgm:prSet phldrT="[Text]" custT="1"/>
      <dgm:spPr/>
      <dgm:t>
        <a:bodyPr anchor="ctr"/>
        <a:lstStyle/>
        <a:p>
          <a:r>
            <a:rPr lang="en-US" sz="3600" dirty="0">
              <a:solidFill>
                <a:schemeClr val="accent3"/>
              </a:solidFill>
              <a:latin typeface="+mj-lt"/>
            </a:rPr>
            <a:t>Q2</a:t>
          </a:r>
        </a:p>
      </dgm:t>
    </dgm:pt>
    <dgm:pt modelId="{D645353D-A275-487B-92A0-06F88FEAB990}" type="parTrans" cxnId="{F2E15CDB-CF08-4E99-9BB4-FE8B9862B0BE}">
      <dgm:prSet/>
      <dgm:spPr/>
      <dgm:t>
        <a:bodyPr/>
        <a:lstStyle/>
        <a:p>
          <a:endParaRPr lang="en-US" sz="1400">
            <a:solidFill>
              <a:schemeClr val="accent3"/>
            </a:solidFill>
          </a:endParaRPr>
        </a:p>
      </dgm:t>
    </dgm:pt>
    <dgm:pt modelId="{C116B6CE-0E45-468A-8FCD-98B3260F6E2B}" type="sibTrans" cxnId="{F2E15CDB-CF08-4E99-9BB4-FE8B9862B0BE}">
      <dgm:prSet/>
      <dgm:spPr/>
      <dgm:t>
        <a:bodyPr/>
        <a:lstStyle/>
        <a:p>
          <a:endParaRPr lang="en-US" sz="1400">
            <a:solidFill>
              <a:schemeClr val="accent3"/>
            </a:solidFill>
          </a:endParaRPr>
        </a:p>
      </dgm:t>
    </dgm:pt>
    <dgm:pt modelId="{D1DFD31E-EBD3-4332-8636-6D8373C48843}">
      <dgm:prSet phldrT="[Text]" custT="1"/>
      <dgm:spPr/>
      <dgm:t>
        <a:bodyPr anchor="ctr"/>
        <a:lstStyle/>
        <a:p>
          <a:r>
            <a:rPr lang="en-US" sz="3600" dirty="0">
              <a:solidFill>
                <a:schemeClr val="accent3"/>
              </a:solidFill>
              <a:latin typeface="+mj-lt"/>
            </a:rPr>
            <a:t>Q3</a:t>
          </a:r>
        </a:p>
      </dgm:t>
    </dgm:pt>
    <dgm:pt modelId="{6DD3ACB7-7BFD-4F02-8143-F4245AB3D242}" type="parTrans" cxnId="{A3E8F565-D509-4242-89E5-F545BD9B39AF}">
      <dgm:prSet/>
      <dgm:spPr/>
      <dgm:t>
        <a:bodyPr/>
        <a:lstStyle/>
        <a:p>
          <a:endParaRPr lang="en-US" sz="1400">
            <a:solidFill>
              <a:schemeClr val="accent3"/>
            </a:solidFill>
          </a:endParaRPr>
        </a:p>
      </dgm:t>
    </dgm:pt>
    <dgm:pt modelId="{8A67AB22-1ED0-4C87-93DD-EC8BA8AC9DE1}" type="sibTrans" cxnId="{A3E8F565-D509-4242-89E5-F545BD9B39AF}">
      <dgm:prSet/>
      <dgm:spPr/>
      <dgm:t>
        <a:bodyPr/>
        <a:lstStyle/>
        <a:p>
          <a:endParaRPr lang="en-US" sz="1400">
            <a:solidFill>
              <a:schemeClr val="accent3"/>
            </a:solidFill>
          </a:endParaRPr>
        </a:p>
      </dgm:t>
    </dgm:pt>
    <dgm:pt modelId="{2EB0FCD1-A97B-454C-A3B5-CC24E538FD7F}">
      <dgm:prSet phldrT="[Text]" custT="1"/>
      <dgm:spPr/>
      <dgm:t>
        <a:bodyPr anchor="ctr"/>
        <a:lstStyle/>
        <a:p>
          <a:r>
            <a:rPr lang="en-US" sz="3600" dirty="0">
              <a:solidFill>
                <a:schemeClr val="accent3"/>
              </a:solidFill>
              <a:latin typeface="+mj-lt"/>
            </a:rPr>
            <a:t>Q4</a:t>
          </a:r>
        </a:p>
      </dgm:t>
    </dgm:pt>
    <dgm:pt modelId="{6756F059-AD87-4860-A8D7-76D0AD87A366}" type="parTrans" cxnId="{14282BA9-66B7-4EF9-83BA-49E8D1383532}">
      <dgm:prSet/>
      <dgm:spPr/>
      <dgm:t>
        <a:bodyPr/>
        <a:lstStyle/>
        <a:p>
          <a:endParaRPr lang="en-US" sz="1400">
            <a:solidFill>
              <a:schemeClr val="accent3"/>
            </a:solidFill>
          </a:endParaRPr>
        </a:p>
      </dgm:t>
    </dgm:pt>
    <dgm:pt modelId="{67CB2841-D2B7-47CA-AD93-4E66D2439A58}" type="sibTrans" cxnId="{14282BA9-66B7-4EF9-83BA-49E8D1383532}">
      <dgm:prSet/>
      <dgm:spPr/>
      <dgm:t>
        <a:bodyPr/>
        <a:lstStyle/>
        <a:p>
          <a:endParaRPr lang="en-US" sz="1400">
            <a:solidFill>
              <a:schemeClr val="accent3"/>
            </a:solidFill>
          </a:endParaRPr>
        </a:p>
      </dgm:t>
    </dgm:pt>
    <dgm:pt modelId="{D342E22F-EB29-4FAD-9B28-4C34502171B9}" type="pres">
      <dgm:prSet presAssocID="{BB313E4A-8B87-4AAD-AEEE-9B1435558CB9}" presName="vert0" presStyleCnt="0">
        <dgm:presLayoutVars>
          <dgm:dir/>
          <dgm:animOne val="branch"/>
          <dgm:animLvl val="lvl"/>
        </dgm:presLayoutVars>
      </dgm:prSet>
      <dgm:spPr/>
    </dgm:pt>
    <dgm:pt modelId="{4E247E96-070B-4744-96B3-E1F97A845C9F}" type="pres">
      <dgm:prSet presAssocID="{D005F7E6-D3D7-4736-A565-5597C92EEA6E}" presName="thickLine" presStyleLbl="alignNode1" presStyleIdx="0" presStyleCnt="4"/>
      <dgm:spPr/>
    </dgm:pt>
    <dgm:pt modelId="{27343992-1E43-4DD5-A34F-B5C1356DFE59}" type="pres">
      <dgm:prSet presAssocID="{D005F7E6-D3D7-4736-A565-5597C92EEA6E}" presName="horz1" presStyleCnt="0"/>
      <dgm:spPr/>
    </dgm:pt>
    <dgm:pt modelId="{794A25E5-C31E-4F51-977B-29908E4DED60}" type="pres">
      <dgm:prSet presAssocID="{D005F7E6-D3D7-4736-A565-5597C92EEA6E}" presName="tx1" presStyleLbl="revTx" presStyleIdx="0" presStyleCnt="8"/>
      <dgm:spPr/>
    </dgm:pt>
    <dgm:pt modelId="{D7852091-6875-4A46-BEE1-63E8C2BCD888}" type="pres">
      <dgm:prSet presAssocID="{D005F7E6-D3D7-4736-A565-5597C92EEA6E}" presName="vert1" presStyleCnt="0"/>
      <dgm:spPr/>
    </dgm:pt>
    <dgm:pt modelId="{CA417A59-A3FF-4C11-905B-2547DCEE95E1}" type="pres">
      <dgm:prSet presAssocID="{527C33A0-D4CE-48C2-812A-2152C182D6D8}" presName="vertSpace2a" presStyleCnt="0"/>
      <dgm:spPr/>
    </dgm:pt>
    <dgm:pt modelId="{A1C33D26-B435-488C-8EC8-B15795800AB8}" type="pres">
      <dgm:prSet presAssocID="{527C33A0-D4CE-48C2-812A-2152C182D6D8}" presName="horz2" presStyleCnt="0"/>
      <dgm:spPr/>
    </dgm:pt>
    <dgm:pt modelId="{19CA6B4E-4FAF-4EBF-B6AC-6C65343D6240}" type="pres">
      <dgm:prSet presAssocID="{527C33A0-D4CE-48C2-812A-2152C182D6D8}" presName="horzSpace2" presStyleCnt="0"/>
      <dgm:spPr/>
    </dgm:pt>
    <dgm:pt modelId="{E375414F-0076-4C00-857D-10F60768B5A1}" type="pres">
      <dgm:prSet presAssocID="{527C33A0-D4CE-48C2-812A-2152C182D6D8}" presName="tx2" presStyleLbl="revTx" presStyleIdx="1" presStyleCnt="8"/>
      <dgm:spPr/>
    </dgm:pt>
    <dgm:pt modelId="{BC0F0F45-6B28-47F0-8900-09203954EE61}" type="pres">
      <dgm:prSet presAssocID="{527C33A0-D4CE-48C2-812A-2152C182D6D8}" presName="vert2" presStyleCnt="0"/>
      <dgm:spPr/>
    </dgm:pt>
    <dgm:pt modelId="{A71BDFB5-6117-4C8B-8D80-B6049D42BB45}" type="pres">
      <dgm:prSet presAssocID="{527C33A0-D4CE-48C2-812A-2152C182D6D8}" presName="thinLine2b" presStyleLbl="callout" presStyleIdx="0" presStyleCnt="4"/>
      <dgm:spPr>
        <a:ln>
          <a:noFill/>
        </a:ln>
      </dgm:spPr>
    </dgm:pt>
    <dgm:pt modelId="{36DFEE74-46AE-42CD-985F-3A8B5BF4A7E1}" type="pres">
      <dgm:prSet presAssocID="{527C33A0-D4CE-48C2-812A-2152C182D6D8}" presName="vertSpace2b" presStyleCnt="0"/>
      <dgm:spPr/>
    </dgm:pt>
    <dgm:pt modelId="{0466FBD4-672A-478D-B685-49046823EBFF}" type="pres">
      <dgm:prSet presAssocID="{6F977B38-B94F-4762-9FA8-43006E979831}" presName="thickLine" presStyleLbl="alignNode1" presStyleIdx="1" presStyleCnt="4"/>
      <dgm:spPr/>
    </dgm:pt>
    <dgm:pt modelId="{CD94F179-39E0-448F-85E4-129118A1510A}" type="pres">
      <dgm:prSet presAssocID="{6F977B38-B94F-4762-9FA8-43006E979831}" presName="horz1" presStyleCnt="0"/>
      <dgm:spPr/>
    </dgm:pt>
    <dgm:pt modelId="{27AE1F8E-D743-4045-8E99-EDACF531D229}" type="pres">
      <dgm:prSet presAssocID="{6F977B38-B94F-4762-9FA8-43006E979831}" presName="tx1" presStyleLbl="revTx" presStyleIdx="2" presStyleCnt="8"/>
      <dgm:spPr/>
    </dgm:pt>
    <dgm:pt modelId="{C56D60A2-1EF5-4EE8-B59E-9BC24794D33B}" type="pres">
      <dgm:prSet presAssocID="{6F977B38-B94F-4762-9FA8-43006E979831}" presName="vert1" presStyleCnt="0"/>
      <dgm:spPr/>
    </dgm:pt>
    <dgm:pt modelId="{15EE5929-195E-4B10-8CF0-5DC291C7CAFB}" type="pres">
      <dgm:prSet presAssocID="{19F861D7-06D0-4475-8396-2F5BA32F3667}" presName="vertSpace2a" presStyleCnt="0"/>
      <dgm:spPr/>
    </dgm:pt>
    <dgm:pt modelId="{A5FA039E-B5A1-41D2-8633-32CBFE09F2B5}" type="pres">
      <dgm:prSet presAssocID="{19F861D7-06D0-4475-8396-2F5BA32F3667}" presName="horz2" presStyleCnt="0"/>
      <dgm:spPr/>
    </dgm:pt>
    <dgm:pt modelId="{8C5F1764-6F85-4D78-A3C4-66EE7325AC88}" type="pres">
      <dgm:prSet presAssocID="{19F861D7-06D0-4475-8396-2F5BA32F3667}" presName="horzSpace2" presStyleCnt="0"/>
      <dgm:spPr/>
    </dgm:pt>
    <dgm:pt modelId="{8F8B6AF1-ABF7-490E-91F4-D9BF1971E612}" type="pres">
      <dgm:prSet presAssocID="{19F861D7-06D0-4475-8396-2F5BA32F3667}" presName="tx2" presStyleLbl="revTx" presStyleIdx="3" presStyleCnt="8"/>
      <dgm:spPr/>
    </dgm:pt>
    <dgm:pt modelId="{58C08AD8-0A53-4FA4-A089-A58442D0DF2C}" type="pres">
      <dgm:prSet presAssocID="{19F861D7-06D0-4475-8396-2F5BA32F3667}" presName="vert2" presStyleCnt="0"/>
      <dgm:spPr/>
    </dgm:pt>
    <dgm:pt modelId="{ED686FDA-E1A9-411A-922C-3304600C1C77}" type="pres">
      <dgm:prSet presAssocID="{19F861D7-06D0-4475-8396-2F5BA32F3667}" presName="thinLine2b" presStyleLbl="callout" presStyleIdx="1" presStyleCnt="4"/>
      <dgm:spPr>
        <a:ln>
          <a:noFill/>
        </a:ln>
      </dgm:spPr>
    </dgm:pt>
    <dgm:pt modelId="{1AF213DD-22E5-427E-A57B-51F9FCFF35FC}" type="pres">
      <dgm:prSet presAssocID="{19F861D7-06D0-4475-8396-2F5BA32F3667}" presName="vertSpace2b" presStyleCnt="0"/>
      <dgm:spPr/>
    </dgm:pt>
    <dgm:pt modelId="{B28246E4-7BC5-45AF-BA42-DDBC1C2C2E2A}" type="pres">
      <dgm:prSet presAssocID="{D1DFD31E-EBD3-4332-8636-6D8373C48843}" presName="thickLine" presStyleLbl="alignNode1" presStyleIdx="2" presStyleCnt="4"/>
      <dgm:spPr/>
    </dgm:pt>
    <dgm:pt modelId="{238C59FC-EE92-495D-8535-280132FE3CC8}" type="pres">
      <dgm:prSet presAssocID="{D1DFD31E-EBD3-4332-8636-6D8373C48843}" presName="horz1" presStyleCnt="0"/>
      <dgm:spPr/>
    </dgm:pt>
    <dgm:pt modelId="{94243B8C-4525-4765-A713-E2F4D7D955D2}" type="pres">
      <dgm:prSet presAssocID="{D1DFD31E-EBD3-4332-8636-6D8373C48843}" presName="tx1" presStyleLbl="revTx" presStyleIdx="4" presStyleCnt="8"/>
      <dgm:spPr/>
    </dgm:pt>
    <dgm:pt modelId="{C5CBCA6D-774E-4CF6-843F-95660CCF6404}" type="pres">
      <dgm:prSet presAssocID="{D1DFD31E-EBD3-4332-8636-6D8373C48843}" presName="vert1" presStyleCnt="0"/>
      <dgm:spPr/>
    </dgm:pt>
    <dgm:pt modelId="{1C7384DC-2BAD-45CD-A31F-9A38EC5B601E}" type="pres">
      <dgm:prSet presAssocID="{B6769171-B80C-4F5B-90C7-EC3BDB7E9754}" presName="vertSpace2a" presStyleCnt="0"/>
      <dgm:spPr/>
    </dgm:pt>
    <dgm:pt modelId="{E3873E4A-935D-4571-90E1-50623F2F0CED}" type="pres">
      <dgm:prSet presAssocID="{B6769171-B80C-4F5B-90C7-EC3BDB7E9754}" presName="horz2" presStyleCnt="0"/>
      <dgm:spPr/>
    </dgm:pt>
    <dgm:pt modelId="{950C5154-3C5B-4CB7-838A-18C7E9FD5E76}" type="pres">
      <dgm:prSet presAssocID="{B6769171-B80C-4F5B-90C7-EC3BDB7E9754}" presName="horzSpace2" presStyleCnt="0"/>
      <dgm:spPr/>
    </dgm:pt>
    <dgm:pt modelId="{9A0947CA-0828-427D-806E-BCC9C040AB48}" type="pres">
      <dgm:prSet presAssocID="{B6769171-B80C-4F5B-90C7-EC3BDB7E9754}" presName="tx2" presStyleLbl="revTx" presStyleIdx="5" presStyleCnt="8"/>
      <dgm:spPr/>
    </dgm:pt>
    <dgm:pt modelId="{6A24333E-5826-47ED-8DEB-F4CB79DB5CF5}" type="pres">
      <dgm:prSet presAssocID="{B6769171-B80C-4F5B-90C7-EC3BDB7E9754}" presName="vert2" presStyleCnt="0"/>
      <dgm:spPr/>
    </dgm:pt>
    <dgm:pt modelId="{58AEF715-538E-4FCF-B500-3EDFACBD68A6}" type="pres">
      <dgm:prSet presAssocID="{B6769171-B80C-4F5B-90C7-EC3BDB7E9754}" presName="thinLine2b" presStyleLbl="callout" presStyleIdx="2" presStyleCnt="4"/>
      <dgm:spPr>
        <a:ln>
          <a:noFill/>
        </a:ln>
      </dgm:spPr>
    </dgm:pt>
    <dgm:pt modelId="{44F457FD-5A06-4D21-A44F-72B7CDEE607A}" type="pres">
      <dgm:prSet presAssocID="{B6769171-B80C-4F5B-90C7-EC3BDB7E9754}" presName="vertSpace2b" presStyleCnt="0"/>
      <dgm:spPr/>
    </dgm:pt>
    <dgm:pt modelId="{27ACEE2A-FEF4-404F-AB64-BBA8B44105A3}" type="pres">
      <dgm:prSet presAssocID="{2EB0FCD1-A97B-454C-A3B5-CC24E538FD7F}" presName="thickLine" presStyleLbl="alignNode1" presStyleIdx="3" presStyleCnt="4"/>
      <dgm:spPr/>
    </dgm:pt>
    <dgm:pt modelId="{D0FE4CC2-9F53-49FE-B3CF-66C4D8D2EB0E}" type="pres">
      <dgm:prSet presAssocID="{2EB0FCD1-A97B-454C-A3B5-CC24E538FD7F}" presName="horz1" presStyleCnt="0"/>
      <dgm:spPr/>
    </dgm:pt>
    <dgm:pt modelId="{74391C42-C7D3-4D68-8573-85CF435773EE}" type="pres">
      <dgm:prSet presAssocID="{2EB0FCD1-A97B-454C-A3B5-CC24E538FD7F}" presName="tx1" presStyleLbl="revTx" presStyleIdx="6" presStyleCnt="8"/>
      <dgm:spPr/>
    </dgm:pt>
    <dgm:pt modelId="{A9505772-616C-4932-8F25-52B30FD291C5}" type="pres">
      <dgm:prSet presAssocID="{2EB0FCD1-A97B-454C-A3B5-CC24E538FD7F}" presName="vert1" presStyleCnt="0"/>
      <dgm:spPr/>
    </dgm:pt>
    <dgm:pt modelId="{1BC3518C-6ABB-4DA5-AB2A-A498096179D7}" type="pres">
      <dgm:prSet presAssocID="{01FCF63A-9A53-4641-925C-35AB10312164}" presName="vertSpace2a" presStyleCnt="0"/>
      <dgm:spPr/>
    </dgm:pt>
    <dgm:pt modelId="{B327246B-238F-4DC6-9B20-A719838831B8}" type="pres">
      <dgm:prSet presAssocID="{01FCF63A-9A53-4641-925C-35AB10312164}" presName="horz2" presStyleCnt="0"/>
      <dgm:spPr/>
    </dgm:pt>
    <dgm:pt modelId="{55F3241E-988A-40FF-ACFC-10D76AA339D6}" type="pres">
      <dgm:prSet presAssocID="{01FCF63A-9A53-4641-925C-35AB10312164}" presName="horzSpace2" presStyleCnt="0"/>
      <dgm:spPr/>
    </dgm:pt>
    <dgm:pt modelId="{2FEB345E-D9F3-4461-A6C6-B047D3390664}" type="pres">
      <dgm:prSet presAssocID="{01FCF63A-9A53-4641-925C-35AB10312164}" presName="tx2" presStyleLbl="revTx" presStyleIdx="7" presStyleCnt="8"/>
      <dgm:spPr/>
    </dgm:pt>
    <dgm:pt modelId="{C4F2F344-8F2E-4066-917B-1EB3BA067465}" type="pres">
      <dgm:prSet presAssocID="{01FCF63A-9A53-4641-925C-35AB10312164}" presName="vert2" presStyleCnt="0"/>
      <dgm:spPr/>
    </dgm:pt>
    <dgm:pt modelId="{E6365EE9-1704-48EE-8A92-5D8EA459D769}" type="pres">
      <dgm:prSet presAssocID="{01FCF63A-9A53-4641-925C-35AB10312164}" presName="thinLine2b" presStyleLbl="callout" presStyleIdx="3" presStyleCnt="4"/>
      <dgm:spPr>
        <a:ln>
          <a:noFill/>
        </a:ln>
      </dgm:spPr>
    </dgm:pt>
    <dgm:pt modelId="{475DBFE9-E379-4960-96ED-5454B878821F}" type="pres">
      <dgm:prSet presAssocID="{01FCF63A-9A53-4641-925C-35AB10312164}" presName="vertSpace2b" presStyleCnt="0"/>
      <dgm:spPr/>
    </dgm:pt>
  </dgm:ptLst>
  <dgm:cxnLst>
    <dgm:cxn modelId="{C06C5714-CDEC-422C-963C-DFE1248B1E0C}" type="presOf" srcId="{2EB0FCD1-A97B-454C-A3B5-CC24E538FD7F}" destId="{74391C42-C7D3-4D68-8573-85CF435773EE}" srcOrd="0" destOrd="0" presId="urn:microsoft.com/office/officeart/2008/layout/LinedList"/>
    <dgm:cxn modelId="{EB93DE1A-F1C2-46BB-91EC-F2BFD558BDCD}" srcId="{BB313E4A-8B87-4AAD-AEEE-9B1435558CB9}" destId="{D005F7E6-D3D7-4736-A565-5597C92EEA6E}" srcOrd="0" destOrd="0" parTransId="{5488EE6F-940A-406A-80A3-42C5A10B4269}" sibTransId="{52810DCF-3FEF-47BA-9560-DDA76F05622B}"/>
    <dgm:cxn modelId="{67CDFC22-3852-49AA-846F-62CFC47D4773}" srcId="{D005F7E6-D3D7-4736-A565-5597C92EEA6E}" destId="{527C33A0-D4CE-48C2-812A-2152C182D6D8}" srcOrd="0" destOrd="0" parTransId="{051EA6F1-57D0-42F2-BD63-8D741E1935F1}" sibTransId="{E3167961-4CF2-4300-9C4A-A70246E015B1}"/>
    <dgm:cxn modelId="{47311529-1A3F-42EB-AD7A-402FFFCF6AD5}" type="presOf" srcId="{01FCF63A-9A53-4641-925C-35AB10312164}" destId="{2FEB345E-D9F3-4461-A6C6-B047D3390664}" srcOrd="0" destOrd="0" presId="urn:microsoft.com/office/officeart/2008/layout/LinedList"/>
    <dgm:cxn modelId="{1BBF4133-48CE-4EF2-B1A9-2D15BDAD32DA}" srcId="{6F977B38-B94F-4762-9FA8-43006E979831}" destId="{19F861D7-06D0-4475-8396-2F5BA32F3667}" srcOrd="0" destOrd="0" parTransId="{688591F3-C9FA-4E02-ACDA-6F3849A6023D}" sibTransId="{E600A78F-D810-48FA-BA62-69BAA380AFC0}"/>
    <dgm:cxn modelId="{61DFE55D-38EF-4731-902C-3E6F606D8B40}" type="presOf" srcId="{6F977B38-B94F-4762-9FA8-43006E979831}" destId="{27AE1F8E-D743-4045-8E99-EDACF531D229}" srcOrd="0" destOrd="0" presId="urn:microsoft.com/office/officeart/2008/layout/LinedList"/>
    <dgm:cxn modelId="{A3E8F565-D509-4242-89E5-F545BD9B39AF}" srcId="{BB313E4A-8B87-4AAD-AEEE-9B1435558CB9}" destId="{D1DFD31E-EBD3-4332-8636-6D8373C48843}" srcOrd="2" destOrd="0" parTransId="{6DD3ACB7-7BFD-4F02-8143-F4245AB3D242}" sibTransId="{8A67AB22-1ED0-4C87-93DD-EC8BA8AC9DE1}"/>
    <dgm:cxn modelId="{0B2CF146-F6F1-4A46-B0F9-EFBDA54F8880}" srcId="{2EB0FCD1-A97B-454C-A3B5-CC24E538FD7F}" destId="{01FCF63A-9A53-4641-925C-35AB10312164}" srcOrd="0" destOrd="0" parTransId="{50233F51-F48D-4039-B4C4-FDE607161996}" sibTransId="{47AD5E5A-539A-4690-BE35-128ECD2C6096}"/>
    <dgm:cxn modelId="{AA8FBB77-5FA8-493F-94A2-8786EB5B3083}" type="presOf" srcId="{BB313E4A-8B87-4AAD-AEEE-9B1435558CB9}" destId="{D342E22F-EB29-4FAD-9B28-4C34502171B9}" srcOrd="0" destOrd="0" presId="urn:microsoft.com/office/officeart/2008/layout/LinedList"/>
    <dgm:cxn modelId="{88FF1C7F-80D6-42CE-B602-E852DA6E791B}" type="presOf" srcId="{D005F7E6-D3D7-4736-A565-5597C92EEA6E}" destId="{794A25E5-C31E-4F51-977B-29908E4DED60}" srcOrd="0" destOrd="0" presId="urn:microsoft.com/office/officeart/2008/layout/LinedList"/>
    <dgm:cxn modelId="{D5D21386-72BD-4C27-BD5D-A96F8EDD0079}" type="presOf" srcId="{B6769171-B80C-4F5B-90C7-EC3BDB7E9754}" destId="{9A0947CA-0828-427D-806E-BCC9C040AB48}" srcOrd="0" destOrd="0" presId="urn:microsoft.com/office/officeart/2008/layout/LinedList"/>
    <dgm:cxn modelId="{FA89F48A-741D-43D6-AF9F-272E94B50C1D}" type="presOf" srcId="{19F861D7-06D0-4475-8396-2F5BA32F3667}" destId="{8F8B6AF1-ABF7-490E-91F4-D9BF1971E612}" srcOrd="0" destOrd="0" presId="urn:microsoft.com/office/officeart/2008/layout/LinedList"/>
    <dgm:cxn modelId="{14282BA9-66B7-4EF9-83BA-49E8D1383532}" srcId="{BB313E4A-8B87-4AAD-AEEE-9B1435558CB9}" destId="{2EB0FCD1-A97B-454C-A3B5-CC24E538FD7F}" srcOrd="3" destOrd="0" parTransId="{6756F059-AD87-4860-A8D7-76D0AD87A366}" sibTransId="{67CB2841-D2B7-47CA-AD93-4E66D2439A58}"/>
    <dgm:cxn modelId="{21A593B1-0C91-4039-82CE-6A28EA2C42D4}" type="presOf" srcId="{527C33A0-D4CE-48C2-812A-2152C182D6D8}" destId="{E375414F-0076-4C00-857D-10F60768B5A1}" srcOrd="0" destOrd="0" presId="urn:microsoft.com/office/officeart/2008/layout/LinedList"/>
    <dgm:cxn modelId="{F2E15CDB-CF08-4E99-9BB4-FE8B9862B0BE}" srcId="{BB313E4A-8B87-4AAD-AEEE-9B1435558CB9}" destId="{6F977B38-B94F-4762-9FA8-43006E979831}" srcOrd="1" destOrd="0" parTransId="{D645353D-A275-487B-92A0-06F88FEAB990}" sibTransId="{C116B6CE-0E45-468A-8FCD-98B3260F6E2B}"/>
    <dgm:cxn modelId="{DE2646DB-D133-4C29-A2FC-663797E2947F}" srcId="{D1DFD31E-EBD3-4332-8636-6D8373C48843}" destId="{B6769171-B80C-4F5B-90C7-EC3BDB7E9754}" srcOrd="0" destOrd="0" parTransId="{EBFED7B5-6EA8-4A9E-BFDD-4F059EEEF6B1}" sibTransId="{15DA4E02-04FA-4A21-9790-F88305AE1DDF}"/>
    <dgm:cxn modelId="{CF589EF9-D950-4C6E-88E8-E1C3FCBFC083}" type="presOf" srcId="{D1DFD31E-EBD3-4332-8636-6D8373C48843}" destId="{94243B8C-4525-4765-A713-E2F4D7D955D2}" srcOrd="0" destOrd="0" presId="urn:microsoft.com/office/officeart/2008/layout/LinedList"/>
    <dgm:cxn modelId="{74A84CA4-958F-4DE3-BBE1-527F547E86D9}" type="presParOf" srcId="{D342E22F-EB29-4FAD-9B28-4C34502171B9}" destId="{4E247E96-070B-4744-96B3-E1F97A845C9F}" srcOrd="0" destOrd="0" presId="urn:microsoft.com/office/officeart/2008/layout/LinedList"/>
    <dgm:cxn modelId="{0AE7CEA7-07D9-4238-86A0-740F040A4A31}" type="presParOf" srcId="{D342E22F-EB29-4FAD-9B28-4C34502171B9}" destId="{27343992-1E43-4DD5-A34F-B5C1356DFE59}" srcOrd="1" destOrd="0" presId="urn:microsoft.com/office/officeart/2008/layout/LinedList"/>
    <dgm:cxn modelId="{EC6210FC-B12A-4095-A206-A0B3CFA54A84}" type="presParOf" srcId="{27343992-1E43-4DD5-A34F-B5C1356DFE59}" destId="{794A25E5-C31E-4F51-977B-29908E4DED60}" srcOrd="0" destOrd="0" presId="urn:microsoft.com/office/officeart/2008/layout/LinedList"/>
    <dgm:cxn modelId="{D2067632-2A22-46EB-91F0-6D28AA53AE00}" type="presParOf" srcId="{27343992-1E43-4DD5-A34F-B5C1356DFE59}" destId="{D7852091-6875-4A46-BEE1-63E8C2BCD888}" srcOrd="1" destOrd="0" presId="urn:microsoft.com/office/officeart/2008/layout/LinedList"/>
    <dgm:cxn modelId="{CDA776F5-D9D7-41D9-81FC-5CC63AF9203D}" type="presParOf" srcId="{D7852091-6875-4A46-BEE1-63E8C2BCD888}" destId="{CA417A59-A3FF-4C11-905B-2547DCEE95E1}" srcOrd="0" destOrd="0" presId="urn:microsoft.com/office/officeart/2008/layout/LinedList"/>
    <dgm:cxn modelId="{7910B4F4-F882-45D9-9788-12D7FD59A904}" type="presParOf" srcId="{D7852091-6875-4A46-BEE1-63E8C2BCD888}" destId="{A1C33D26-B435-488C-8EC8-B15795800AB8}" srcOrd="1" destOrd="0" presId="urn:microsoft.com/office/officeart/2008/layout/LinedList"/>
    <dgm:cxn modelId="{410BDD2C-0EE6-4A2D-82EF-D032360740E8}" type="presParOf" srcId="{A1C33D26-B435-488C-8EC8-B15795800AB8}" destId="{19CA6B4E-4FAF-4EBF-B6AC-6C65343D6240}" srcOrd="0" destOrd="0" presId="urn:microsoft.com/office/officeart/2008/layout/LinedList"/>
    <dgm:cxn modelId="{FD651275-D6ED-40AF-AFF4-36309396031D}" type="presParOf" srcId="{A1C33D26-B435-488C-8EC8-B15795800AB8}" destId="{E375414F-0076-4C00-857D-10F60768B5A1}" srcOrd="1" destOrd="0" presId="urn:microsoft.com/office/officeart/2008/layout/LinedList"/>
    <dgm:cxn modelId="{E5DFF5C6-7488-439F-BB39-4FF98C9C85E4}" type="presParOf" srcId="{A1C33D26-B435-488C-8EC8-B15795800AB8}" destId="{BC0F0F45-6B28-47F0-8900-09203954EE61}" srcOrd="2" destOrd="0" presId="urn:microsoft.com/office/officeart/2008/layout/LinedList"/>
    <dgm:cxn modelId="{B6997354-3A39-4598-8EC7-9C9BAE2F7FB8}" type="presParOf" srcId="{D7852091-6875-4A46-BEE1-63E8C2BCD888}" destId="{A71BDFB5-6117-4C8B-8D80-B6049D42BB45}" srcOrd="2" destOrd="0" presId="urn:microsoft.com/office/officeart/2008/layout/LinedList"/>
    <dgm:cxn modelId="{D80C7FB6-1B1E-4243-8458-72DC3CA7309D}" type="presParOf" srcId="{D7852091-6875-4A46-BEE1-63E8C2BCD888}" destId="{36DFEE74-46AE-42CD-985F-3A8B5BF4A7E1}" srcOrd="3" destOrd="0" presId="urn:microsoft.com/office/officeart/2008/layout/LinedList"/>
    <dgm:cxn modelId="{D2E634E4-408D-4601-880B-2E78845F9E07}" type="presParOf" srcId="{D342E22F-EB29-4FAD-9B28-4C34502171B9}" destId="{0466FBD4-672A-478D-B685-49046823EBFF}" srcOrd="2" destOrd="0" presId="urn:microsoft.com/office/officeart/2008/layout/LinedList"/>
    <dgm:cxn modelId="{C1451749-48A5-4165-838A-A700F439413C}" type="presParOf" srcId="{D342E22F-EB29-4FAD-9B28-4C34502171B9}" destId="{CD94F179-39E0-448F-85E4-129118A1510A}" srcOrd="3" destOrd="0" presId="urn:microsoft.com/office/officeart/2008/layout/LinedList"/>
    <dgm:cxn modelId="{168FABD3-7C0B-4122-B47E-6CCA459836E1}" type="presParOf" srcId="{CD94F179-39E0-448F-85E4-129118A1510A}" destId="{27AE1F8E-D743-4045-8E99-EDACF531D229}" srcOrd="0" destOrd="0" presId="urn:microsoft.com/office/officeart/2008/layout/LinedList"/>
    <dgm:cxn modelId="{BEF7CCA0-9236-4168-9DF5-614B58AE61F3}" type="presParOf" srcId="{CD94F179-39E0-448F-85E4-129118A1510A}" destId="{C56D60A2-1EF5-4EE8-B59E-9BC24794D33B}" srcOrd="1" destOrd="0" presId="urn:microsoft.com/office/officeart/2008/layout/LinedList"/>
    <dgm:cxn modelId="{FE37D9A8-3030-4B0E-AB6A-6F69650FCE4C}" type="presParOf" srcId="{C56D60A2-1EF5-4EE8-B59E-9BC24794D33B}" destId="{15EE5929-195E-4B10-8CF0-5DC291C7CAFB}" srcOrd="0" destOrd="0" presId="urn:microsoft.com/office/officeart/2008/layout/LinedList"/>
    <dgm:cxn modelId="{AAD37329-1F77-455A-8556-88D3116DFBC3}" type="presParOf" srcId="{C56D60A2-1EF5-4EE8-B59E-9BC24794D33B}" destId="{A5FA039E-B5A1-41D2-8633-32CBFE09F2B5}" srcOrd="1" destOrd="0" presId="urn:microsoft.com/office/officeart/2008/layout/LinedList"/>
    <dgm:cxn modelId="{335276F0-D830-48C5-9B4B-B1031C1425EE}" type="presParOf" srcId="{A5FA039E-B5A1-41D2-8633-32CBFE09F2B5}" destId="{8C5F1764-6F85-4D78-A3C4-66EE7325AC88}" srcOrd="0" destOrd="0" presId="urn:microsoft.com/office/officeart/2008/layout/LinedList"/>
    <dgm:cxn modelId="{6F4ED73E-7943-487C-A1C3-316B6608383E}" type="presParOf" srcId="{A5FA039E-B5A1-41D2-8633-32CBFE09F2B5}" destId="{8F8B6AF1-ABF7-490E-91F4-D9BF1971E612}" srcOrd="1" destOrd="0" presId="urn:microsoft.com/office/officeart/2008/layout/LinedList"/>
    <dgm:cxn modelId="{E931BE4E-A861-42C7-8529-9A31B34DAEF5}" type="presParOf" srcId="{A5FA039E-B5A1-41D2-8633-32CBFE09F2B5}" destId="{58C08AD8-0A53-4FA4-A089-A58442D0DF2C}" srcOrd="2" destOrd="0" presId="urn:microsoft.com/office/officeart/2008/layout/LinedList"/>
    <dgm:cxn modelId="{E0D90694-6586-4109-84EF-BD3B88FBDBD6}" type="presParOf" srcId="{C56D60A2-1EF5-4EE8-B59E-9BC24794D33B}" destId="{ED686FDA-E1A9-411A-922C-3304600C1C77}" srcOrd="2" destOrd="0" presId="urn:microsoft.com/office/officeart/2008/layout/LinedList"/>
    <dgm:cxn modelId="{F7D13C2D-7708-4D00-A0A1-94876294F074}" type="presParOf" srcId="{C56D60A2-1EF5-4EE8-B59E-9BC24794D33B}" destId="{1AF213DD-22E5-427E-A57B-51F9FCFF35FC}" srcOrd="3" destOrd="0" presId="urn:microsoft.com/office/officeart/2008/layout/LinedList"/>
    <dgm:cxn modelId="{0E95FE36-CBB5-4059-8398-BA999D61F84D}" type="presParOf" srcId="{D342E22F-EB29-4FAD-9B28-4C34502171B9}" destId="{B28246E4-7BC5-45AF-BA42-DDBC1C2C2E2A}" srcOrd="4" destOrd="0" presId="urn:microsoft.com/office/officeart/2008/layout/LinedList"/>
    <dgm:cxn modelId="{A454C2EB-C133-48F5-A844-8274A837113A}" type="presParOf" srcId="{D342E22F-EB29-4FAD-9B28-4C34502171B9}" destId="{238C59FC-EE92-495D-8535-280132FE3CC8}" srcOrd="5" destOrd="0" presId="urn:microsoft.com/office/officeart/2008/layout/LinedList"/>
    <dgm:cxn modelId="{07DCA3D0-BDAB-4C37-9988-5E50EEC8AC28}" type="presParOf" srcId="{238C59FC-EE92-495D-8535-280132FE3CC8}" destId="{94243B8C-4525-4765-A713-E2F4D7D955D2}" srcOrd="0" destOrd="0" presId="urn:microsoft.com/office/officeart/2008/layout/LinedList"/>
    <dgm:cxn modelId="{2CD295E3-7BE0-4A0D-B0D0-9942E82D019F}" type="presParOf" srcId="{238C59FC-EE92-495D-8535-280132FE3CC8}" destId="{C5CBCA6D-774E-4CF6-843F-95660CCF6404}" srcOrd="1" destOrd="0" presId="urn:microsoft.com/office/officeart/2008/layout/LinedList"/>
    <dgm:cxn modelId="{10815701-B628-4182-960B-BAE79527C8FC}" type="presParOf" srcId="{C5CBCA6D-774E-4CF6-843F-95660CCF6404}" destId="{1C7384DC-2BAD-45CD-A31F-9A38EC5B601E}" srcOrd="0" destOrd="0" presId="urn:microsoft.com/office/officeart/2008/layout/LinedList"/>
    <dgm:cxn modelId="{63DD5706-C05B-4218-89B5-AB5F914702DC}" type="presParOf" srcId="{C5CBCA6D-774E-4CF6-843F-95660CCF6404}" destId="{E3873E4A-935D-4571-90E1-50623F2F0CED}" srcOrd="1" destOrd="0" presId="urn:microsoft.com/office/officeart/2008/layout/LinedList"/>
    <dgm:cxn modelId="{E6AB1689-9CDE-4DAD-B1F1-595040E1739C}" type="presParOf" srcId="{E3873E4A-935D-4571-90E1-50623F2F0CED}" destId="{950C5154-3C5B-4CB7-838A-18C7E9FD5E76}" srcOrd="0" destOrd="0" presId="urn:microsoft.com/office/officeart/2008/layout/LinedList"/>
    <dgm:cxn modelId="{B8E04278-8C5B-4426-A360-5345DDE2320D}" type="presParOf" srcId="{E3873E4A-935D-4571-90E1-50623F2F0CED}" destId="{9A0947CA-0828-427D-806E-BCC9C040AB48}" srcOrd="1" destOrd="0" presId="urn:microsoft.com/office/officeart/2008/layout/LinedList"/>
    <dgm:cxn modelId="{4C21A011-0D73-4F9C-8C5B-A1E1D280952A}" type="presParOf" srcId="{E3873E4A-935D-4571-90E1-50623F2F0CED}" destId="{6A24333E-5826-47ED-8DEB-F4CB79DB5CF5}" srcOrd="2" destOrd="0" presId="urn:microsoft.com/office/officeart/2008/layout/LinedList"/>
    <dgm:cxn modelId="{BDA38931-F4C6-40CC-98C4-964F50A66E19}" type="presParOf" srcId="{C5CBCA6D-774E-4CF6-843F-95660CCF6404}" destId="{58AEF715-538E-4FCF-B500-3EDFACBD68A6}" srcOrd="2" destOrd="0" presId="urn:microsoft.com/office/officeart/2008/layout/LinedList"/>
    <dgm:cxn modelId="{18271D40-3AEE-446C-8CCE-37535173FB28}" type="presParOf" srcId="{C5CBCA6D-774E-4CF6-843F-95660CCF6404}" destId="{44F457FD-5A06-4D21-A44F-72B7CDEE607A}" srcOrd="3" destOrd="0" presId="urn:microsoft.com/office/officeart/2008/layout/LinedList"/>
    <dgm:cxn modelId="{A6E0064E-B7BB-4795-BEE0-4CF371A6E600}" type="presParOf" srcId="{D342E22F-EB29-4FAD-9B28-4C34502171B9}" destId="{27ACEE2A-FEF4-404F-AB64-BBA8B44105A3}" srcOrd="6" destOrd="0" presId="urn:microsoft.com/office/officeart/2008/layout/LinedList"/>
    <dgm:cxn modelId="{758133C0-8E43-4D3F-A1B5-1E8B06FB17E8}" type="presParOf" srcId="{D342E22F-EB29-4FAD-9B28-4C34502171B9}" destId="{D0FE4CC2-9F53-49FE-B3CF-66C4D8D2EB0E}" srcOrd="7" destOrd="0" presId="urn:microsoft.com/office/officeart/2008/layout/LinedList"/>
    <dgm:cxn modelId="{9640FF45-CBCF-421B-87FB-6FF156B1F578}" type="presParOf" srcId="{D0FE4CC2-9F53-49FE-B3CF-66C4D8D2EB0E}" destId="{74391C42-C7D3-4D68-8573-85CF435773EE}" srcOrd="0" destOrd="0" presId="urn:microsoft.com/office/officeart/2008/layout/LinedList"/>
    <dgm:cxn modelId="{B4FBFA51-0322-466B-85DF-EA6593B0D4D9}" type="presParOf" srcId="{D0FE4CC2-9F53-49FE-B3CF-66C4D8D2EB0E}" destId="{A9505772-616C-4932-8F25-52B30FD291C5}" srcOrd="1" destOrd="0" presId="urn:microsoft.com/office/officeart/2008/layout/LinedList"/>
    <dgm:cxn modelId="{6ADA837C-B861-4B1D-84C2-2BB2A92C22C9}" type="presParOf" srcId="{A9505772-616C-4932-8F25-52B30FD291C5}" destId="{1BC3518C-6ABB-4DA5-AB2A-A498096179D7}" srcOrd="0" destOrd="0" presId="urn:microsoft.com/office/officeart/2008/layout/LinedList"/>
    <dgm:cxn modelId="{FF7906A4-E1E6-45FB-B233-0D757F6D18A5}" type="presParOf" srcId="{A9505772-616C-4932-8F25-52B30FD291C5}" destId="{B327246B-238F-4DC6-9B20-A719838831B8}" srcOrd="1" destOrd="0" presId="urn:microsoft.com/office/officeart/2008/layout/LinedList"/>
    <dgm:cxn modelId="{3F9A7A03-629E-4B01-98D6-E24985B259F5}" type="presParOf" srcId="{B327246B-238F-4DC6-9B20-A719838831B8}" destId="{55F3241E-988A-40FF-ACFC-10D76AA339D6}" srcOrd="0" destOrd="0" presId="urn:microsoft.com/office/officeart/2008/layout/LinedList"/>
    <dgm:cxn modelId="{5D9793A9-9095-4B78-AD5D-83E5C98D3855}" type="presParOf" srcId="{B327246B-238F-4DC6-9B20-A719838831B8}" destId="{2FEB345E-D9F3-4461-A6C6-B047D3390664}" srcOrd="1" destOrd="0" presId="urn:microsoft.com/office/officeart/2008/layout/LinedList"/>
    <dgm:cxn modelId="{41013D6E-A5DB-4966-BB8A-B4AB345F585B}" type="presParOf" srcId="{B327246B-238F-4DC6-9B20-A719838831B8}" destId="{C4F2F344-8F2E-4066-917B-1EB3BA067465}" srcOrd="2" destOrd="0" presId="urn:microsoft.com/office/officeart/2008/layout/LinedList"/>
    <dgm:cxn modelId="{E3BC8C30-51F6-4AAA-BDA7-B9A152519346}" type="presParOf" srcId="{A9505772-616C-4932-8F25-52B30FD291C5}" destId="{E6365EE9-1704-48EE-8A92-5D8EA459D769}" srcOrd="2" destOrd="0" presId="urn:microsoft.com/office/officeart/2008/layout/LinedList"/>
    <dgm:cxn modelId="{5864D3F0-70C1-474B-B190-BCB9A45F53DC}" type="presParOf" srcId="{A9505772-616C-4932-8F25-52B30FD291C5}" destId="{475DBFE9-E379-4960-96ED-5454B878821F}" srcOrd="3"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3B3DE9-9986-4CF9-BD2A-7EE019AE550F}">
      <dsp:nvSpPr>
        <dsp:cNvPr id="0" name=""/>
        <dsp:cNvSpPr/>
      </dsp:nvSpPr>
      <dsp:spPr>
        <a:xfrm>
          <a:off x="286024"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C7AB3E-E33E-41A8-8E53-0F5D4B0FD2B6}">
      <dsp:nvSpPr>
        <dsp:cNvPr id="0" name=""/>
        <dsp:cNvSpPr/>
      </dsp:nvSpPr>
      <dsp:spPr>
        <a:xfrm>
          <a:off x="286024"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Overview</a:t>
          </a:r>
        </a:p>
      </dsp:txBody>
      <dsp:txXfrm>
        <a:off x="286024" y="951656"/>
        <a:ext cx="3154680" cy="638013"/>
      </dsp:txXfrm>
    </dsp:sp>
    <dsp:sp modelId="{C941D104-F19D-4F79-BECB-6E0F02117D51}">
      <dsp:nvSpPr>
        <dsp:cNvPr id="0" name=""/>
        <dsp:cNvSpPr/>
      </dsp:nvSpPr>
      <dsp:spPr>
        <a:xfrm>
          <a:off x="286024"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b="0" i="0" kern="1200" dirty="0">
              <a:latin typeface="Yu Gothic UI Semilight" panose="020B0400000000000000" pitchFamily="34" charset="-128"/>
              <a:ea typeface="Yu Gothic UI Semilight" panose="020B0400000000000000" pitchFamily="34" charset="-128"/>
            </a:rPr>
            <a:t>The </a:t>
          </a:r>
          <a:r>
            <a:rPr lang="en-GB" sz="1200" b="0" i="0" kern="1200" dirty="0" err="1">
              <a:latin typeface="Yu Gothic UI Semilight" panose="020B0400000000000000" pitchFamily="34" charset="-128"/>
              <a:ea typeface="Yu Gothic UI Semilight" panose="020B0400000000000000" pitchFamily="34" charset="-128"/>
            </a:rPr>
            <a:t>OKCupid</a:t>
          </a:r>
          <a:r>
            <a:rPr lang="en-GB" sz="1200" b="0" i="0" kern="1200" dirty="0">
              <a:latin typeface="Yu Gothic UI Semilight" panose="020B0400000000000000" pitchFamily="34" charset="-128"/>
              <a:ea typeface="Yu Gothic UI Semilight" panose="020B0400000000000000" pitchFamily="34" charset="-128"/>
            </a:rPr>
            <a:t> dataset, </a:t>
          </a:r>
          <a:r>
            <a:rPr lang="en-GB" sz="1100" b="0" i="0" kern="1200" dirty="0">
              <a:latin typeface="Courier New" panose="02070309020205020404" pitchFamily="49" charset="0"/>
              <a:cs typeface="Courier New" panose="02070309020205020404" pitchFamily="49" charset="0"/>
            </a:rPr>
            <a:t>profiles.csv</a:t>
          </a:r>
          <a:r>
            <a:rPr lang="en-GB" sz="1200" b="0" i="0" kern="1200" dirty="0">
              <a:latin typeface="Yu Gothic UI Semilight" panose="020B0400000000000000" pitchFamily="34" charset="-128"/>
              <a:ea typeface="Yu Gothic UI Semilight" panose="020B0400000000000000" pitchFamily="34" charset="-128"/>
            </a:rPr>
            <a:t>,</a:t>
          </a:r>
          <a:r>
            <a:rPr lang="en-GB" sz="1400" b="0" i="0" kern="1200" dirty="0">
              <a:latin typeface="Yu Gothic UI Semilight" panose="020B0400000000000000" pitchFamily="34" charset="-128"/>
              <a:ea typeface="Yu Gothic UI Semilight" panose="020B0400000000000000" pitchFamily="34" charset="-128"/>
            </a:rPr>
            <a:t> </a:t>
          </a:r>
          <a:r>
            <a:rPr lang="en-GB" sz="1200" b="0" i="0" kern="120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responses. As the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kern="1200" dirty="0">
            <a:latin typeface="Yu Gothic UI Semilight" panose="020B0400000000000000" pitchFamily="34" charset="-128"/>
            <a:ea typeface="Yu Gothic UI Semilight" panose="020B0400000000000000" pitchFamily="34" charset="-128"/>
          </a:endParaRPr>
        </a:p>
      </dsp:txBody>
      <dsp:txXfrm>
        <a:off x="286024" y="1589669"/>
        <a:ext cx="3154680" cy="1985566"/>
      </dsp:txXfrm>
    </dsp:sp>
    <dsp:sp modelId="{C10799AD-B342-4043-9539-303F3880E6B3}">
      <dsp:nvSpPr>
        <dsp:cNvPr id="0" name=""/>
        <dsp:cNvSpPr/>
      </dsp:nvSpPr>
      <dsp:spPr>
        <a:xfrm>
          <a:off x="3680460"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290FA1-DECB-491E-A978-4A5D42FAC6F8}">
      <dsp:nvSpPr>
        <dsp:cNvPr id="0" name=""/>
        <dsp:cNvSpPr/>
      </dsp:nvSpPr>
      <dsp:spPr>
        <a:xfrm>
          <a:off x="3680460"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Details</a:t>
          </a:r>
        </a:p>
      </dsp:txBody>
      <dsp:txXfrm>
        <a:off x="3680460" y="951656"/>
        <a:ext cx="3154680" cy="638013"/>
      </dsp:txXfrm>
    </dsp:sp>
    <dsp:sp modelId="{A2E6A667-C4F5-4489-8AB4-8791A31ACB42}">
      <dsp:nvSpPr>
        <dsp:cNvPr id="0" name=""/>
        <dsp:cNvSpPr/>
      </dsp:nvSpPr>
      <dsp:spPr>
        <a:xfrm>
          <a:off x="3680460"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Using the Python </a:t>
          </a:r>
          <a:r>
            <a:rPr lang="en-GB" sz="1200" kern="1200" dirty="0">
              <a:latin typeface="Courier New" panose="02070309020205020404" pitchFamily="49" charset="0"/>
              <a:cs typeface="Courier New" panose="02070309020205020404" pitchFamily="49" charset="0"/>
            </a:rPr>
            <a:t>pandas</a:t>
          </a:r>
          <a:r>
            <a:rPr lang="en-GB" sz="1400" kern="1200" dirty="0"/>
            <a:t> </a:t>
          </a:r>
          <a:r>
            <a:rPr lang="en-GB" sz="1200" kern="1200" dirty="0">
              <a:latin typeface="Yu Gothic UI Semilight" panose="020B0400000000000000" pitchFamily="34" charset="-128"/>
              <a:ea typeface="Yu Gothic UI Semilight" panose="020B0400000000000000" pitchFamily="34" charset="-128"/>
            </a:rPr>
            <a:t>library, we imported the dataset into a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called</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Courier New" panose="02070309020205020404" pitchFamily="49" charset="0"/>
              <a:cs typeface="Courier New" panose="02070309020205020404" pitchFamily="49" charset="0"/>
            </a:rPr>
            <a:t>profiles</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Yu Gothic UI Semilight" panose="020B0400000000000000" pitchFamily="34" charset="-128"/>
              <a:ea typeface="Yu Gothic UI Semilight" panose="020B0400000000000000" pitchFamily="34" charset="-128"/>
            </a:rPr>
            <a:t>This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kern="1200" dirty="0">
              <a:latin typeface="Yu Gothic UI Semilight" panose="020B0400000000000000" pitchFamily="34" charset="-128"/>
              <a:ea typeface="Yu Gothic UI Semilight" panose="020B0400000000000000" pitchFamily="34" charset="-128"/>
            </a:rPr>
            <a:t>income</a:t>
          </a:r>
          <a:r>
            <a:rPr lang="en-GB" sz="1200" kern="1200" dirty="0">
              <a:latin typeface="Yu Gothic UI Semilight" panose="020B0400000000000000" pitchFamily="34" charset="-128"/>
              <a:ea typeface="Yu Gothic UI Semilight" panose="020B0400000000000000" pitchFamily="34" charset="-128"/>
            </a:rPr>
            <a:t> and </a:t>
          </a:r>
          <a:r>
            <a:rPr lang="en-GB" sz="1200" b="1" kern="1200" dirty="0">
              <a:latin typeface="Yu Gothic UI Semilight" panose="020B0400000000000000" pitchFamily="34" charset="-128"/>
              <a:ea typeface="Yu Gothic UI Semilight" panose="020B0400000000000000" pitchFamily="34" charset="-128"/>
            </a:rPr>
            <a:t>age</a:t>
          </a:r>
          <a:r>
            <a:rPr lang="en-GB" sz="1200" kern="1200" dirty="0">
              <a:latin typeface="Yu Gothic UI Semilight" panose="020B0400000000000000" pitchFamily="34" charset="-128"/>
              <a:ea typeface="Yu Gothic UI Semilight" panose="020B0400000000000000" pitchFamily="34" charset="-128"/>
            </a:rPr>
            <a:t>, and categorical data, such as </a:t>
          </a:r>
          <a:r>
            <a:rPr lang="en-GB" sz="1200" b="1" kern="1200" dirty="0">
              <a:latin typeface="Yu Gothic UI Semilight" panose="020B0400000000000000" pitchFamily="34" charset="-128"/>
              <a:ea typeface="Yu Gothic UI Semilight" panose="020B0400000000000000" pitchFamily="34" charset="-128"/>
            </a:rPr>
            <a:t>diet</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religion</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smoker</a:t>
          </a:r>
          <a:r>
            <a:rPr lang="en-GB" sz="1200" kern="1200" dirty="0">
              <a:latin typeface="Yu Gothic UI Semilight" panose="020B0400000000000000" pitchFamily="34" charset="-128"/>
              <a:ea typeface="Yu Gothic UI Semilight" panose="020B0400000000000000" pitchFamily="34" charset="-128"/>
            </a:rPr>
            <a:t> status, and zodiac </a:t>
          </a:r>
          <a:r>
            <a:rPr lang="en-GB" sz="1200" b="1" kern="1200" dirty="0">
              <a:latin typeface="Yu Gothic UI Semilight" panose="020B0400000000000000" pitchFamily="34" charset="-128"/>
              <a:ea typeface="Yu Gothic UI Semilight" panose="020B0400000000000000" pitchFamily="34" charset="-128"/>
            </a:rPr>
            <a:t>sign</a:t>
          </a:r>
          <a:r>
            <a:rPr lang="en-GB" sz="1200" kern="1200" dirty="0">
              <a:latin typeface="Yu Gothic UI Semilight" panose="020B0400000000000000" pitchFamily="34" charset="-128"/>
              <a:ea typeface="Yu Gothic UI Semilight" panose="020B0400000000000000" pitchFamily="34" charset="-128"/>
            </a:rPr>
            <a:t>.</a:t>
          </a:r>
          <a:endParaRPr lang="en-GB" sz="1400" kern="1200" dirty="0">
            <a:latin typeface="Yu Gothic UI Semilight" panose="020B0400000000000000" pitchFamily="34" charset="-128"/>
            <a:ea typeface="Yu Gothic UI Semilight" panose="020B0400000000000000" pitchFamily="34" charset="-128"/>
          </a:endParaRPr>
        </a:p>
      </dsp:txBody>
      <dsp:txXfrm>
        <a:off x="3680460" y="1589669"/>
        <a:ext cx="3154680" cy="1985566"/>
      </dsp:txXfrm>
    </dsp:sp>
    <dsp:sp modelId="{74C0B1B6-AD43-4A09-AED3-C9E5DEF4C7A9}">
      <dsp:nvSpPr>
        <dsp:cNvPr id="0" name=""/>
        <dsp:cNvSpPr/>
      </dsp:nvSpPr>
      <dsp:spPr>
        <a:xfrm>
          <a:off x="7074895"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A4B3A6-53AE-4919-A589-F48A8820CACF}">
      <dsp:nvSpPr>
        <dsp:cNvPr id="0" name=""/>
        <dsp:cNvSpPr/>
      </dsp:nvSpPr>
      <dsp:spPr>
        <a:xfrm>
          <a:off x="7074895"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Obstacles</a:t>
          </a:r>
        </a:p>
      </dsp:txBody>
      <dsp:txXfrm>
        <a:off x="7074895" y="951656"/>
        <a:ext cx="3154680" cy="638013"/>
      </dsp:txXfrm>
    </dsp:sp>
    <dsp:sp modelId="{E55A895E-BE01-4E48-B5E0-4A42D74DA1C1}">
      <dsp:nvSpPr>
        <dsp:cNvPr id="0" name=""/>
        <dsp:cNvSpPr/>
      </dsp:nvSpPr>
      <dsp:spPr>
        <a:xfrm>
          <a:off x="7074895"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kern="1200" dirty="0">
              <a:latin typeface="Yu Gothic UI Semilight" panose="020B0400000000000000" pitchFamily="34" charset="-128"/>
              <a:ea typeface="Yu Gothic UI Semilight" panose="020B0400000000000000" pitchFamily="34" charset="-128"/>
            </a:rPr>
            <a:t>diet</a:t>
          </a:r>
          <a:r>
            <a:rPr lang="en-GB" sz="1200" b="0" i="0" kern="1200" dirty="0">
              <a:latin typeface="Yu Gothic UI Semilight" panose="020B0400000000000000" pitchFamily="34" charset="-128"/>
              <a:ea typeface="Yu Gothic UI Semilight" panose="020B0400000000000000" pitchFamily="34" charset="-128"/>
            </a:rPr>
            <a:t>, </a:t>
          </a:r>
          <a:r>
            <a:rPr lang="en-GB" sz="1200" b="1" i="0" kern="1200" dirty="0">
              <a:latin typeface="Yu Gothic UI Semilight" panose="020B0400000000000000" pitchFamily="34" charset="-128"/>
              <a:ea typeface="Yu Gothic UI Semilight" panose="020B0400000000000000" pitchFamily="34" charset="-128"/>
            </a:rPr>
            <a:t>offspring</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religion</a:t>
          </a:r>
          <a:r>
            <a:rPr lang="en-GB" sz="1200" b="0" i="0" kern="120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kern="1200" dirty="0">
              <a:latin typeface="Yu Gothic UI Semilight" panose="020B0400000000000000" pitchFamily="34" charset="-128"/>
              <a:ea typeface="Yu Gothic UI Semilight" panose="020B0400000000000000" pitchFamily="34" charset="-128"/>
            </a:rPr>
            <a:t>age</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height</a:t>
          </a:r>
          <a:r>
            <a:rPr lang="en-GB" sz="1200" b="0" i="0" kern="120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kern="1200" dirty="0">
            <a:latin typeface="Yu Gothic UI Semilight" panose="020B0400000000000000" pitchFamily="34" charset="-128"/>
            <a:ea typeface="Yu Gothic UI Semilight" panose="020B0400000000000000" pitchFamily="34" charset="-128"/>
          </a:endParaRPr>
        </a:p>
      </dsp:txBody>
      <dsp:txXfrm>
        <a:off x="7074895" y="1589669"/>
        <a:ext cx="3154680" cy="19855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1CC66D-F365-4C6C-8796-5EEA587FC234}">
      <dsp:nvSpPr>
        <dsp:cNvPr id="0" name=""/>
        <dsp:cNvSpPr/>
      </dsp:nvSpPr>
      <dsp:spPr>
        <a:xfrm>
          <a:off x="600"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Age:</a:t>
          </a:r>
          <a:r>
            <a:rPr lang="en-GB" sz="1200" kern="1200" dirty="0"/>
            <a:t> Most users are in their late 20s to early 30s, with a mean age of about 32 years.</a:t>
          </a:r>
          <a:endParaRPr lang="en-US" sz="1200" kern="1200" dirty="0"/>
        </a:p>
      </dsp:txBody>
      <dsp:txXfrm>
        <a:off x="600" y="233219"/>
        <a:ext cx="2342447" cy="1405468"/>
      </dsp:txXfrm>
    </dsp:sp>
    <dsp:sp modelId="{4C0B00DE-EEF7-4A71-9046-D3F50C318FBE}">
      <dsp:nvSpPr>
        <dsp:cNvPr id="0" name=""/>
        <dsp:cNvSpPr/>
      </dsp:nvSpPr>
      <dsp:spPr>
        <a:xfrm>
          <a:off x="2577293" y="233219"/>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Gender:</a:t>
          </a:r>
          <a:r>
            <a:rPr lang="en-GB" sz="1200" kern="1200"/>
            <a:t> There are more men than women in the dataset.</a:t>
          </a:r>
          <a:endParaRPr lang="en-US" sz="1200" kern="1200"/>
        </a:p>
      </dsp:txBody>
      <dsp:txXfrm>
        <a:off x="2577293" y="233219"/>
        <a:ext cx="2342447" cy="1405468"/>
      </dsp:txXfrm>
    </dsp:sp>
    <dsp:sp modelId="{533D7804-1771-4E33-93BA-61445D8301E1}">
      <dsp:nvSpPr>
        <dsp:cNvPr id="0" name=""/>
        <dsp:cNvSpPr/>
      </dsp:nvSpPr>
      <dsp:spPr>
        <a:xfrm>
          <a:off x="600"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dirty="0"/>
            <a:t>Religion, Job, and Zodiac:</a:t>
          </a:r>
          <a:r>
            <a:rPr lang="en-GB" sz="1200" kern="1200" dirty="0"/>
            <a:t> There is a wide range of religions and job roles among users in the dataset, with unequal distributions. Zodiac signs are relatively equally distributed.</a:t>
          </a:r>
          <a:endParaRPr lang="en-US" sz="1200" kern="1200" dirty="0"/>
        </a:p>
      </dsp:txBody>
      <dsp:txXfrm>
        <a:off x="600" y="1872932"/>
        <a:ext cx="2342447" cy="1405468"/>
      </dsp:txXfrm>
    </dsp:sp>
    <dsp:sp modelId="{84722377-7139-42AF-B3BD-F9DBB7CE4F95}">
      <dsp:nvSpPr>
        <dsp:cNvPr id="0" name=""/>
        <dsp:cNvSpPr/>
      </dsp:nvSpPr>
      <dsp:spPr>
        <a:xfrm>
          <a:off x="2577293" y="1872932"/>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Pets, Offspring and Orientation:</a:t>
          </a:r>
          <a:r>
            <a:rPr lang="en-GB" sz="1200" kern="1200"/>
            <a:t> Most of the users like both dogs and cats, and most are childless. The majority of users are straight, but other orientations are present.</a:t>
          </a:r>
          <a:endParaRPr lang="en-US" sz="1200" kern="1200"/>
        </a:p>
      </dsp:txBody>
      <dsp:txXfrm>
        <a:off x="2577293" y="1872932"/>
        <a:ext cx="2342447" cy="1405468"/>
      </dsp:txXfrm>
    </dsp:sp>
    <dsp:sp modelId="{A8E33BAF-C742-4161-9B21-93AF8323FC9B}">
      <dsp:nvSpPr>
        <dsp:cNvPr id="0" name=""/>
        <dsp:cNvSpPr/>
      </dsp:nvSpPr>
      <dsp:spPr>
        <a:xfrm>
          <a:off x="600"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Status:</a:t>
          </a:r>
          <a:r>
            <a:rPr lang="en-GB" sz="1200" kern="1200"/>
            <a:t> Most of the users are single, but curiously, there are exceptions.</a:t>
          </a:r>
          <a:endParaRPr lang="en-US" sz="1200" kern="1200"/>
        </a:p>
      </dsp:txBody>
      <dsp:txXfrm>
        <a:off x="600" y="3512646"/>
        <a:ext cx="2342447" cy="1405468"/>
      </dsp:txXfrm>
    </dsp:sp>
    <dsp:sp modelId="{CD0016FB-506C-4C54-BEF4-88D589CEFB6D}">
      <dsp:nvSpPr>
        <dsp:cNvPr id="0" name=""/>
        <dsp:cNvSpPr/>
      </dsp:nvSpPr>
      <dsp:spPr>
        <a:xfrm>
          <a:off x="2577293" y="3512646"/>
          <a:ext cx="2342447" cy="1405468"/>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b="1" kern="1200"/>
            <a:t>Smokes:</a:t>
          </a:r>
          <a:r>
            <a:rPr lang="en-GB" sz="1200" kern="1200"/>
            <a:t> Most of the users do not smoke, but there are a range who do smoke conditionally or otherwise.</a:t>
          </a:r>
          <a:endParaRPr lang="en-US" sz="1200" kern="1200"/>
        </a:p>
      </dsp:txBody>
      <dsp:txXfrm>
        <a:off x="2577293" y="3512646"/>
        <a:ext cx="2342447" cy="14054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88B47F-6809-4EC9-9F2F-B45A236E24AF}">
      <dsp:nvSpPr>
        <dsp:cNvPr id="0" name=""/>
        <dsp:cNvSpPr/>
      </dsp:nvSpPr>
      <dsp:spPr>
        <a:xfrm>
          <a:off x="2194974" y="70747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750672"/>
        <a:ext cx="25251" cy="5050"/>
      </dsp:txXfrm>
    </dsp:sp>
    <dsp:sp modelId="{B41DC3FC-9087-4844-ACC8-A8E0F5EBB45C}">
      <dsp:nvSpPr>
        <dsp:cNvPr id="0" name=""/>
        <dsp:cNvSpPr/>
      </dsp:nvSpPr>
      <dsp:spPr>
        <a:xfrm>
          <a:off x="1028"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Data Cleaning</a:t>
          </a:r>
          <a:endParaRPr lang="en-US" sz="2100" kern="1200" dirty="0"/>
        </a:p>
      </dsp:txBody>
      <dsp:txXfrm>
        <a:off x="1028" y="94473"/>
        <a:ext cx="2195746" cy="1317447"/>
      </dsp:txXfrm>
    </dsp:sp>
    <dsp:sp modelId="{D63AE0C0-BF48-4B00-AA99-33664AAB6AD3}">
      <dsp:nvSpPr>
        <dsp:cNvPr id="0" name=""/>
        <dsp:cNvSpPr/>
      </dsp:nvSpPr>
      <dsp:spPr>
        <a:xfrm>
          <a:off x="1098901" y="1410121"/>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1644807"/>
        <a:ext cx="137378" cy="5050"/>
      </dsp:txXfrm>
    </dsp:sp>
    <dsp:sp modelId="{D38DB5D4-1E93-4FD2-80D5-196306A30D63}">
      <dsp:nvSpPr>
        <dsp:cNvPr id="0" name=""/>
        <dsp:cNvSpPr/>
      </dsp:nvSpPr>
      <dsp:spPr>
        <a:xfrm>
          <a:off x="2701796" y="9447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Feature Selection</a:t>
          </a:r>
          <a:endParaRPr lang="en-US" sz="2100" kern="1200" dirty="0"/>
        </a:p>
      </dsp:txBody>
      <dsp:txXfrm>
        <a:off x="2701796" y="94473"/>
        <a:ext cx="2195746" cy="1317447"/>
      </dsp:txXfrm>
    </dsp:sp>
    <dsp:sp modelId="{D25A71F0-779F-43FD-A24E-F4DAFFD14307}">
      <dsp:nvSpPr>
        <dsp:cNvPr id="0" name=""/>
        <dsp:cNvSpPr/>
      </dsp:nvSpPr>
      <dsp:spPr>
        <a:xfrm>
          <a:off x="2194974" y="2529947"/>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2573141"/>
        <a:ext cx="25251" cy="5050"/>
      </dsp:txXfrm>
    </dsp:sp>
    <dsp:sp modelId="{AB0EE6DA-9B3E-4DC5-9C22-58E1849771A4}">
      <dsp:nvSpPr>
        <dsp:cNvPr id="0" name=""/>
        <dsp:cNvSpPr/>
      </dsp:nvSpPr>
      <dsp:spPr>
        <a:xfrm>
          <a:off x="1028"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Target Label Encoding</a:t>
          </a:r>
          <a:endParaRPr lang="en-US" sz="2100" kern="1200" dirty="0"/>
        </a:p>
      </dsp:txBody>
      <dsp:txXfrm>
        <a:off x="1028" y="1916943"/>
        <a:ext cx="2195746" cy="1317447"/>
      </dsp:txXfrm>
    </dsp:sp>
    <dsp:sp modelId="{03C70E5C-91DD-4799-A157-53F96611BC2D}">
      <dsp:nvSpPr>
        <dsp:cNvPr id="0" name=""/>
        <dsp:cNvSpPr/>
      </dsp:nvSpPr>
      <dsp:spPr>
        <a:xfrm>
          <a:off x="1098901" y="3232590"/>
          <a:ext cx="2700767" cy="474421"/>
        </a:xfrm>
        <a:custGeom>
          <a:avLst/>
          <a:gdLst/>
          <a:ahLst/>
          <a:cxnLst/>
          <a:rect l="0" t="0" r="0" b="0"/>
          <a:pathLst>
            <a:path>
              <a:moveTo>
                <a:pt x="2700767" y="0"/>
              </a:moveTo>
              <a:lnTo>
                <a:pt x="2700767" y="254310"/>
              </a:lnTo>
              <a:lnTo>
                <a:pt x="0" y="254310"/>
              </a:lnTo>
              <a:lnTo>
                <a:pt x="0" y="474421"/>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0596" y="3467276"/>
        <a:ext cx="137378" cy="5050"/>
      </dsp:txXfrm>
    </dsp:sp>
    <dsp:sp modelId="{A7232C29-23C6-48E1-A0AC-1A1514180F01}">
      <dsp:nvSpPr>
        <dsp:cNvPr id="0" name=""/>
        <dsp:cNvSpPr/>
      </dsp:nvSpPr>
      <dsp:spPr>
        <a:xfrm>
          <a:off x="2701796" y="1916943"/>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Train-test Split</a:t>
          </a:r>
          <a:endParaRPr lang="en-US" sz="2100" kern="1200" dirty="0"/>
        </a:p>
      </dsp:txBody>
      <dsp:txXfrm>
        <a:off x="2701796" y="1916943"/>
        <a:ext cx="2195746" cy="1317447"/>
      </dsp:txXfrm>
    </dsp:sp>
    <dsp:sp modelId="{9C7DC8E7-398B-4FDB-BA69-3FF9A1D0B8CC}">
      <dsp:nvSpPr>
        <dsp:cNvPr id="0" name=""/>
        <dsp:cNvSpPr/>
      </dsp:nvSpPr>
      <dsp:spPr>
        <a:xfrm>
          <a:off x="2194974" y="4352416"/>
          <a:ext cx="474421" cy="91440"/>
        </a:xfrm>
        <a:custGeom>
          <a:avLst/>
          <a:gdLst/>
          <a:ahLst/>
          <a:cxnLst/>
          <a:rect l="0" t="0" r="0" b="0"/>
          <a:pathLst>
            <a:path>
              <a:moveTo>
                <a:pt x="0" y="45720"/>
              </a:moveTo>
              <a:lnTo>
                <a:pt x="474421"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19559" y="4395611"/>
        <a:ext cx="25251" cy="5050"/>
      </dsp:txXfrm>
    </dsp:sp>
    <dsp:sp modelId="{05A67DAF-A71F-4859-81D2-8B46DAEF87DF}">
      <dsp:nvSpPr>
        <dsp:cNvPr id="0" name=""/>
        <dsp:cNvSpPr/>
      </dsp:nvSpPr>
      <dsp:spPr>
        <a:xfrm>
          <a:off x="1028"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One-Hot Encoding</a:t>
          </a:r>
          <a:endParaRPr lang="en-US" sz="2100" kern="1200" dirty="0"/>
        </a:p>
      </dsp:txBody>
      <dsp:txXfrm>
        <a:off x="1028" y="3739412"/>
        <a:ext cx="2195746" cy="1317447"/>
      </dsp:txXfrm>
    </dsp:sp>
    <dsp:sp modelId="{9A4D1993-14FE-4C5A-AA89-CCD30F66B17B}">
      <dsp:nvSpPr>
        <dsp:cNvPr id="0" name=""/>
        <dsp:cNvSpPr/>
      </dsp:nvSpPr>
      <dsp:spPr>
        <a:xfrm>
          <a:off x="2701796" y="3739412"/>
          <a:ext cx="2195746" cy="1317447"/>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593" tIns="112938" rIns="107593" bIns="112938" numCol="1" spcCol="1270" anchor="ctr" anchorCtr="0">
          <a:noAutofit/>
        </a:bodyPr>
        <a:lstStyle/>
        <a:p>
          <a:pPr marL="0" lvl="0" indent="0" algn="ctr" defTabSz="933450">
            <a:lnSpc>
              <a:spcPct val="90000"/>
            </a:lnSpc>
            <a:spcBef>
              <a:spcPct val="0"/>
            </a:spcBef>
            <a:spcAft>
              <a:spcPct val="35000"/>
            </a:spcAft>
            <a:buNone/>
          </a:pPr>
          <a:r>
            <a:rPr lang="en-GB" sz="2100" b="1" kern="1200" dirty="0"/>
            <a:t>Standardisation</a:t>
          </a:r>
          <a:endParaRPr lang="en-US" sz="2100" kern="1200" dirty="0"/>
        </a:p>
      </dsp:txBody>
      <dsp:txXfrm>
        <a:off x="2701796" y="3739412"/>
        <a:ext cx="2195746" cy="13174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C899EE-E8E7-4206-B1F4-44A9BA820D9E}">
      <dsp:nvSpPr>
        <dsp:cNvPr id="0" name=""/>
        <dsp:cNvSpPr/>
      </dsp:nvSpPr>
      <dsp:spPr>
        <a:xfrm>
          <a:off x="0" y="314866"/>
          <a:ext cx="4997631" cy="23688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Font typeface="Arial" panose="020B0604020202020204" pitchFamily="34" charset="0"/>
            <a:buNone/>
          </a:pPr>
          <a:r>
            <a:rPr lang="en-GB" sz="1600" kern="1200" dirty="0">
              <a:latin typeface="Yu Gothic UI Semilight" panose="020B0400000000000000" pitchFamily="34" charset="-128"/>
              <a:ea typeface="Yu Gothic UI Semilight" panose="020B0400000000000000" pitchFamily="34" charset="-128"/>
            </a:rPr>
            <a:t>   To ensure the data fed to the machine algorithms were not missing data, we removed any rows that contained missing values. This meant that the size of our training data was significantly smaller than it could have been and is a limitation of this project. </a:t>
          </a:r>
        </a:p>
      </dsp:txBody>
      <dsp:txXfrm>
        <a:off x="0" y="314866"/>
        <a:ext cx="4997631" cy="2368800"/>
      </dsp:txXfrm>
    </dsp:sp>
    <dsp:sp modelId="{A00C8796-B0C0-496E-9E3A-9D0F12355793}">
      <dsp:nvSpPr>
        <dsp:cNvPr id="0" name=""/>
        <dsp:cNvSpPr/>
      </dsp:nvSpPr>
      <dsp:spPr>
        <a:xfrm>
          <a:off x="249881" y="78706"/>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Nulls</a:t>
          </a:r>
          <a:endParaRPr lang="en-GB" sz="1600" kern="1200" dirty="0"/>
        </a:p>
      </dsp:txBody>
      <dsp:txXfrm>
        <a:off x="272938" y="101763"/>
        <a:ext cx="3452227" cy="426206"/>
      </dsp:txXfrm>
    </dsp:sp>
    <dsp:sp modelId="{DCAA67C2-C872-4CB4-BBE7-3A09D521528A}">
      <dsp:nvSpPr>
        <dsp:cNvPr id="0" name=""/>
        <dsp:cNvSpPr/>
      </dsp:nvSpPr>
      <dsp:spPr>
        <a:xfrm>
          <a:off x="0" y="3006227"/>
          <a:ext cx="4997631" cy="20664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7872" tIns="333248" rIns="387872" bIns="113792" numCol="1" spcCol="1270" anchor="t" anchorCtr="0">
          <a:noAutofit/>
        </a:bodyPr>
        <a:lstStyle/>
        <a:p>
          <a:pPr marL="171450" lvl="1" indent="-171450" algn="l" defTabSz="711200">
            <a:lnSpc>
              <a:spcPct val="90000"/>
            </a:lnSpc>
            <a:spcBef>
              <a:spcPct val="0"/>
            </a:spcBef>
            <a:spcAft>
              <a:spcPct val="15000"/>
            </a:spcAft>
            <a:buNone/>
          </a:pPr>
          <a:r>
            <a:rPr kumimoji="0" lang="en-GB" sz="1600" b="0" i="0" u="none" strike="noStrike" kern="1200" cap="none" spc="0" normalizeH="0" baseline="0" noProof="0" dirty="0">
              <a:effectLst/>
              <a:uLnTx/>
              <a:uFillTx/>
              <a:latin typeface="Yu Gothic UI Semilight" panose="020B0400000000000000" pitchFamily="34" charset="-128"/>
              <a:ea typeface="Yu Gothic UI Semilight" panose="020B0400000000000000" pitchFamily="34" charset="-128"/>
              <a:cs typeface="+mn-cs"/>
            </a:rPr>
            <a:t>   The columns with </a:t>
          </a:r>
          <a:r>
            <a:rPr lang="en-GB" sz="1600" kern="1200" dirty="0">
              <a:latin typeface="Yu Gothic UI Semilight" panose="020B0400000000000000" pitchFamily="34" charset="-128"/>
              <a:ea typeface="Yu Gothic UI Semilight" panose="020B0400000000000000" pitchFamily="34" charset="-128"/>
            </a:rPr>
            <a:t>multiple responses that were similar or could be summarised into main categories were simplified and summarised in the EDA step. This process is considered part of data cleaning.</a:t>
          </a:r>
        </a:p>
      </dsp:txBody>
      <dsp:txXfrm>
        <a:off x="0" y="3006227"/>
        <a:ext cx="4997631" cy="2066400"/>
      </dsp:txXfrm>
    </dsp:sp>
    <dsp:sp modelId="{43D22A84-82FB-434B-BD26-7D0AD421DFD0}">
      <dsp:nvSpPr>
        <dsp:cNvPr id="0" name=""/>
        <dsp:cNvSpPr/>
      </dsp:nvSpPr>
      <dsp:spPr>
        <a:xfrm>
          <a:off x="249881" y="2770067"/>
          <a:ext cx="3498341"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9" tIns="0" rIns="132229" bIns="0" numCol="1" spcCol="1270" anchor="ctr" anchorCtr="0">
          <a:noAutofit/>
        </a:bodyPr>
        <a:lstStyle/>
        <a:p>
          <a:pPr marL="0" lvl="0" indent="0" algn="l" defTabSz="711200">
            <a:lnSpc>
              <a:spcPct val="90000"/>
            </a:lnSpc>
            <a:spcBef>
              <a:spcPct val="0"/>
            </a:spcBef>
            <a:spcAft>
              <a:spcPct val="35000"/>
            </a:spcAft>
            <a:buNone/>
          </a:pPr>
          <a:r>
            <a:rPr lang="en-GB" sz="1600" b="1" kern="1200" dirty="0"/>
            <a:t>Summarised Features</a:t>
          </a:r>
          <a:endParaRPr lang="en-GB" sz="1600" kern="1200" dirty="0"/>
        </a:p>
      </dsp:txBody>
      <dsp:txXfrm>
        <a:off x="272938" y="2793124"/>
        <a:ext cx="3452227" cy="4262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2E263E-EDF6-452B-9CB6-2B5582E5081D}">
      <dsp:nvSpPr>
        <dsp:cNvPr id="0" name=""/>
        <dsp:cNvSpPr/>
      </dsp:nvSpPr>
      <dsp:spPr>
        <a:xfrm>
          <a:off x="0" y="3130"/>
          <a:ext cx="10515601" cy="728518"/>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ACD794-ACEA-4982-8D1C-6CCC65EB83E1}">
      <dsp:nvSpPr>
        <dsp:cNvPr id="0" name=""/>
        <dsp:cNvSpPr/>
      </dsp:nvSpPr>
      <dsp:spPr>
        <a:xfrm>
          <a:off x="220376" y="167046"/>
          <a:ext cx="400685" cy="40068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86FA69C-A857-4539-8AB4-C8683D0EC16E}">
      <dsp:nvSpPr>
        <dsp:cNvPr id="0" name=""/>
        <dsp:cNvSpPr/>
      </dsp:nvSpPr>
      <dsp:spPr>
        <a:xfrm>
          <a:off x="841439" y="3130"/>
          <a:ext cx="4732020"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977900">
            <a:lnSpc>
              <a:spcPct val="100000"/>
            </a:lnSpc>
            <a:spcBef>
              <a:spcPct val="0"/>
            </a:spcBef>
            <a:spcAft>
              <a:spcPct val="35000"/>
            </a:spcAft>
            <a:buNone/>
          </a:pPr>
          <a:r>
            <a:rPr lang="en-GB" sz="2200" b="1" kern="1200" dirty="0"/>
            <a:t>Target Label Encoding </a:t>
          </a:r>
          <a:endParaRPr lang="en-US" sz="2200" b="1" kern="1200" dirty="0"/>
        </a:p>
      </dsp:txBody>
      <dsp:txXfrm>
        <a:off x="841439" y="3130"/>
        <a:ext cx="4732020" cy="728518"/>
      </dsp:txXfrm>
    </dsp:sp>
    <dsp:sp modelId="{0A06CC47-B981-45C2-A94F-BF6AF14E987E}">
      <dsp:nvSpPr>
        <dsp:cNvPr id="0" name=""/>
        <dsp:cNvSpPr/>
      </dsp:nvSpPr>
      <dsp:spPr>
        <a:xfrm>
          <a:off x="5573459" y="3130"/>
          <a:ext cx="4941318"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488950">
            <a:lnSpc>
              <a:spcPct val="100000"/>
            </a:lnSpc>
            <a:spcBef>
              <a:spcPct val="0"/>
            </a:spcBef>
            <a:spcAft>
              <a:spcPct val="35000"/>
            </a:spcAft>
            <a:buNone/>
          </a:pPr>
          <a:r>
            <a:rPr lang="en-GB" sz="1100" kern="1200" dirty="0">
              <a:latin typeface="+mn-lt"/>
              <a:ea typeface="Yu Gothic UI Semilight" panose="020B0400000000000000" pitchFamily="34" charset="-128"/>
            </a:rPr>
            <a:t>The </a:t>
          </a:r>
          <a:r>
            <a:rPr lang="en-GB" sz="1100" b="1" kern="1200" dirty="0">
              <a:latin typeface="+mn-lt"/>
              <a:ea typeface="Yu Gothic UI Semilight" panose="020B0400000000000000" pitchFamily="34" charset="-128"/>
            </a:rPr>
            <a:t>smokes</a:t>
          </a:r>
          <a:r>
            <a:rPr lang="en-GB" sz="1100" kern="1200" dirty="0">
              <a:latin typeface="+mn-lt"/>
              <a:ea typeface="Yu Gothic UI Semilight" panose="020B0400000000000000" pitchFamily="34" charset="-128"/>
            </a:rPr>
            <a:t> column contains several categories aside from no smoker status. We will convert these into a binary label: users who answered no will be labelled as non-smokers, while all other responses will be labelled as smokers. This will create a clearer distinction for the classification.</a:t>
          </a:r>
          <a:endParaRPr lang="en-US" sz="1100" kern="1200" dirty="0">
            <a:latin typeface="+mn-lt"/>
            <a:ea typeface="Yu Gothic UI Semilight" panose="020B0400000000000000" pitchFamily="34" charset="-128"/>
          </a:endParaRPr>
        </a:p>
      </dsp:txBody>
      <dsp:txXfrm>
        <a:off x="5573459" y="3130"/>
        <a:ext cx="4941318" cy="728518"/>
      </dsp:txXfrm>
    </dsp:sp>
    <dsp:sp modelId="{591D4A88-298A-4D98-96CD-F862B39A61F4}">
      <dsp:nvSpPr>
        <dsp:cNvPr id="0" name=""/>
        <dsp:cNvSpPr/>
      </dsp:nvSpPr>
      <dsp:spPr>
        <a:xfrm>
          <a:off x="0" y="913778"/>
          <a:ext cx="10515601" cy="728518"/>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85D6B5-9009-4A8F-A5A1-4E0EDB8CFC6E}">
      <dsp:nvSpPr>
        <dsp:cNvPr id="0" name=""/>
        <dsp:cNvSpPr/>
      </dsp:nvSpPr>
      <dsp:spPr>
        <a:xfrm>
          <a:off x="220376" y="1077695"/>
          <a:ext cx="400685" cy="40068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001468-A7D8-450C-918D-8DC7DCD6DC2D}">
      <dsp:nvSpPr>
        <dsp:cNvPr id="0" name=""/>
        <dsp:cNvSpPr/>
      </dsp:nvSpPr>
      <dsp:spPr>
        <a:xfrm>
          <a:off x="841439" y="913778"/>
          <a:ext cx="4732020"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977900">
            <a:lnSpc>
              <a:spcPct val="100000"/>
            </a:lnSpc>
            <a:spcBef>
              <a:spcPct val="0"/>
            </a:spcBef>
            <a:spcAft>
              <a:spcPct val="35000"/>
            </a:spcAft>
            <a:buNone/>
          </a:pPr>
          <a:r>
            <a:rPr lang="en-GB" sz="2200" b="1" i="0" kern="1200" dirty="0"/>
            <a:t>Train-test Split</a:t>
          </a:r>
          <a:endParaRPr lang="en-US" sz="2200" kern="1200" dirty="0"/>
        </a:p>
      </dsp:txBody>
      <dsp:txXfrm>
        <a:off x="841439" y="913778"/>
        <a:ext cx="4732020" cy="728518"/>
      </dsp:txXfrm>
    </dsp:sp>
    <dsp:sp modelId="{13BF9963-FC3D-40C6-B594-46E1D79DA245}">
      <dsp:nvSpPr>
        <dsp:cNvPr id="0" name=""/>
        <dsp:cNvSpPr/>
      </dsp:nvSpPr>
      <dsp:spPr>
        <a:xfrm>
          <a:off x="5573459" y="913778"/>
          <a:ext cx="4941318"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488950">
            <a:lnSpc>
              <a:spcPct val="100000"/>
            </a:lnSpc>
            <a:spcBef>
              <a:spcPct val="0"/>
            </a:spcBef>
            <a:spcAft>
              <a:spcPct val="35000"/>
            </a:spcAft>
            <a:buNone/>
          </a:pPr>
          <a:r>
            <a:rPr lang="en-GB" sz="1100" b="0" i="0" kern="1200" dirty="0">
              <a:latin typeface="+mn-lt"/>
              <a:ea typeface="Yu Gothic UI Semilight" panose="020B0400000000000000" pitchFamily="34" charset="-128"/>
            </a:rPr>
            <a:t>We will split the data into features (X) and labels (Y), before using a </a:t>
          </a:r>
          <a:r>
            <a:rPr lang="en-GB" sz="1100" b="0" i="0" kern="1200" dirty="0" err="1">
              <a:latin typeface="+mn-lt"/>
              <a:ea typeface="Yu Gothic UI Semilight" panose="020B0400000000000000" pitchFamily="34" charset="-128"/>
            </a:rPr>
            <a:t>train_test_split</a:t>
          </a:r>
          <a:r>
            <a:rPr lang="en-GB" sz="1100" b="0" i="0" kern="1200" dirty="0">
              <a:latin typeface="+mn-lt"/>
              <a:ea typeface="Yu Gothic UI Semilight" panose="020B0400000000000000" pitchFamily="34" charset="-128"/>
            </a:rPr>
            <a:t> to split the clean dataset into training and validation sets. This is done before encoding and standardising to prevent data leakage.</a:t>
          </a:r>
          <a:endParaRPr lang="en-US" sz="1100" kern="1200" dirty="0">
            <a:latin typeface="+mn-lt"/>
            <a:ea typeface="Yu Gothic UI Semilight" panose="020B0400000000000000" pitchFamily="34" charset="-128"/>
          </a:endParaRPr>
        </a:p>
      </dsp:txBody>
      <dsp:txXfrm>
        <a:off x="5573459" y="913778"/>
        <a:ext cx="4941318" cy="728518"/>
      </dsp:txXfrm>
    </dsp:sp>
    <dsp:sp modelId="{E95796B8-CB4A-44F8-ACBF-9F41AF6F350E}">
      <dsp:nvSpPr>
        <dsp:cNvPr id="0" name=""/>
        <dsp:cNvSpPr/>
      </dsp:nvSpPr>
      <dsp:spPr>
        <a:xfrm>
          <a:off x="0" y="1824427"/>
          <a:ext cx="10515601" cy="728518"/>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CF4D80-84DA-4FB4-88D1-E9E82A9F2EBF}">
      <dsp:nvSpPr>
        <dsp:cNvPr id="0" name=""/>
        <dsp:cNvSpPr/>
      </dsp:nvSpPr>
      <dsp:spPr>
        <a:xfrm>
          <a:off x="220376" y="1988344"/>
          <a:ext cx="400685" cy="40068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4E4611-E3F0-41B6-9E5C-7D2555D3FB68}">
      <dsp:nvSpPr>
        <dsp:cNvPr id="0" name=""/>
        <dsp:cNvSpPr/>
      </dsp:nvSpPr>
      <dsp:spPr>
        <a:xfrm>
          <a:off x="841439" y="1824427"/>
          <a:ext cx="4732020"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977900">
            <a:lnSpc>
              <a:spcPct val="100000"/>
            </a:lnSpc>
            <a:spcBef>
              <a:spcPct val="0"/>
            </a:spcBef>
            <a:spcAft>
              <a:spcPct val="35000"/>
            </a:spcAft>
            <a:buNone/>
          </a:pPr>
          <a:r>
            <a:rPr lang="en-GB" sz="2200" b="1" i="0" kern="1200" dirty="0"/>
            <a:t>One-Hot Encoding</a:t>
          </a:r>
          <a:endParaRPr lang="en-US" sz="2200" kern="1200" dirty="0"/>
        </a:p>
      </dsp:txBody>
      <dsp:txXfrm>
        <a:off x="841439" y="1824427"/>
        <a:ext cx="4732020" cy="728518"/>
      </dsp:txXfrm>
    </dsp:sp>
    <dsp:sp modelId="{207F25EA-76C1-4FC2-A295-FF5F7249C1D4}">
      <dsp:nvSpPr>
        <dsp:cNvPr id="0" name=""/>
        <dsp:cNvSpPr/>
      </dsp:nvSpPr>
      <dsp:spPr>
        <a:xfrm>
          <a:off x="5573459" y="1824427"/>
          <a:ext cx="4941318"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488950">
            <a:lnSpc>
              <a:spcPct val="100000"/>
            </a:lnSpc>
            <a:spcBef>
              <a:spcPct val="0"/>
            </a:spcBef>
            <a:spcAft>
              <a:spcPct val="35000"/>
            </a:spcAft>
            <a:buNone/>
          </a:pPr>
          <a:r>
            <a:rPr lang="en-GB" sz="1100" kern="1200" dirty="0"/>
            <a:t>For our categorical features, we will be using one-hot encoding to convert the features into a format that the machine learning algorithms can interpret.</a:t>
          </a:r>
          <a:endParaRPr lang="en-US" sz="1100" kern="1200" dirty="0"/>
        </a:p>
      </dsp:txBody>
      <dsp:txXfrm>
        <a:off x="5573459" y="1824427"/>
        <a:ext cx="4941318" cy="728518"/>
      </dsp:txXfrm>
    </dsp:sp>
    <dsp:sp modelId="{D39E7134-0899-4778-AA52-AD38D575CE2F}">
      <dsp:nvSpPr>
        <dsp:cNvPr id="0" name=""/>
        <dsp:cNvSpPr/>
      </dsp:nvSpPr>
      <dsp:spPr>
        <a:xfrm>
          <a:off x="0" y="2735075"/>
          <a:ext cx="10515601" cy="728518"/>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79F01F7-0898-4489-A103-3CFBAD58B283}">
      <dsp:nvSpPr>
        <dsp:cNvPr id="0" name=""/>
        <dsp:cNvSpPr/>
      </dsp:nvSpPr>
      <dsp:spPr>
        <a:xfrm>
          <a:off x="220376" y="2898992"/>
          <a:ext cx="400685" cy="40068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4E2CDE-0BB6-47C4-B536-CF16F3FF1ED4}">
      <dsp:nvSpPr>
        <dsp:cNvPr id="0" name=""/>
        <dsp:cNvSpPr/>
      </dsp:nvSpPr>
      <dsp:spPr>
        <a:xfrm>
          <a:off x="841439" y="2735075"/>
          <a:ext cx="4732020"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977900">
            <a:lnSpc>
              <a:spcPct val="100000"/>
            </a:lnSpc>
            <a:spcBef>
              <a:spcPct val="0"/>
            </a:spcBef>
            <a:spcAft>
              <a:spcPct val="35000"/>
            </a:spcAft>
            <a:buNone/>
          </a:pPr>
          <a:r>
            <a:rPr lang="en-GB" sz="2200" b="1" i="0" kern="1200" dirty="0"/>
            <a:t>Standardisation</a:t>
          </a:r>
          <a:endParaRPr lang="en-US" sz="2200" kern="1200" dirty="0"/>
        </a:p>
      </dsp:txBody>
      <dsp:txXfrm>
        <a:off x="841439" y="2735075"/>
        <a:ext cx="4732020" cy="728518"/>
      </dsp:txXfrm>
    </dsp:sp>
    <dsp:sp modelId="{31B96AEB-6F14-4E85-9147-2DB06D2B3421}">
      <dsp:nvSpPr>
        <dsp:cNvPr id="0" name=""/>
        <dsp:cNvSpPr/>
      </dsp:nvSpPr>
      <dsp:spPr>
        <a:xfrm>
          <a:off x="5573459" y="2735075"/>
          <a:ext cx="4941318" cy="7285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7102" tIns="77102" rIns="77102" bIns="77102" numCol="1" spcCol="1270" anchor="ctr" anchorCtr="0">
          <a:noAutofit/>
        </a:bodyPr>
        <a:lstStyle/>
        <a:p>
          <a:pPr marL="0" lvl="0" indent="0" algn="l" defTabSz="488950">
            <a:lnSpc>
              <a:spcPct val="100000"/>
            </a:lnSpc>
            <a:spcBef>
              <a:spcPct val="0"/>
            </a:spcBef>
            <a:spcAft>
              <a:spcPct val="35000"/>
            </a:spcAft>
            <a:buNone/>
          </a:pPr>
          <a:r>
            <a:rPr lang="en-GB" sz="1100" b="0" i="0" kern="1200"/>
            <a:t>Because logistic regression models are sensitive to feature scale, we will create a standardised set of feature data. This helps the model learn more effectively and will improve convergence and performance.</a:t>
          </a:r>
          <a:endParaRPr lang="en-US" sz="1100" kern="1200"/>
        </a:p>
      </dsp:txBody>
      <dsp:txXfrm>
        <a:off x="5573459" y="2735075"/>
        <a:ext cx="4941318" cy="72851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247E96-070B-4744-96B3-E1F97A845C9F}">
      <dsp:nvSpPr>
        <dsp:cNvPr id="0" name=""/>
        <dsp:cNvSpPr/>
      </dsp:nvSpPr>
      <dsp:spPr>
        <a:xfrm>
          <a:off x="0" y="0"/>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4A25E5-C31E-4F51-977B-29908E4DED60}">
      <dsp:nvSpPr>
        <dsp:cNvPr id="0" name=""/>
        <dsp:cNvSpPr/>
      </dsp:nvSpPr>
      <dsp:spPr>
        <a:xfrm>
          <a:off x="0" y="0"/>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Q1</a:t>
          </a:r>
        </a:p>
      </dsp:txBody>
      <dsp:txXfrm>
        <a:off x="0" y="0"/>
        <a:ext cx="968692" cy="1350962"/>
      </dsp:txXfrm>
    </dsp:sp>
    <dsp:sp modelId="{E375414F-0076-4C00-857D-10F60768B5A1}">
      <dsp:nvSpPr>
        <dsp:cNvPr id="0" name=""/>
        <dsp:cNvSpPr/>
      </dsp:nvSpPr>
      <dsp:spPr>
        <a:xfrm>
          <a:off x="1041344" y="61347"/>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schemeClr val="tx1"/>
              </a:solidFill>
              <a:latin typeface="Yu Gothic UI Semilight" panose="020B0400000000000000" pitchFamily="34" charset="-128"/>
              <a:ea typeface="+mn-ea"/>
              <a:cs typeface="+mn-cs"/>
            </a:rPr>
            <a:t>Market Research</a:t>
          </a:r>
        </a:p>
      </dsp:txBody>
      <dsp:txXfrm>
        <a:off x="1041344" y="61347"/>
        <a:ext cx="3802117" cy="1226948"/>
      </dsp:txXfrm>
    </dsp:sp>
    <dsp:sp modelId="{A71BDFB5-6117-4C8B-8D80-B6049D42BB45}">
      <dsp:nvSpPr>
        <dsp:cNvPr id="0" name=""/>
        <dsp:cNvSpPr/>
      </dsp:nvSpPr>
      <dsp:spPr>
        <a:xfrm>
          <a:off x="968692" y="1288295"/>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0466FBD4-672A-478D-B685-49046823EBFF}">
      <dsp:nvSpPr>
        <dsp:cNvPr id="0" name=""/>
        <dsp:cNvSpPr/>
      </dsp:nvSpPr>
      <dsp:spPr>
        <a:xfrm>
          <a:off x="0" y="1350962"/>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E1F8E-D743-4045-8E99-EDACF531D229}">
      <dsp:nvSpPr>
        <dsp:cNvPr id="0" name=""/>
        <dsp:cNvSpPr/>
      </dsp:nvSpPr>
      <dsp:spPr>
        <a:xfrm>
          <a:off x="0" y="1350962"/>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Q2</a:t>
          </a:r>
        </a:p>
      </dsp:txBody>
      <dsp:txXfrm>
        <a:off x="0" y="1350962"/>
        <a:ext cx="968692" cy="1350962"/>
      </dsp:txXfrm>
    </dsp:sp>
    <dsp:sp modelId="{8F8B6AF1-ABF7-490E-91F4-D9BF1971E612}">
      <dsp:nvSpPr>
        <dsp:cNvPr id="0" name=""/>
        <dsp:cNvSpPr/>
      </dsp:nvSpPr>
      <dsp:spPr>
        <a:xfrm>
          <a:off x="1041344" y="1412309"/>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Development</a:t>
          </a:r>
        </a:p>
      </dsp:txBody>
      <dsp:txXfrm>
        <a:off x="1041344" y="1412309"/>
        <a:ext cx="3802117" cy="1226948"/>
      </dsp:txXfrm>
    </dsp:sp>
    <dsp:sp modelId="{ED686FDA-E1A9-411A-922C-3304600C1C77}">
      <dsp:nvSpPr>
        <dsp:cNvPr id="0" name=""/>
        <dsp:cNvSpPr/>
      </dsp:nvSpPr>
      <dsp:spPr>
        <a:xfrm>
          <a:off x="968692" y="2639258"/>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B28246E4-7BC5-45AF-BA42-DDBC1C2C2E2A}">
      <dsp:nvSpPr>
        <dsp:cNvPr id="0" name=""/>
        <dsp:cNvSpPr/>
      </dsp:nvSpPr>
      <dsp:spPr>
        <a:xfrm>
          <a:off x="0" y="2701925"/>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43B8C-4525-4765-A713-E2F4D7D955D2}">
      <dsp:nvSpPr>
        <dsp:cNvPr id="0" name=""/>
        <dsp:cNvSpPr/>
      </dsp:nvSpPr>
      <dsp:spPr>
        <a:xfrm>
          <a:off x="0" y="2701925"/>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Q3</a:t>
          </a:r>
        </a:p>
      </dsp:txBody>
      <dsp:txXfrm>
        <a:off x="0" y="2701925"/>
        <a:ext cx="968692" cy="1350962"/>
      </dsp:txXfrm>
    </dsp:sp>
    <dsp:sp modelId="{9A0947CA-0828-427D-806E-BCC9C040AB48}">
      <dsp:nvSpPr>
        <dsp:cNvPr id="0" name=""/>
        <dsp:cNvSpPr/>
      </dsp:nvSpPr>
      <dsp:spPr>
        <a:xfrm>
          <a:off x="1041344" y="2763272"/>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sp:txBody>
      <dsp:txXfrm>
        <a:off x="1041344" y="2763272"/>
        <a:ext cx="3802117" cy="1226948"/>
      </dsp:txXfrm>
    </dsp:sp>
    <dsp:sp modelId="{58AEF715-538E-4FCF-B500-3EDFACBD68A6}">
      <dsp:nvSpPr>
        <dsp:cNvPr id="0" name=""/>
        <dsp:cNvSpPr/>
      </dsp:nvSpPr>
      <dsp:spPr>
        <a:xfrm>
          <a:off x="968692" y="3990220"/>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27ACEE2A-FEF4-404F-AB64-BBA8B44105A3}">
      <dsp:nvSpPr>
        <dsp:cNvPr id="0" name=""/>
        <dsp:cNvSpPr/>
      </dsp:nvSpPr>
      <dsp:spPr>
        <a:xfrm>
          <a:off x="0" y="4052887"/>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4391C42-C7D3-4D68-8573-85CF435773EE}">
      <dsp:nvSpPr>
        <dsp:cNvPr id="0" name=""/>
        <dsp:cNvSpPr/>
      </dsp:nvSpPr>
      <dsp:spPr>
        <a:xfrm>
          <a:off x="0" y="4052887"/>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Q4</a:t>
          </a:r>
        </a:p>
      </dsp:txBody>
      <dsp:txXfrm>
        <a:off x="0" y="4052887"/>
        <a:ext cx="968692" cy="1350962"/>
      </dsp:txXfrm>
    </dsp:sp>
    <dsp:sp modelId="{2FEB345E-D9F3-4461-A6C6-B047D3390664}">
      <dsp:nvSpPr>
        <dsp:cNvPr id="0" name=""/>
        <dsp:cNvSpPr/>
      </dsp:nvSpPr>
      <dsp:spPr>
        <a:xfrm>
          <a:off x="1041344" y="4114234"/>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sp:txBody>
      <dsp:txXfrm>
        <a:off x="1041344" y="4114234"/>
        <a:ext cx="3802117" cy="1226948"/>
      </dsp:txXfrm>
    </dsp:sp>
    <dsp:sp modelId="{E6365EE9-1704-48EE-8A92-5D8EA459D769}">
      <dsp:nvSpPr>
        <dsp:cNvPr id="0" name=""/>
        <dsp:cNvSpPr/>
      </dsp:nvSpPr>
      <dsp:spPr>
        <a:xfrm>
          <a:off x="968692" y="5341183"/>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26/layout/TextCardShortLine">
  <dgm:title val=""/>
  <dgm:desc val=""/>
  <dgm:catLst>
    <dgm:cat type="textcard" pri="104"/>
  </dgm:catLst>
  <dgm:sampData>
    <dgm:dataModel>
      <dgm:ptLst>
        <dgm:pt modelId="0" type="doc"/>
        <dgm:pt modelId="10">
          <dgm:prSet phldrT="Title" phldr="1"/>
        </dgm:pt>
        <dgm:pt modelId="11">
          <dgm:prSet phldrT="Description" phldr="1"/>
        </dgm:pt>
        <dgm:pt modelId="20">
          <dgm:prSet phldrT="Title" phldr="1"/>
        </dgm:pt>
        <dgm:pt modelId="21">
          <dgm:prSet phldrT="Description" phldr="1"/>
        </dgm:pt>
        <dgm:pt modelId="30">
          <dgm:prSet phldrT="Title" phldr="1"/>
        </dgm:pt>
        <dgm:pt modelId="31">
          <dgm:prSet phldrT="Description" phldr="1"/>
        </dgm:pt>
      </dgm:ptLst>
      <dgm:cxnLst>
        <dgm:cxn modelId="100" srcId="0" destId="10" srcOrd="0" destOrd="0"/>
        <dgm:cxn modelId="101" srcId="10" destId="11" srcOrd="0" destOrd="0"/>
        <dgm:cxn modelId="102" srcId="0" destId="20" srcOrd="1" destOrd="0"/>
        <dgm:cxn modelId="103" srcId="20" destId="21" srcOrd="0" destOrd="0"/>
        <dgm:cxn modelId="104" srcId="0" destId="30" srcOrd="2" destOrd="0"/>
        <dgm:cxn modelId="105" srcId="30" destId="31" srcOrd="0" destOrd="0"/>
      </dgm:cxn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choose name="RowBalLTR">
          <dgm:if name="RB1" axis="ch" ptType="node" func="cnt" op="lte" val="4">
            <dgm:alg type="snake">
              <dgm:param type="grDir" val="tL"/>
              <dgm:param type="flowDir" val="row"/>
              <dgm:param type="contDir" val="sameDir"/>
              <dgm:param type="off" val="off"/>
              <dgm:param type="vertAlign" val="mid"/>
              <dgm:param type="horzAlign" val="ctr"/>
            </dgm:alg>
          </dgm:if>
          <dgm:else name="RB2">
            <dgm:alg type="snake">
              <dgm:param type="grDir" val="tL"/>
              <dgm:param type="flowDir" val="row"/>
              <dgm:param type="contDir" val="sameDir"/>
              <dgm:param type="off" val="off"/>
              <dgm:param type="vertAlign" val="mid"/>
              <dgm:param type="horzAlign" val="ctr"/>
              <dgm:param type="bkpt" val="bal"/>
            </dgm:alg>
          </dgm:else>
        </dgm:choose>
      </dgm:if>
      <dgm:else name="Name2">
        <dgm:choose name="RowBalRTL">
          <dgm:if name="RB3" axis="ch" ptType="node" func="cnt" op="lte" val="4">
            <dgm:alg type="snake">
              <dgm:param type="grDir" val="tR"/>
              <dgm:param type="flowDir" val="row"/>
              <dgm:param type="contDir" val="sameDir"/>
              <dgm:param type="off" val="off"/>
              <dgm:param type="vertAlign" val="mid"/>
              <dgm:param type="horzAlign" val="ctr"/>
            </dgm:alg>
          </dgm:if>
          <dgm:else name="RB4">
            <dgm:alg type="snake">
              <dgm:param type="grDir" val="tR"/>
              <dgm:param type="flowDir" val="row"/>
              <dgm:param type="contDir" val="sameDir"/>
              <dgm:param type="off" val="off"/>
              <dgm:param type="vertAlign" val="mid"/>
              <dgm:param type="horzAlign" val="ctr"/>
              <dgm:param type="bkpt" val="bal"/>
            </dgm:alg>
          </dgm:else>
        </dgm:choose>
      </dgm:else>
    </dgm:choose>
    <dgm:shape xmlns:r="http://schemas.openxmlformats.org/officeDocument/2006/relationships" r:blip="">
      <dgm:adjLst/>
    </dgm:shape>
    <dgm:presOf/>
    <dgm:choose name="Name3">
      <dgm:if name="Name4" axis="ch" ptType="node" func="cnt" op="lte" val="2">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 axis="ch" ptType="node" func="cnt" op="lte" val="3">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b" axis="ch" ptType="node" func="cnt" op="lte" val="4">
        <dgm:constrLst>
          <dgm:constr type="w" for="ch" forName="compNode" refType="w" fact="0.22"/>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6" axis="ch" ptType="node" func="cnt" op="lte" val="6">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else name="Name7">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else>
    </dgm:choose>
    <dgm:ruleLst>
      <dgm:rule type="h"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l" for="ch" forName="accentLine"/>
          <dgm:constr type="t" for="ch" forName="accentLine"/>
          <dgm:constr type="w" for="ch" forName="accentLine" refType="w" fact="0.22"/>
          <dgm:constr type="h" for="ch" forName="accentLine" refType="h" fact="0.012"/>
          <dgm:constr type="l" for="ch" forName="titleText"/>
          <dgm:constr type="t" for="ch" forName="titleText" refType="h" fact="0.083"/>
          <dgm:constr type="w" for="ch" forName="titleText" refType="w"/>
          <dgm:constr type="h" for="ch" forName="titleText" refType="h" fact="0.223"/>
          <dgm:constr type="l" for="ch" forName="bodyText"/>
          <dgm:constr type="t" for="ch" forName="bodyText" refType="h" fact="0.306"/>
          <dgm:constr type="w" for="ch" forName="bodyText" refType="w"/>
          <dgm:constr type="h" for="ch" forName="bodyText" refType="h" fact="0.694"/>
        </dgm:constrLst>
        <dgm:ruleLst/>
        <dgm:layoutNode name="accentLine" styleLbl="dkBgShp">
          <dgm:alg type="sp"/>
          <dgm:shape xmlns:r="http://schemas.openxmlformats.org/officeDocument/2006/relationships" type="rect" r:blip="">
            <dgm:adjLst/>
            <dgm:extLst>
              <a:ext uri="{B698B0E9-8C71-41B9-8309-B3DCBF30829C}">
                <dgm1612:spPr xmlns:dgm1612="http://schemas.microsoft.com/office/drawing/2016/12/diagram">
                  <a:solidFill>
                    <a:schemeClr val="accent1"/>
                  </a:solidFill>
                </dgm1612:spPr>
              </a:ext>
            </dgm:extLst>
          </dgm:shape>
          <dgm:presOf/>
          <dgm:constrLst/>
          <dgm:ruleLst/>
        </dgm:layoutNode>
        <dgm:layoutNode name="titleText" styleLbl="revTx">
          <dgm:varLst>
            <dgm:chMax val="0"/>
            <dgm:chPref val="0"/>
          </dgm:varLst>
          <dgm:alg type="tx">
            <dgm:param type="txAnchorVert" val="mid"/>
            <dgm:param type="parTxLTRAlign" val="l"/>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8" fact="NaN" max="NaN"/>
          </dgm:ruleLst>
        </dgm:layoutNode>
        <dgm:layoutNode name="bodyText" styleLbl="revTx">
          <dgm:varLst>
            <dgm:chMax val="0"/>
            <dgm:chPref val="0"/>
          </dgm:varLst>
          <dgm:alg type="tx">
            <dgm:param type="txAnchorVert" val="t"/>
            <dgm:param type="parTxLTRAlign" val="l"/>
          </dgm:alg>
          <dgm:shape xmlns:r="http://schemas.openxmlformats.org/officeDocument/2006/relationships" type="rect" r:blip="">
            <dgm:adjLst/>
          </dgm:shape>
          <dgm:presOf axis="des" ptType="node"/>
          <dgm:constrLst>
            <dgm:constr type="lMarg"/>
            <dgm:constr type="rMarg"/>
            <dgm:constr type="tMarg"/>
            <dgm:constr type="bMarg"/>
          </dgm:constrLst>
          <dgm:ruleLst>
            <dgm:rule type="primFontSz" val="7"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4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8/27/2026</a:t>
            </a:fld>
            <a:endParaRPr lang="en-US"/>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8/27/2026</a:t>
            </a:fld>
            <a:endParaRPr lang="en-US"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68680" y="804672"/>
            <a:ext cx="10460736" cy="3255264"/>
          </a:xfrm>
        </p:spPr>
        <p:txBody>
          <a:bodyPr anchor="b">
            <a:noAutofit/>
          </a:bodyPr>
          <a:lstStyle>
            <a:lvl1pPr algn="ctr">
              <a:defRPr sz="7200" b="0">
                <a:solidFill>
                  <a:schemeClr val="accent1">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userDrawn="1">
            <p:ph type="body" sz="quarter" idx="13"/>
          </p:nvPr>
        </p:nvSpPr>
        <p:spPr>
          <a:xfrm>
            <a:off x="3081573" y="4526280"/>
            <a:ext cx="6028854" cy="914400"/>
          </a:xfrm>
        </p:spPr>
        <p:txBody>
          <a:bodyPr anchor="t">
            <a:normAutofit/>
          </a:bodyPr>
          <a:lstStyle>
            <a:lvl1pPr marL="0" indent="0" algn="ctr">
              <a:buNone/>
              <a:defRPr sz="1600" b="0" i="0" cap="all" spc="300" baseline="0">
                <a:solidFill>
                  <a:schemeClr val="accent1">
                    <a:lumMod val="20000"/>
                    <a:lumOff val="80000"/>
                  </a:schemeClr>
                </a:solidFill>
              </a:defRPr>
            </a:lvl1pPr>
          </a:lstStyle>
          <a:p>
            <a:pPr lvl="0"/>
            <a:r>
              <a:rPr lang="en-US" noProof="0"/>
              <a:t>Click to edit Master text styles</a:t>
            </a:r>
          </a:p>
        </p:txBody>
      </p:sp>
      <p:sp>
        <p:nvSpPr>
          <p:cNvPr id="21" name="Rectangle 20">
            <a:extLst>
              <a:ext uri="{FF2B5EF4-FFF2-40B4-BE49-F238E27FC236}">
                <a16:creationId xmlns:a16="http://schemas.microsoft.com/office/drawing/2014/main" id="{2123959E-C8AF-2C32-A4AC-D79C711CACEF}"/>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8" name="Group 47">
            <a:extLst>
              <a:ext uri="{FF2B5EF4-FFF2-40B4-BE49-F238E27FC236}">
                <a16:creationId xmlns:a16="http://schemas.microsoft.com/office/drawing/2014/main" id="{1991AA11-ABBF-BFA0-AACD-5E0262702116}"/>
              </a:ext>
            </a:extLst>
          </p:cNvPr>
          <p:cNvGrpSpPr/>
          <p:nvPr userDrawn="1"/>
        </p:nvGrpSpPr>
        <p:grpSpPr>
          <a:xfrm>
            <a:off x="6096000" y="327025"/>
            <a:ext cx="0" cy="6203950"/>
            <a:chOff x="6096000" y="327025"/>
            <a:chExt cx="0" cy="6203950"/>
          </a:xfrm>
        </p:grpSpPr>
        <p:cxnSp>
          <p:nvCxnSpPr>
            <p:cNvPr id="49" name="Straight Connector 48">
              <a:extLst>
                <a:ext uri="{FF2B5EF4-FFF2-40B4-BE49-F238E27FC236}">
                  <a16:creationId xmlns:a16="http://schemas.microsoft.com/office/drawing/2014/main" id="{8CB6BE39-5971-4916-1DD7-91D7C3F31234}"/>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CD84773-7D11-C9D4-A19C-4265A176EBAA}"/>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9" y="853333"/>
            <a:ext cx="4920342" cy="5151334"/>
          </a:xfrm>
        </p:spPr>
        <p:txBody>
          <a:bodyPr anchor="ctr"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EC2FAC39-06DA-FEF0-2302-B02B7C1CD3B1}"/>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9" name="Date Placeholder 3">
            <a:extLst>
              <a:ext uri="{FF2B5EF4-FFF2-40B4-BE49-F238E27FC236}">
                <a16:creationId xmlns:a16="http://schemas.microsoft.com/office/drawing/2014/main" id="{6244C766-4DBD-CE50-9374-1427F1FAE856}"/>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0B4AC9CD-0374-4BE7-8481-7982C4A3E9D1}" type="datetime1">
              <a:rPr lang="en-US" smtClean="0"/>
              <a:t>8/27/2026</a:t>
            </a:fld>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0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5151334"/>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8" name="Picture Placeholder 7">
            <a:extLst>
              <a:ext uri="{FF2B5EF4-FFF2-40B4-BE49-F238E27FC236}">
                <a16:creationId xmlns:a16="http://schemas.microsoft.com/office/drawing/2014/main" id="{402CFA45-BBBD-162A-70AD-0B375405784D}"/>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722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9154-5D3B-2CDD-4D46-FD8867EFC004}"/>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8" y="853333"/>
            <a:ext cx="4997631" cy="5151334"/>
          </a:xfrm>
        </p:spPr>
        <p:txBody>
          <a:bodyPr anchor="ctr" anchorCtr="0">
            <a:normAutofit/>
          </a:bodyPr>
          <a:lstStyle>
            <a:lvl1pPr marL="0" indent="0">
              <a:lnSpc>
                <a:spcPct val="100000"/>
              </a:lnSpc>
              <a:buFont typeface="Arial" panose="020B0604020202020204" pitchFamily="34" charset="0"/>
              <a:buNone/>
              <a:defRPr lang="en-US" sz="2000" kern="1200" dirty="0">
                <a:solidFill>
                  <a:schemeClr val="tx1"/>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024DDF44-6A4A-DA03-A8BE-598DC99E8900}"/>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3" name="Date Placeholder 3">
            <a:extLst>
              <a:ext uri="{FF2B5EF4-FFF2-40B4-BE49-F238E27FC236}">
                <a16:creationId xmlns:a16="http://schemas.microsoft.com/office/drawing/2014/main" id="{27F1B34D-5253-5267-DEAA-572BCF19BF8A}"/>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222400DF-651A-4479-9C74-9CDA47151016}" type="datetime1">
              <a:rPr lang="en-US" smtClean="0"/>
              <a:t>8/27/2026</a:t>
            </a:fld>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0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3939646"/>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Text Placeholder 14">
            <a:extLst>
              <a:ext uri="{FF2B5EF4-FFF2-40B4-BE49-F238E27FC236}">
                <a16:creationId xmlns:a16="http://schemas.microsoft.com/office/drawing/2014/main" id="{4F555129-A180-DABF-24A6-1FBDA958D770}"/>
              </a:ext>
            </a:extLst>
          </p:cNvPr>
          <p:cNvSpPr>
            <a:spLocks noGrp="1"/>
          </p:cNvSpPr>
          <p:nvPr>
            <p:ph type="body" sz="quarter" idx="13"/>
          </p:nvPr>
        </p:nvSpPr>
        <p:spPr>
          <a:xfrm>
            <a:off x="838199" y="5029200"/>
            <a:ext cx="4844143" cy="1169761"/>
          </a:xfrm>
        </p:spPr>
        <p:txBody>
          <a:bodyPr anchor="b">
            <a:normAutofit/>
          </a:bodyPr>
          <a:lstStyle>
            <a:lvl1pPr marL="0" indent="0" algn="l">
              <a:buNone/>
              <a:defRPr sz="1800" b="0" i="0" cap="all" spc="300" baseline="0">
                <a:solidFill>
                  <a:schemeClr val="accent1">
                    <a:lumMod val="20000"/>
                    <a:lumOff val="80000"/>
                  </a:schemeClr>
                </a:solidFill>
              </a:defRPr>
            </a:lvl1pPr>
          </a:lstStyle>
          <a:p>
            <a:pPr lvl="0"/>
            <a:r>
              <a:rPr lang="en-US" noProof="0"/>
              <a:t>Click to edit Master text styles</a:t>
            </a:r>
          </a:p>
        </p:txBody>
      </p:sp>
      <p:sp>
        <p:nvSpPr>
          <p:cNvPr id="5" name="Picture Placeholder 4">
            <a:extLst>
              <a:ext uri="{FF2B5EF4-FFF2-40B4-BE49-F238E27FC236}">
                <a16:creationId xmlns:a16="http://schemas.microsoft.com/office/drawing/2014/main" id="{7E309519-3E22-556C-E01C-12137A86C950}"/>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60000"/>
                <a:lumOff val="4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6933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567DDB1-50BA-053F-5044-13CD972E03B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E0F5E438-B3C9-C45F-E900-E6E1E3E8DB1B}"/>
              </a:ext>
            </a:extLst>
          </p:cNvPr>
          <p:cNvSpPr>
            <a:spLocks noGrp="1"/>
          </p:cNvSpPr>
          <p:nvPr>
            <p:ph sz="half" idx="13"/>
          </p:nvPr>
        </p:nvSpPr>
        <p:spPr>
          <a:xfrm>
            <a:off x="838200" y="3813681"/>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509656" y="850392"/>
            <a:ext cx="4844144" cy="5404104"/>
          </a:xfrm>
        </p:spPr>
        <p:txBody>
          <a:bodyPr>
            <a:normAutofit/>
          </a:bodyPr>
          <a:lstStyle>
            <a:lvl1pPr marL="0" indent="0">
              <a:lnSpc>
                <a:spcPct val="100000"/>
              </a:lnSpc>
              <a:buNone/>
              <a:defRPr sz="2400">
                <a:solidFill>
                  <a:schemeClr val="tx1"/>
                </a:solidFill>
              </a:defRPr>
            </a:lvl1pPr>
            <a:lvl2pPr marL="800100" indent="-342900">
              <a:lnSpc>
                <a:spcPct val="100000"/>
              </a:lnSpc>
              <a:buFont typeface="Arial" panose="020B0604020202020204" pitchFamily="34" charset="0"/>
              <a:buChar char="•"/>
              <a:defRPr sz="2400">
                <a:solidFill>
                  <a:schemeClr val="tx1"/>
                </a:solidFill>
              </a:defRPr>
            </a:lvl2pPr>
            <a:lvl3pPr marL="1257300" indent="-342900">
              <a:lnSpc>
                <a:spcPct val="100000"/>
              </a:lnSpc>
              <a:buFont typeface="Arial" panose="020B0604020202020204" pitchFamily="34" charset="0"/>
              <a:buChar char="•"/>
              <a:defRPr sz="2400">
                <a:solidFill>
                  <a:schemeClr val="tx1"/>
                </a:solidFill>
              </a:defRPr>
            </a:lvl3pPr>
            <a:lvl4pPr marL="1714500" indent="-342900">
              <a:lnSpc>
                <a:spcPct val="100000"/>
              </a:lnSpc>
              <a:buFont typeface="Arial" panose="020B0604020202020204" pitchFamily="34" charset="0"/>
              <a:buChar char="•"/>
              <a:defRPr sz="2400">
                <a:solidFill>
                  <a:schemeClr val="tx1"/>
                </a:solidFill>
              </a:defRPr>
            </a:lvl4pPr>
            <a:lvl5pPr marL="2171700" indent="-342900">
              <a:lnSpc>
                <a:spcPct val="100000"/>
              </a:lnSpc>
              <a:buFont typeface="Arial" panose="020B0604020202020204" pitchFamily="34" charset="0"/>
              <a:buChar char="•"/>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779B0408-F353-B756-0CA4-644E881D17F4}"/>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5" name="Date Placeholder 3">
            <a:extLst>
              <a:ext uri="{FF2B5EF4-FFF2-40B4-BE49-F238E27FC236}">
                <a16:creationId xmlns:a16="http://schemas.microsoft.com/office/drawing/2014/main" id="{AD520D91-492B-A641-A848-BEB3248265F5}"/>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1201FEBF-D140-4633-9B70-3A503CA61AD4}" type="datetime1">
              <a:rPr lang="en-US" smtClean="0"/>
              <a:t>8/27/2026</a:t>
            </a:fld>
            <a:endParaRPr lang="en-US" dirty="0"/>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1">
            <a:lumMod val="20000"/>
            <a:lumOff val="80000"/>
          </a:schemeClr>
        </a:solidFill>
        <a:effectLst/>
      </p:bgPr>
    </p:bg>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ACD9AFCA-1D1A-D583-A3C7-F086816A2315}"/>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4606A35E-DBB6-E5DF-F837-92E894DDB6D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3">
            <a:extLst>
              <a:ext uri="{FF2B5EF4-FFF2-40B4-BE49-F238E27FC236}">
                <a16:creationId xmlns:a16="http://schemas.microsoft.com/office/drawing/2014/main" id="{0899541C-E35F-E909-EAA3-7931F9A15E4A}"/>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
            <a:extLst>
              <a:ext uri="{FF2B5EF4-FFF2-40B4-BE49-F238E27FC236}">
                <a16:creationId xmlns:a16="http://schemas.microsoft.com/office/drawing/2014/main" id="{9DB7DBB6-A2E9-1B6C-7928-330959C46249}"/>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9" name="Footer Placeholder 4">
            <a:extLst>
              <a:ext uri="{FF2B5EF4-FFF2-40B4-BE49-F238E27FC236}">
                <a16:creationId xmlns:a16="http://schemas.microsoft.com/office/drawing/2014/main" id="{2D560E12-0714-B7BE-9ED4-842720026BED}"/>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0" indent="0">
              <a:lnSpc>
                <a:spcPct val="100000"/>
              </a:lnSpc>
              <a:buFont typeface="Arial" panose="020B0604020202020204" pitchFamily="34" charset="0"/>
              <a:buNone/>
              <a:defRPr lang="en-US" sz="2400" b="1" kern="1200" dirty="0">
                <a:solidFill>
                  <a:schemeClr val="accent3"/>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A0033C0F-A5E1-BC81-421E-44E417A29822}"/>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4" name="Date Placeholder 3">
            <a:extLst>
              <a:ext uri="{FF2B5EF4-FFF2-40B4-BE49-F238E27FC236}">
                <a16:creationId xmlns:a16="http://schemas.microsoft.com/office/drawing/2014/main" id="{AEBBC30C-0776-B059-2CBB-EE2982ECB7D2}"/>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B63BE472-3891-4216-B770-F52E53667131}" type="datetime1">
              <a:rPr lang="en-US" smtClean="0"/>
              <a:t>8/27/2026</a:t>
            </a:fld>
            <a:endParaRPr lang="en-US" dirty="0"/>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BE7B972-F1A2-D06A-182F-39D29608A679}"/>
              </a:ext>
            </a:extLst>
          </p:cNvPr>
          <p:cNvSpPr>
            <a:spLocks noGrp="1"/>
          </p:cNvSpPr>
          <p:nvPr>
            <p:ph sz="quarter" idx="13"/>
          </p:nvPr>
        </p:nvSpPr>
        <p:spPr>
          <a:xfrm>
            <a:off x="837521" y="3880757"/>
            <a:ext cx="4844142" cy="212316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7">
            <a:extLst>
              <a:ext uri="{FF2B5EF4-FFF2-40B4-BE49-F238E27FC236}">
                <a16:creationId xmlns:a16="http://schemas.microsoft.com/office/drawing/2014/main" id="{36484A33-80F1-829D-3F76-3176D5B8D516}"/>
              </a:ext>
            </a:extLst>
          </p:cNvPr>
          <p:cNvSpPr>
            <a:spLocks noGrp="1"/>
          </p:cNvSpPr>
          <p:nvPr>
            <p:ph sz="quarter" idx="16"/>
          </p:nvPr>
        </p:nvSpPr>
        <p:spPr>
          <a:xfrm>
            <a:off x="6509658" y="850392"/>
            <a:ext cx="4844142" cy="515353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E3E568F1-97D8-9686-E47A-F520BE6B136B}"/>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2" name="Date Placeholder 3">
            <a:extLst>
              <a:ext uri="{FF2B5EF4-FFF2-40B4-BE49-F238E27FC236}">
                <a16:creationId xmlns:a16="http://schemas.microsoft.com/office/drawing/2014/main" id="{274116E6-D006-0D1F-861D-2B50A4E1D5E4}"/>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92C9618A-2189-4802-BD34-F288EF802528}" type="datetime1">
              <a:rPr lang="en-US" smtClean="0"/>
              <a:t>8/27/2026</a:t>
            </a:fld>
            <a:endParaRPr lang="en-US" dirty="0"/>
          </a:p>
        </p:txBody>
      </p:sp>
    </p:spTree>
    <p:extLst>
      <p:ext uri="{BB962C8B-B14F-4D97-AF65-F5344CB8AC3E}">
        <p14:creationId xmlns:p14="http://schemas.microsoft.com/office/powerpoint/2010/main" val="2657380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accent3"/>
                </a:solidFill>
                <a:latin typeface="+mj-lt"/>
                <a:ea typeface="+mj-ea"/>
                <a:cs typeface="+mj-cs"/>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0AFDFBEE-19C9-1F3E-D9C5-CE7C9A3CDE11}"/>
              </a:ext>
            </a:extLst>
          </p:cNvPr>
          <p:cNvSpPr>
            <a:spLocks noGrp="1"/>
          </p:cNvSpPr>
          <p:nvPr>
            <p:ph sz="quarter" idx="14"/>
          </p:nvPr>
        </p:nvSpPr>
        <p:spPr>
          <a:xfrm>
            <a:off x="837520" y="2651758"/>
            <a:ext cx="10515601" cy="3466725"/>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4">
            <a:extLst>
              <a:ext uri="{FF2B5EF4-FFF2-40B4-BE49-F238E27FC236}">
                <a16:creationId xmlns:a16="http://schemas.microsoft.com/office/drawing/2014/main" id="{0694F3BC-3534-81A8-CF89-6C667BDFE3BA}"/>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DAD02BD2-09CD-274D-9F5F-AD0DCD9B1580}"/>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F9880A97-BB72-4C49-B020-C005FF9D43B4}" type="datetime1">
              <a:rPr lang="en-US" smtClean="0"/>
              <a:t>8/27/2026</a:t>
            </a:fld>
            <a:endParaRPr lang="en-US" dirty="0"/>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0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1704181" y="2167821"/>
            <a:ext cx="8783638" cy="2522359"/>
          </a:xfrm>
        </p:spPr>
        <p:txBody>
          <a:bodyPr anchor="ctr">
            <a:noAutofit/>
          </a:bodyPr>
          <a:lstStyle>
            <a:lvl1pPr algn="ctr">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Rectangle 2">
            <a:extLst>
              <a:ext uri="{FF2B5EF4-FFF2-40B4-BE49-F238E27FC236}">
                <a16:creationId xmlns:a16="http://schemas.microsoft.com/office/drawing/2014/main" id="{96DACFE4-8E78-B00D-57EB-B4DF9B274276}"/>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 name="Group 3">
            <a:extLst>
              <a:ext uri="{FF2B5EF4-FFF2-40B4-BE49-F238E27FC236}">
                <a16:creationId xmlns:a16="http://schemas.microsoft.com/office/drawing/2014/main" id="{EF81E591-3873-6FE4-95EB-DA604EDF9EBC}"/>
              </a:ext>
            </a:extLst>
          </p:cNvPr>
          <p:cNvGrpSpPr/>
          <p:nvPr userDrawn="1"/>
        </p:nvGrpSpPr>
        <p:grpSpPr>
          <a:xfrm>
            <a:off x="6096000" y="327025"/>
            <a:ext cx="0" cy="6203950"/>
            <a:chOff x="6096000" y="327025"/>
            <a:chExt cx="0" cy="6203950"/>
          </a:xfrm>
        </p:grpSpPr>
        <p:cxnSp>
          <p:nvCxnSpPr>
            <p:cNvPr id="5" name="Straight Connector 4">
              <a:extLst>
                <a:ext uri="{FF2B5EF4-FFF2-40B4-BE49-F238E27FC236}">
                  <a16:creationId xmlns:a16="http://schemas.microsoft.com/office/drawing/2014/main" id="{0A7C9956-6C25-EB39-6997-F949957C62D7}"/>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88B0979-92D8-B3DF-EEC8-6ACC5604FAFF}"/>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7">
            <a:extLst>
              <a:ext uri="{FF2B5EF4-FFF2-40B4-BE49-F238E27FC236}">
                <a16:creationId xmlns:a16="http://schemas.microsoft.com/office/drawing/2014/main" id="{0DA40DDB-ECC4-BF05-805D-56550EB8CB9B}"/>
              </a:ext>
            </a:extLst>
          </p:cNvPr>
          <p:cNvSpPr>
            <a:spLocks noGrp="1"/>
          </p:cNvSpPr>
          <p:nvPr>
            <p:ph sz="quarter" idx="15"/>
          </p:nvPr>
        </p:nvSpPr>
        <p:spPr>
          <a:xfrm>
            <a:off x="837521" y="3813681"/>
            <a:ext cx="4844142" cy="2188317"/>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342900" indent="-342900">
              <a:lnSpc>
                <a:spcPct val="100000"/>
              </a:lnSpc>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1pPr>
            <a:lvl2pPr marL="347472"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2pPr>
            <a:lvl3pPr marL="731520" indent="-342900">
              <a:lnSpc>
                <a:spcPct val="100000"/>
              </a:lnSpc>
              <a:spcBef>
                <a:spcPts val="1000"/>
              </a:spcBef>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3pPr>
            <a:lvl4pPr marL="731520"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4pPr>
            <a:lvl5pPr marL="1097280" indent="-342900">
              <a:lnSpc>
                <a:spcPct val="100000"/>
              </a:lnSpc>
              <a:spcBef>
                <a:spcPts val="1000"/>
              </a:spcBef>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Footer Placeholder 4">
            <a:extLst>
              <a:ext uri="{FF2B5EF4-FFF2-40B4-BE49-F238E27FC236}">
                <a16:creationId xmlns:a16="http://schemas.microsoft.com/office/drawing/2014/main" id="{14585FEF-898A-BE20-0E49-7060E3A08DBE}"/>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0CAC8CAA-7BE1-C6AD-8CAA-7EF23C3F3856}"/>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8B1E16E5-E5E5-4583-9AF7-83D9607A8145}" type="datetime1">
              <a:rPr lang="en-US" smtClean="0"/>
              <a:t>8/27/2026</a:t>
            </a:fld>
            <a:endParaRPr lang="en-US" dirty="0"/>
          </a:p>
        </p:txBody>
      </p:sp>
    </p:spTree>
    <p:extLst>
      <p:ext uri="{BB962C8B-B14F-4D97-AF65-F5344CB8AC3E}">
        <p14:creationId xmlns:p14="http://schemas.microsoft.com/office/powerpoint/2010/main" val="31129725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754505" y="1013460"/>
            <a:ext cx="8682990" cy="2230802"/>
          </a:xfrm>
        </p:spPr>
        <p:txBody>
          <a:bodyPr anchor="b">
            <a:normAutofit/>
          </a:bodyPr>
          <a:lstStyle>
            <a:lvl1pPr algn="ctr">
              <a:defRPr sz="48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1754505" y="3429000"/>
            <a:ext cx="8682989" cy="2230802"/>
          </a:xfrm>
        </p:spPr>
        <p:txBody>
          <a:bodyPr anchor="t"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latin typeface="Yu Gothic UI Semilight" panose="020B0400000000000000" pitchFamily="34" charset="-128"/>
              </a:defRPr>
            </a:lvl1pPr>
          </a:lstStyle>
          <a:p>
            <a:fld id="{3CA3B387-33D3-4D27-BE27-9B85ACC6AC8A}" type="datetime1">
              <a:rPr lang="en-US" smtClean="0"/>
              <a:pPr/>
              <a:t>8/27/2026</a:t>
            </a:fld>
            <a:endParaRPr lang="en-US" dirty="0"/>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latin typeface="Yu Gothic UI Semilight" panose="020B0400000000000000" pitchFamily="34" charset="-128"/>
              </a:defRPr>
            </a:lvl1pPr>
          </a:lstStyle>
          <a:p>
            <a:endParaRPr lang="en-US" dirty="0"/>
          </a:p>
        </p:txBody>
      </p:sp>
      <p:sp>
        <p:nvSpPr>
          <p:cNvPr id="5" name="Rectangle 4">
            <a:extLst>
              <a:ext uri="{FF2B5EF4-FFF2-40B4-BE49-F238E27FC236}">
                <a16:creationId xmlns:a16="http://schemas.microsoft.com/office/drawing/2014/main" id="{BF608E0E-05B9-F221-80C3-04CA4E4ABA35}"/>
              </a:ext>
            </a:extLst>
          </p:cNvPr>
          <p:cNvSpPr/>
          <p:nvPr userDrawn="1"/>
        </p:nvSpPr>
        <p:spPr>
          <a:xfrm>
            <a:off x="361950" y="327025"/>
            <a:ext cx="11468100" cy="6203950"/>
          </a:xfrm>
          <a:prstGeom prst="rect">
            <a:avLst/>
          </a:prstGeom>
          <a:noFill/>
          <a:ln w="28575" cap="flat">
            <a:solidFill>
              <a:schemeClr val="accent3"/>
            </a:solidFill>
            <a:prstDash val="solid"/>
            <a:miter/>
          </a:ln>
        </p:spPr>
        <p:txBody>
          <a:bodyPr rtlCol="0" anchor="ctr"/>
          <a:lstStyle/>
          <a:p>
            <a:pPr algn="l"/>
            <a:endParaRPr lang="en-US" dirty="0">
              <a:latin typeface="Yu Gothic UI Semilight" panose="020B0400000000000000" pitchFamily="34" charset="-128"/>
            </a:endParaRPr>
          </a:p>
        </p:txBody>
      </p:sp>
      <p:grpSp>
        <p:nvGrpSpPr>
          <p:cNvPr id="45" name="Group 44">
            <a:extLst>
              <a:ext uri="{FF2B5EF4-FFF2-40B4-BE49-F238E27FC236}">
                <a16:creationId xmlns:a16="http://schemas.microsoft.com/office/drawing/2014/main" id="{0D2231DE-625E-E718-1111-43464C19E14D}"/>
              </a:ext>
            </a:extLst>
          </p:cNvPr>
          <p:cNvGrpSpPr/>
          <p:nvPr userDrawn="1"/>
        </p:nvGrpSpPr>
        <p:grpSpPr>
          <a:xfrm>
            <a:off x="6096000" y="327025"/>
            <a:ext cx="0" cy="6203950"/>
            <a:chOff x="6096000" y="327025"/>
            <a:chExt cx="0" cy="6203950"/>
          </a:xfrm>
        </p:grpSpPr>
        <p:cxnSp>
          <p:nvCxnSpPr>
            <p:cNvPr id="46" name="Straight Connector 45">
              <a:extLst>
                <a:ext uri="{FF2B5EF4-FFF2-40B4-BE49-F238E27FC236}">
                  <a16:creationId xmlns:a16="http://schemas.microsoft.com/office/drawing/2014/main" id="{DC307328-46EA-E83E-5BCB-1C57369D3ACD}"/>
                </a:ext>
              </a:extLst>
            </p:cNvPr>
            <p:cNvCxnSpPr>
              <a:cxnSpLocks/>
            </p:cNvCxnSpPr>
            <p:nvPr/>
          </p:nvCxnSpPr>
          <p:spPr>
            <a:xfrm flipV="1">
              <a:off x="6096000" y="6281057"/>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603F6C5-78F9-FA16-B62C-389A70997BE3}"/>
                </a:ext>
              </a:extLst>
            </p:cNvPr>
            <p:cNvCxnSpPr>
              <a:cxnSpLocks/>
            </p:cNvCxnSpPr>
            <p:nvPr/>
          </p:nvCxnSpPr>
          <p:spPr>
            <a:xfrm flipV="1">
              <a:off x="6096000" y="327025"/>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18" r:id="rId3"/>
    <p:sldLayoutId id="2147483712" r:id="rId4"/>
    <p:sldLayoutId id="2147483719" r:id="rId5"/>
    <p:sldLayoutId id="2147483705" r:id="rId6"/>
    <p:sldLayoutId id="2147483713" r:id="rId7"/>
    <p:sldLayoutId id="2147483699" r:id="rId8"/>
    <p:sldLayoutId id="2147483716" r:id="rId9"/>
    <p:sldLayoutId id="2147483702" r:id="rId10"/>
    <p:sldLayoutId id="2147483714" r:id="rId11"/>
    <p:sldLayoutId id="2147483720"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accent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Yu Gothic UI Semilight" panose="020B0400000000000000" pitchFamily="34" charset="-128"/>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Yu Gothic UI Semilight" panose="020B0400000000000000" pitchFamily="34" charset="-128"/>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Yu Gothic UI Semilight" panose="020B0400000000000000" pitchFamily="34" charset="-128"/>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1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0.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868680" y="804672"/>
            <a:ext cx="10460736" cy="3255264"/>
          </a:xfrm>
        </p:spPr>
        <p:txBody>
          <a:bodyPr anchor="b"/>
          <a:lstStyle/>
          <a:p>
            <a:r>
              <a:rPr lang="en-US" dirty="0" err="1"/>
              <a:t>OKCupid</a:t>
            </a:r>
            <a:r>
              <a:rPr lang="en-US" dirty="0"/>
              <a:t> – Machine Learning Analysis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3081573" y="4526280"/>
            <a:ext cx="6028854" cy="914400"/>
          </a:xfrm>
        </p:spPr>
        <p:txBody>
          <a:bodyPr vert="horz" lIns="91440" tIns="45720" rIns="91440" bIns="45720" rtlCol="0" anchor="t">
            <a:noAutofit/>
          </a:bodyPr>
          <a:lstStyle/>
          <a:p>
            <a:r>
              <a:rPr lang="en-US" dirty="0"/>
              <a:t>By Faatimah </a:t>
            </a:r>
            <a:r>
              <a:rPr lang="en-US" dirty="0" err="1"/>
              <a:t>majothi</a:t>
            </a:r>
            <a:endParaRPr lang="en-US" dirty="0"/>
          </a:p>
        </p:txBody>
      </p:sp>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838200" y="853334"/>
            <a:ext cx="4844142" cy="5151334"/>
          </a:xfrm>
          <a:noFill/>
        </p:spPr>
        <p:txBody>
          <a:bodyPr>
            <a:noAutofit/>
          </a:bodyPr>
          <a:lstStyle/>
          <a:p>
            <a:r>
              <a:rPr lang="en-US" dirty="0"/>
              <a:t>Introduction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03AA6D8-831B-8498-BA31-38792288C6AD}"/>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435195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33A463-AB57-6332-E6A2-A1A7AB3ED115}"/>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sz="1800" b="1" dirty="0"/>
              <a:t>“</a:t>
            </a:r>
            <a:r>
              <a:rPr lang="en-GB" sz="1800" b="1" kern="1200" cap="all" spc="300" dirty="0"/>
              <a:t>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a:t>
            </a:r>
            <a:br>
              <a:rPr lang="en-GB" sz="1800" b="1" kern="1200" cap="all" spc="300" dirty="0"/>
            </a:br>
            <a:br>
              <a:rPr lang="en-GB" sz="1800" b="1" kern="1200" cap="all" spc="300" dirty="0"/>
            </a:br>
            <a:r>
              <a:rPr lang="en-GB" sz="1800" b="1" kern="1200" cap="all" spc="300" dirty="0"/>
              <a:t>– </a:t>
            </a:r>
            <a:r>
              <a:rPr lang="en-GB" sz="1800" b="1" kern="1200" cap="all" spc="300" dirty="0" err="1"/>
              <a:t>Codecademy</a:t>
            </a:r>
            <a:endParaRPr lang="en-GB" sz="1800" dirty="0"/>
          </a:p>
        </p:txBody>
      </p:sp>
    </p:spTree>
    <p:extLst>
      <p:ext uri="{BB962C8B-B14F-4D97-AF65-F5344CB8AC3E}">
        <p14:creationId xmlns:p14="http://schemas.microsoft.com/office/powerpoint/2010/main" val="806335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838200" y="853333"/>
            <a:ext cx="4844143" cy="5151334"/>
          </a:xfrm>
          <a:noFill/>
        </p:spPr>
        <p:txBody>
          <a:bodyPr>
            <a:noAutofit/>
          </a:bodyPr>
          <a:lstStyle/>
          <a:p>
            <a:r>
              <a:rPr lang="en-US" dirty="0"/>
              <a:t>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455228" y="853333"/>
            <a:ext cx="4997631" cy="5151334"/>
          </a:xfrm>
          <a:noFill/>
        </p:spPr>
        <p:txBody>
          <a:bodyPr>
            <a:normAutofit/>
          </a:bodyPr>
          <a:lstStyle/>
          <a:p>
            <a:r>
              <a:rPr lang="en-GB" dirty="0" err="1"/>
              <a:t>OKCupid</a:t>
            </a:r>
            <a:r>
              <a:rPr lang="en-GB" dirty="0"/>
              <a:t> is an app that focuses on using multiple choice and short answers to match users. </a:t>
            </a:r>
          </a:p>
          <a:p>
            <a:r>
              <a:rPr lang="en-GB" dirty="0"/>
              <a:t>In this project, we used machine learning to predict whether a user is a smoker, based on profile details like age, interests, and lifestyle habits.</a:t>
            </a:r>
          </a:p>
          <a:p>
            <a:r>
              <a:rPr lang="en-GB" dirty="0"/>
              <a:t>We built and tested classification models to measure how well they predict smoker status.</a:t>
            </a:r>
          </a:p>
          <a:p>
            <a:r>
              <a:rPr lang="en-GB" dirty="0"/>
              <a:t>Our hypothesis was that user characteristics are not strong predictors of a lifestyle choice such as smoking.</a:t>
            </a:r>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4844143" cy="5151334"/>
          </a:xfrm>
          <a:noFill/>
        </p:spPr>
        <p:txBody>
          <a:bodyPr anchor="ctr">
            <a:noAutofit/>
          </a:bodyPr>
          <a:lstStyle/>
          <a:p>
            <a:r>
              <a:rPr lang="en-US" dirty="0"/>
              <a:t>Project Goals</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6455229" y="853333"/>
            <a:ext cx="4920342" cy="5151334"/>
          </a:xfrm>
          <a:noFill/>
        </p:spPr>
        <p:txBody>
          <a:bodyPr>
            <a:normAutofit/>
          </a:bodyPr>
          <a:lstStyle/>
          <a:p>
            <a:r>
              <a:rPr lang="en-US" dirty="0"/>
              <a:t>EDA</a:t>
            </a:r>
          </a:p>
          <a:p>
            <a:r>
              <a:rPr lang="en-US" dirty="0"/>
              <a:t>Data preprocessing</a:t>
            </a:r>
          </a:p>
          <a:p>
            <a:r>
              <a:rPr lang="en-US" dirty="0"/>
              <a:t>Model building</a:t>
            </a:r>
          </a:p>
          <a:p>
            <a:r>
              <a:rPr lang="en-US" dirty="0"/>
              <a:t>Model evaluation</a:t>
            </a:r>
          </a:p>
          <a:p>
            <a:r>
              <a:rPr lang="en-US" dirty="0"/>
              <a:t>Analysis</a:t>
            </a:r>
          </a:p>
        </p:txBody>
      </p:sp>
    </p:spTree>
    <p:extLst>
      <p:ext uri="{BB962C8B-B14F-4D97-AF65-F5344CB8AC3E}">
        <p14:creationId xmlns:p14="http://schemas.microsoft.com/office/powerpoint/2010/main" val="416955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20C57DFB-853A-F288-F2ED-562F44AF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3C892-83AE-EB96-2D22-452739D4C4F1}"/>
              </a:ext>
            </a:extLst>
          </p:cNvPr>
          <p:cNvSpPr>
            <a:spLocks noGrp="1"/>
          </p:cNvSpPr>
          <p:nvPr>
            <p:ph type="title"/>
          </p:nvPr>
        </p:nvSpPr>
        <p:spPr>
          <a:xfrm>
            <a:off x="838200" y="853334"/>
            <a:ext cx="4844142" cy="5151334"/>
          </a:xfrm>
          <a:noFill/>
        </p:spPr>
        <p:txBody>
          <a:bodyPr>
            <a:noAutofit/>
          </a:bodyPr>
          <a:lstStyle/>
          <a:p>
            <a:r>
              <a:rPr lang="en-US" dirty="0"/>
              <a:t>EDA</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EE8E274D-FD3D-2E8C-AC11-0CD6439C5D03}"/>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6" name="TextBox 5">
            <a:extLst>
              <a:ext uri="{FF2B5EF4-FFF2-40B4-BE49-F238E27FC236}">
                <a16:creationId xmlns:a16="http://schemas.microsoft.com/office/drawing/2014/main" id="{0D90D112-AA1E-0155-3D8D-0D3A14D62BBC}"/>
              </a:ext>
            </a:extLst>
          </p:cNvPr>
          <p:cNvSpPr txBox="1"/>
          <p:nvPr/>
        </p:nvSpPr>
        <p:spPr>
          <a:xfrm>
            <a:off x="838200" y="1656113"/>
            <a:ext cx="3438832" cy="369332"/>
          </a:xfrm>
          <a:prstGeom prst="rect">
            <a:avLst/>
          </a:prstGeom>
          <a:noFill/>
        </p:spPr>
        <p:txBody>
          <a:bodyPr wrap="square" rtlCol="0">
            <a:spAutoFit/>
          </a:bodyPr>
          <a:lstStyle/>
          <a:p>
            <a:r>
              <a:rPr lang="en-GB" dirty="0">
                <a:solidFill>
                  <a:schemeClr val="bg1"/>
                </a:solidFill>
                <a:latin typeface="+mj-lt"/>
              </a:rPr>
              <a:t>Exploratory Data Analysis</a:t>
            </a:r>
          </a:p>
        </p:txBody>
      </p:sp>
    </p:spTree>
    <p:extLst>
      <p:ext uri="{BB962C8B-B14F-4D97-AF65-F5344CB8AC3E}">
        <p14:creationId xmlns:p14="http://schemas.microsoft.com/office/powerpoint/2010/main" val="2045273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noFill/>
        </p:spPr>
        <p:txBody>
          <a:bodyPr>
            <a:noAutofit/>
          </a:bodyPr>
          <a:lstStyle/>
          <a:p>
            <a:r>
              <a:rPr lang="en-US" dirty="0"/>
              <a:t>The Dataset</a:t>
            </a:r>
          </a:p>
        </p:txBody>
      </p:sp>
      <p:graphicFrame>
        <p:nvGraphicFramePr>
          <p:cNvPr id="7" name="Content Placeholder 6">
            <a:extLst>
              <a:ext uri="{FF2B5EF4-FFF2-40B4-BE49-F238E27FC236}">
                <a16:creationId xmlns:a16="http://schemas.microsoft.com/office/drawing/2014/main" id="{74460F7A-8A38-25C4-1436-0290EE133467}"/>
              </a:ext>
            </a:extLst>
          </p:cNvPr>
          <p:cNvGraphicFramePr>
            <a:graphicFrameLocks noGrp="1"/>
          </p:cNvGraphicFramePr>
          <p:nvPr>
            <p:ph sz="quarter" idx="14"/>
            <p:extLst>
              <p:ext uri="{D42A27DB-BD31-4B8C-83A1-F6EECF244321}">
                <p14:modId xmlns:p14="http://schemas.microsoft.com/office/powerpoint/2010/main" val="2051198597"/>
              </p:ext>
            </p:extLst>
          </p:nvPr>
        </p:nvGraphicFramePr>
        <p:xfrm>
          <a:off x="838200" y="1828800"/>
          <a:ext cx="10515600" cy="4289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3777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87AFC-7491-BA18-5A7B-BA25883EAC60}"/>
              </a:ext>
            </a:extLst>
          </p:cNvPr>
          <p:cNvSpPr>
            <a:spLocks noGrp="1"/>
          </p:cNvSpPr>
          <p:nvPr>
            <p:ph type="title"/>
          </p:nvPr>
        </p:nvSpPr>
        <p:spPr>
          <a:xfrm>
            <a:off x="838198" y="853335"/>
            <a:ext cx="10515602" cy="702196"/>
          </a:xfrm>
        </p:spPr>
        <p:txBody>
          <a:bodyPr anchor="t">
            <a:normAutofit/>
          </a:bodyPr>
          <a:lstStyle/>
          <a:p>
            <a:r>
              <a:rPr lang="en-GB" dirty="0"/>
              <a:t>Numeric Data</a:t>
            </a:r>
          </a:p>
        </p:txBody>
      </p:sp>
      <p:pic>
        <p:nvPicPr>
          <p:cNvPr id="8" name="Content Placeholder 7">
            <a:extLst>
              <a:ext uri="{FF2B5EF4-FFF2-40B4-BE49-F238E27FC236}">
                <a16:creationId xmlns:a16="http://schemas.microsoft.com/office/drawing/2014/main" id="{779EC810-54E6-0AAC-80E1-24CD13137CDD}"/>
              </a:ext>
            </a:extLst>
          </p:cNvPr>
          <p:cNvPicPr>
            <a:picLocks noGrp="1" noChangeAspect="1"/>
          </p:cNvPicPr>
          <p:nvPr>
            <p:ph sz="quarter" idx="14"/>
          </p:nvPr>
        </p:nvPicPr>
        <p:blipFill>
          <a:blip r:embed="rId2"/>
          <a:stretch>
            <a:fillRect/>
          </a:stretch>
        </p:blipFill>
        <p:spPr>
          <a:xfrm>
            <a:off x="837520" y="2408631"/>
            <a:ext cx="10515601" cy="2576323"/>
          </a:xfrm>
          <a:prstGeom prst="rect">
            <a:avLst/>
          </a:prstGeom>
          <a:noFill/>
        </p:spPr>
      </p:pic>
      <p:sp>
        <p:nvSpPr>
          <p:cNvPr id="9" name="TextBox 8">
            <a:extLst>
              <a:ext uri="{FF2B5EF4-FFF2-40B4-BE49-F238E27FC236}">
                <a16:creationId xmlns:a16="http://schemas.microsoft.com/office/drawing/2014/main" id="{6C69919A-6C63-4E6E-AB7D-BFAA234C59B7}"/>
              </a:ext>
            </a:extLst>
          </p:cNvPr>
          <p:cNvSpPr txBox="1"/>
          <p:nvPr/>
        </p:nvSpPr>
        <p:spPr>
          <a:xfrm>
            <a:off x="837520" y="1658915"/>
            <a:ext cx="10515601" cy="646331"/>
          </a:xfrm>
          <a:prstGeom prst="rect">
            <a:avLst/>
          </a:prstGeom>
          <a:noFill/>
        </p:spPr>
        <p:txBody>
          <a:bodyPr wrap="square" rtlCol="0">
            <a:spAutoFit/>
          </a:bodyPr>
          <a:lstStyle/>
          <a:p>
            <a:pPr algn="ctr"/>
            <a:r>
              <a:rPr lang="en-GB" dirty="0">
                <a:latin typeface="Yu Gothic UI Semilight" panose="020B0400000000000000" pitchFamily="34" charset="-128"/>
              </a:rPr>
              <a:t>The numeric data in </a:t>
            </a:r>
            <a:r>
              <a:rPr lang="en-GB" sz="1600" dirty="0">
                <a:latin typeface="Courier New" panose="02070309020205020404" pitchFamily="49" charset="0"/>
                <a:cs typeface="Courier New" panose="02070309020205020404" pitchFamily="49" charset="0"/>
              </a:rPr>
              <a:t>profiles </a:t>
            </a:r>
            <a:r>
              <a:rPr lang="en-GB" dirty="0">
                <a:latin typeface="Yu Gothic UI Semilight" panose="020B0400000000000000" pitchFamily="34" charset="-128"/>
                <a:cs typeface="Courier New" panose="02070309020205020404" pitchFamily="49" charset="0"/>
              </a:rPr>
              <a:t>showed a diverse range of ages, heights and incomes. After removing outliers, we were left with the following distributions.</a:t>
            </a:r>
            <a:endParaRPr lang="en-GB"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5433B24-5BAA-70D9-1C1E-455E523BE609}"/>
              </a:ext>
            </a:extLst>
          </p:cNvPr>
          <p:cNvSpPr txBox="1"/>
          <p:nvPr/>
        </p:nvSpPr>
        <p:spPr>
          <a:xfrm>
            <a:off x="837520" y="4984954"/>
            <a:ext cx="10515601" cy="923330"/>
          </a:xfrm>
          <a:prstGeom prst="rect">
            <a:avLst/>
          </a:prstGeom>
          <a:noFill/>
        </p:spPr>
        <p:txBody>
          <a:bodyPr wrap="square" rtlCol="0">
            <a:spAutoFit/>
          </a:bodyPr>
          <a:lstStyle/>
          <a:p>
            <a:pPr algn="ctr"/>
            <a:r>
              <a:rPr lang="en-GB" dirty="0">
                <a:latin typeface="Yu Gothic UI Semilight" panose="020B0400000000000000" pitchFamily="34" charset="-128"/>
                <a:ea typeface="Yu Gothic UI Semilight" panose="020B0400000000000000" pitchFamily="34" charset="-128"/>
              </a:rPr>
              <a:t>For this project, we chose to focus on categorical features because machine learning models often struggle with datasets that mix categorical and numerical data, especially without extra preprocessing. Using only categorical features helped us avoid issues with data compatibility.</a:t>
            </a:r>
          </a:p>
        </p:txBody>
      </p:sp>
    </p:spTree>
    <p:extLst>
      <p:ext uri="{BB962C8B-B14F-4D97-AF65-F5344CB8AC3E}">
        <p14:creationId xmlns:p14="http://schemas.microsoft.com/office/powerpoint/2010/main" val="23653285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E8C53BA7-F730-DFCF-6A89-0F6FB2CA01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44E5B5-43F3-D220-781D-6CB998F93006}"/>
              </a:ext>
            </a:extLst>
          </p:cNvPr>
          <p:cNvSpPr>
            <a:spLocks noGrp="1"/>
          </p:cNvSpPr>
          <p:nvPr>
            <p:ph type="title"/>
          </p:nvPr>
        </p:nvSpPr>
        <p:spPr>
          <a:xfrm>
            <a:off x="838200" y="853333"/>
            <a:ext cx="4844143" cy="2792412"/>
          </a:xfrm>
        </p:spPr>
        <p:txBody>
          <a:bodyPr anchor="t">
            <a:normAutofit/>
          </a:bodyPr>
          <a:lstStyle/>
          <a:p>
            <a:r>
              <a:rPr lang="en-GB" dirty="0"/>
              <a:t>Categorical Data</a:t>
            </a:r>
          </a:p>
        </p:txBody>
      </p:sp>
      <p:sp>
        <p:nvSpPr>
          <p:cNvPr id="15" name="Content Placeholder 14">
            <a:extLst>
              <a:ext uri="{FF2B5EF4-FFF2-40B4-BE49-F238E27FC236}">
                <a16:creationId xmlns:a16="http://schemas.microsoft.com/office/drawing/2014/main" id="{FC228978-D101-2C07-4D08-C3810F93BD74}"/>
              </a:ext>
            </a:extLst>
          </p:cNvPr>
          <p:cNvSpPr>
            <a:spLocks noGrp="1"/>
          </p:cNvSpPr>
          <p:nvPr>
            <p:ph sz="half" idx="13"/>
          </p:nvPr>
        </p:nvSpPr>
        <p:spPr>
          <a:xfrm>
            <a:off x="838200" y="1816715"/>
            <a:ext cx="10515600" cy="2188317"/>
          </a:xfrm>
        </p:spPr>
        <p:txBody>
          <a:bodyPr>
            <a:normAutofit/>
          </a:bodyPr>
          <a:lstStyle/>
          <a:p>
            <a:pPr algn="ctr">
              <a:lnSpc>
                <a:spcPct val="90000"/>
              </a:lnSpc>
            </a:pPr>
            <a:r>
              <a:rPr lang="en-GB" dirty="0"/>
              <a:t>Some of the categorical columns, such as </a:t>
            </a:r>
            <a:r>
              <a:rPr lang="en-GB" b="1" dirty="0"/>
              <a:t>religion</a:t>
            </a:r>
            <a:r>
              <a:rPr lang="en-GB" dirty="0"/>
              <a:t> and </a:t>
            </a:r>
            <a:r>
              <a:rPr lang="en-GB" b="1" dirty="0"/>
              <a:t>sign</a:t>
            </a:r>
            <a:r>
              <a:rPr lang="en-GB" dirty="0"/>
              <a:t>, contained multiple responses that could be summarised into main categories. This was done as part of the EDA step rather than during preprocessing to make visualisations clearer.</a:t>
            </a:r>
          </a:p>
        </p:txBody>
      </p:sp>
      <p:pic>
        <p:nvPicPr>
          <p:cNvPr id="6" name="Content Placeholder 5">
            <a:extLst>
              <a:ext uri="{FF2B5EF4-FFF2-40B4-BE49-F238E27FC236}">
                <a16:creationId xmlns:a16="http://schemas.microsoft.com/office/drawing/2014/main" id="{B5379BBE-8DEC-3797-ABA6-92C4EB849BD5}"/>
              </a:ext>
            </a:extLst>
          </p:cNvPr>
          <p:cNvPicPr>
            <a:picLocks noGrp="1" noChangeAspect="1"/>
          </p:cNvPicPr>
          <p:nvPr>
            <p:ph sz="half" idx="2"/>
          </p:nvPr>
        </p:nvPicPr>
        <p:blipFill>
          <a:blip r:embed="rId2"/>
          <a:stretch>
            <a:fillRect/>
          </a:stretch>
        </p:blipFill>
        <p:spPr>
          <a:xfrm>
            <a:off x="1810194" y="3107210"/>
            <a:ext cx="8571612" cy="2828631"/>
          </a:xfrm>
          <a:prstGeom prst="rect">
            <a:avLst/>
          </a:prstGeom>
          <a:noFill/>
        </p:spPr>
      </p:pic>
    </p:spTree>
    <p:extLst>
      <p:ext uri="{BB962C8B-B14F-4D97-AF65-F5344CB8AC3E}">
        <p14:creationId xmlns:p14="http://schemas.microsoft.com/office/powerpoint/2010/main" val="4209162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94AD1A0C-5519-1552-74CB-6D102BCFA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C840FD-B062-7C77-27DA-BA5D849C122C}"/>
              </a:ext>
            </a:extLst>
          </p:cNvPr>
          <p:cNvSpPr>
            <a:spLocks noGrp="1"/>
          </p:cNvSpPr>
          <p:nvPr>
            <p:ph type="title"/>
          </p:nvPr>
        </p:nvSpPr>
        <p:spPr>
          <a:xfrm>
            <a:off x="838200" y="853333"/>
            <a:ext cx="4844143" cy="2792412"/>
          </a:xfrm>
        </p:spPr>
        <p:txBody>
          <a:bodyPr anchor="t">
            <a:normAutofit/>
          </a:bodyPr>
          <a:lstStyle/>
          <a:p>
            <a:r>
              <a:rPr lang="en-GB" dirty="0"/>
              <a:t>Target Label</a:t>
            </a:r>
          </a:p>
        </p:txBody>
      </p:sp>
      <p:pic>
        <p:nvPicPr>
          <p:cNvPr id="12" name="Picture Placeholder 11">
            <a:extLst>
              <a:ext uri="{FF2B5EF4-FFF2-40B4-BE49-F238E27FC236}">
                <a16:creationId xmlns:a16="http://schemas.microsoft.com/office/drawing/2014/main" id="{B1D7AA89-A550-3FF9-229A-9D15AC18C5BA}"/>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3529F921-331B-7055-5433-DEAC87D72A03}"/>
              </a:ext>
            </a:extLst>
          </p:cNvPr>
          <p:cNvSpPr>
            <a:spLocks noGrp="1"/>
          </p:cNvSpPr>
          <p:nvPr>
            <p:ph sz="half" idx="2"/>
          </p:nvPr>
        </p:nvSpPr>
        <p:spPr>
          <a:xfrm>
            <a:off x="810985" y="3429000"/>
            <a:ext cx="4898571" cy="2188317"/>
          </a:xfrm>
        </p:spPr>
        <p:txBody>
          <a:bodyPr>
            <a:normAutofit lnSpcReduction="10000"/>
          </a:bodyPr>
          <a:lstStyle/>
          <a:p>
            <a:r>
              <a:rPr lang="en-GB" dirty="0"/>
              <a:t>Analysis of the </a:t>
            </a:r>
            <a:r>
              <a:rPr lang="en-GB" b="1" dirty="0"/>
              <a:t>smoker</a:t>
            </a:r>
            <a:r>
              <a:rPr lang="en-GB" dirty="0"/>
              <a:t> column found that most of the users did not smoke, but some smoked conditionally. Since we wanted our models to predict solely whether a user was a smoker or a non-smoker, the multiple responses would be an obstacle to handle during preprocessing.</a:t>
            </a:r>
          </a:p>
        </p:txBody>
      </p:sp>
    </p:spTree>
    <p:extLst>
      <p:ext uri="{BB962C8B-B14F-4D97-AF65-F5344CB8AC3E}">
        <p14:creationId xmlns:p14="http://schemas.microsoft.com/office/powerpoint/2010/main" val="2876825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8495EDB-6E81-7621-4A80-AFB48C35A1F1}"/>
              </a:ext>
            </a:extLst>
          </p:cNvPr>
          <p:cNvSpPr>
            <a:spLocks noGrp="1"/>
          </p:cNvSpPr>
          <p:nvPr>
            <p:ph type="title"/>
          </p:nvPr>
        </p:nvSpPr>
        <p:spPr>
          <a:xfrm>
            <a:off x="838200" y="853333"/>
            <a:ext cx="4844143" cy="5151334"/>
          </a:xfrm>
        </p:spPr>
        <p:txBody>
          <a:bodyPr anchor="ctr">
            <a:normAutofit/>
          </a:bodyPr>
          <a:lstStyle/>
          <a:p>
            <a:r>
              <a:rPr lang="en-GB" dirty="0"/>
              <a:t>Key Observations</a:t>
            </a:r>
          </a:p>
        </p:txBody>
      </p:sp>
      <p:graphicFrame>
        <p:nvGraphicFramePr>
          <p:cNvPr id="8" name="Content Placeholder 5">
            <a:extLst>
              <a:ext uri="{FF2B5EF4-FFF2-40B4-BE49-F238E27FC236}">
                <a16:creationId xmlns:a16="http://schemas.microsoft.com/office/drawing/2014/main" id="{1746A51C-5418-8110-1E0B-9F865F20D3E0}"/>
              </a:ext>
            </a:extLst>
          </p:cNvPr>
          <p:cNvGraphicFramePr>
            <a:graphicFrameLocks noGrp="1"/>
          </p:cNvGraphicFramePr>
          <p:nvPr>
            <p:ph idx="1"/>
            <p:extLst>
              <p:ext uri="{D42A27DB-BD31-4B8C-83A1-F6EECF244321}">
                <p14:modId xmlns:p14="http://schemas.microsoft.com/office/powerpoint/2010/main" val="1540182290"/>
              </p:ext>
            </p:extLst>
          </p:nvPr>
        </p:nvGraphicFramePr>
        <p:xfrm>
          <a:off x="6455229" y="853333"/>
          <a:ext cx="4920342"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1387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9B426DB1-25B8-73E5-6816-3E922B6C2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8174C-AB5A-D314-1279-CCE06EAE6EEF}"/>
              </a:ext>
            </a:extLst>
          </p:cNvPr>
          <p:cNvSpPr>
            <a:spLocks noGrp="1"/>
          </p:cNvSpPr>
          <p:nvPr>
            <p:ph type="title"/>
          </p:nvPr>
        </p:nvSpPr>
        <p:spPr>
          <a:xfrm>
            <a:off x="838200" y="853334"/>
            <a:ext cx="4844142" cy="5151334"/>
          </a:xfrm>
          <a:noFill/>
        </p:spPr>
        <p:txBody>
          <a:bodyPr>
            <a:noAutofit/>
          </a:bodyPr>
          <a:lstStyle/>
          <a:p>
            <a:r>
              <a:rPr lang="en-US" dirty="0"/>
              <a:t>Data Preprocessing</a:t>
            </a:r>
            <a:br>
              <a:rPr lang="en-US" dirty="0"/>
            </a:br>
            <a:endParaRPr lang="en-US" dirty="0"/>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C74F23C1-85F3-CC51-E97B-85225A9D8985}"/>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7078C479-FA5A-A50B-1CF4-1AD6DF47DABB}"/>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Cleaning and processing data</a:t>
            </a:r>
          </a:p>
        </p:txBody>
      </p:sp>
    </p:spTree>
    <p:extLst>
      <p:ext uri="{BB962C8B-B14F-4D97-AF65-F5344CB8AC3E}">
        <p14:creationId xmlns:p14="http://schemas.microsoft.com/office/powerpoint/2010/main" val="437927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D9BC7-E89C-4916-479A-EBDD06DD3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BD491-5DAC-1E24-EDE6-EC24CEA362A1}"/>
              </a:ext>
            </a:extLst>
          </p:cNvPr>
          <p:cNvSpPr>
            <a:spLocks noGrp="1"/>
          </p:cNvSpPr>
          <p:nvPr>
            <p:ph type="title"/>
          </p:nvPr>
        </p:nvSpPr>
        <p:spPr>
          <a:xfrm>
            <a:off x="838200" y="853333"/>
            <a:ext cx="4844143" cy="2792412"/>
          </a:xfrm>
        </p:spPr>
        <p:txBody>
          <a:bodyPr anchor="t">
            <a:normAutofit/>
          </a:bodyPr>
          <a:lstStyle/>
          <a:p>
            <a:r>
              <a:rPr lang="en-GB" dirty="0"/>
              <a:t>Preprocessing Overview</a:t>
            </a:r>
          </a:p>
        </p:txBody>
      </p:sp>
      <p:sp>
        <p:nvSpPr>
          <p:cNvPr id="4" name="Content Placeholder 3">
            <a:extLst>
              <a:ext uri="{FF2B5EF4-FFF2-40B4-BE49-F238E27FC236}">
                <a16:creationId xmlns:a16="http://schemas.microsoft.com/office/drawing/2014/main" id="{D0AF800F-8D66-745A-E540-B25F02BBF47C}"/>
              </a:ext>
            </a:extLst>
          </p:cNvPr>
          <p:cNvSpPr>
            <a:spLocks noGrp="1"/>
          </p:cNvSpPr>
          <p:nvPr>
            <p:ph sz="quarter" idx="15"/>
          </p:nvPr>
        </p:nvSpPr>
        <p:spPr>
          <a:xfrm>
            <a:off x="837521" y="3813681"/>
            <a:ext cx="4844142" cy="2188317"/>
          </a:xfrm>
        </p:spPr>
        <p:txBody>
          <a:bodyPr>
            <a:normAutofit/>
          </a:bodyPr>
          <a:lstStyle/>
          <a:p>
            <a:pPr marL="0" indent="0">
              <a:buNone/>
            </a:pPr>
            <a:r>
              <a:rPr lang="en-GB" dirty="0"/>
              <a:t>Now that we had sufficient insight on the data in our </a:t>
            </a:r>
            <a:r>
              <a:rPr kumimoji="0" lang="en-GB" sz="1800" b="0" i="0" u="none" strike="noStrike" kern="1200" cap="none" spc="0" normalizeH="0" baseline="0" noProof="0" dirty="0">
                <a:ln>
                  <a:noFill/>
                </a:ln>
                <a:effectLst/>
                <a:uLnTx/>
                <a:uFillTx/>
                <a:latin typeface="Courier New" panose="02070309020205020404" pitchFamily="49" charset="0"/>
                <a:cs typeface="Courier New" panose="02070309020205020404" pitchFamily="49" charset="0"/>
              </a:rPr>
              <a:t>profiles</a:t>
            </a:r>
            <a:r>
              <a:rPr lang="en-GB" dirty="0"/>
              <a:t> </a:t>
            </a:r>
            <a:r>
              <a:rPr lang="en-GB" dirty="0" err="1"/>
              <a:t>DataFrame</a:t>
            </a:r>
            <a:r>
              <a:rPr lang="en-GB" dirty="0"/>
              <a:t>, we moved on to cleaning and preprocessing the data into a format suitable for the machine learning algorithms. This involved the following steps:</a:t>
            </a:r>
          </a:p>
          <a:p>
            <a:pPr marL="0" indent="0">
              <a:buNone/>
            </a:pPr>
            <a:endParaRPr lang="en-GB" dirty="0"/>
          </a:p>
        </p:txBody>
      </p:sp>
      <p:graphicFrame>
        <p:nvGraphicFramePr>
          <p:cNvPr id="7" name="Content Placeholder 4">
            <a:extLst>
              <a:ext uri="{FF2B5EF4-FFF2-40B4-BE49-F238E27FC236}">
                <a16:creationId xmlns:a16="http://schemas.microsoft.com/office/drawing/2014/main" id="{8B065088-FB48-7A2B-B033-73B249190E5E}"/>
              </a:ext>
            </a:extLst>
          </p:cNvPr>
          <p:cNvGraphicFramePr>
            <a:graphicFrameLocks noGrp="1"/>
          </p:cNvGraphicFramePr>
          <p:nvPr>
            <p:ph sz="half" idx="13"/>
            <p:extLst>
              <p:ext uri="{D42A27DB-BD31-4B8C-83A1-F6EECF244321}">
                <p14:modId xmlns:p14="http://schemas.microsoft.com/office/powerpoint/2010/main" val="1164408600"/>
              </p:ext>
            </p:extLst>
          </p:nvPr>
        </p:nvGraphicFramePr>
        <p:xfrm>
          <a:off x="6455228" y="853334"/>
          <a:ext cx="489857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91157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DB557-E5D3-A357-2B9F-EC679A2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50AA-2A44-9C6C-2B9A-C44C91FA0218}"/>
              </a:ext>
            </a:extLst>
          </p:cNvPr>
          <p:cNvSpPr>
            <a:spLocks noGrp="1"/>
          </p:cNvSpPr>
          <p:nvPr>
            <p:ph type="title"/>
          </p:nvPr>
        </p:nvSpPr>
        <p:spPr>
          <a:xfrm>
            <a:off x="838200" y="853333"/>
            <a:ext cx="4844143" cy="5151334"/>
          </a:xfrm>
        </p:spPr>
        <p:txBody>
          <a:bodyPr anchor="ctr">
            <a:normAutofit/>
          </a:bodyPr>
          <a:lstStyle/>
          <a:p>
            <a:r>
              <a:rPr lang="en-GB"/>
              <a:t>Data Cleaning</a:t>
            </a:r>
          </a:p>
        </p:txBody>
      </p:sp>
      <p:graphicFrame>
        <p:nvGraphicFramePr>
          <p:cNvPr id="4" name="Diagram 3">
            <a:extLst>
              <a:ext uri="{FF2B5EF4-FFF2-40B4-BE49-F238E27FC236}">
                <a16:creationId xmlns:a16="http://schemas.microsoft.com/office/drawing/2014/main" id="{D475ABB2-25E7-5504-AA95-99A31DEE31F7}"/>
              </a:ext>
            </a:extLst>
          </p:cNvPr>
          <p:cNvGraphicFramePr/>
          <p:nvPr>
            <p:extLst>
              <p:ext uri="{D42A27DB-BD31-4B8C-83A1-F6EECF244321}">
                <p14:modId xmlns:p14="http://schemas.microsoft.com/office/powerpoint/2010/main" val="4169372211"/>
              </p:ext>
            </p:extLst>
          </p:nvPr>
        </p:nvGraphicFramePr>
        <p:xfrm>
          <a:off x="6455228" y="853333"/>
          <a:ext cx="4997631" cy="5151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6221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6FAAA-F9E9-8B00-D435-4F3A7FA85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38401-6E4D-7BD9-C75F-7EF38442B026}"/>
              </a:ext>
            </a:extLst>
          </p:cNvPr>
          <p:cNvSpPr>
            <a:spLocks noGrp="1"/>
          </p:cNvSpPr>
          <p:nvPr>
            <p:ph type="title"/>
          </p:nvPr>
        </p:nvSpPr>
        <p:spPr>
          <a:xfrm>
            <a:off x="838200" y="853333"/>
            <a:ext cx="4844143" cy="5151334"/>
          </a:xfrm>
        </p:spPr>
        <p:txBody>
          <a:bodyPr anchor="ctr">
            <a:normAutofit/>
          </a:bodyPr>
          <a:lstStyle/>
          <a:p>
            <a:r>
              <a:rPr lang="en-GB" dirty="0"/>
              <a:t>Feature Selection</a:t>
            </a:r>
          </a:p>
        </p:txBody>
      </p:sp>
      <p:sp>
        <p:nvSpPr>
          <p:cNvPr id="3" name="TextBox 2">
            <a:extLst>
              <a:ext uri="{FF2B5EF4-FFF2-40B4-BE49-F238E27FC236}">
                <a16:creationId xmlns:a16="http://schemas.microsoft.com/office/drawing/2014/main" id="{57F0C1C2-A89A-82EB-963A-0BD97DD86D5F}"/>
              </a:ext>
            </a:extLst>
          </p:cNvPr>
          <p:cNvSpPr txBox="1"/>
          <p:nvPr/>
        </p:nvSpPr>
        <p:spPr>
          <a:xfrm>
            <a:off x="6509657" y="853333"/>
            <a:ext cx="4844143" cy="5355312"/>
          </a:xfrm>
          <a:prstGeom prst="rect">
            <a:avLst/>
          </a:prstGeom>
          <a:noFill/>
        </p:spPr>
        <p:txBody>
          <a:bodyPr wrap="square" rtlCol="0">
            <a:spAutoFit/>
          </a:bodyPr>
          <a:lstStyle/>
          <a:p>
            <a:r>
              <a:rPr lang="en-GB" dirty="0">
                <a:latin typeface="Yu Gothic UI Semilight" panose="020B0400000000000000" pitchFamily="34" charset="-128"/>
                <a:ea typeface="Yu Gothic UI Semilight" panose="020B0400000000000000" pitchFamily="34" charset="-128"/>
              </a:rPr>
              <a:t>Next, we extracted a subset of relevant categorical feature columns from the cleaned </a:t>
            </a:r>
            <a:r>
              <a:rPr lang="en-GB" sz="1600" dirty="0">
                <a:latin typeface="Courier New" panose="02070309020205020404" pitchFamily="49" charset="0"/>
                <a:ea typeface="Yu Gothic UI Semilight" panose="020B0400000000000000" pitchFamily="34" charset="-128"/>
                <a:cs typeface="Courier New" panose="02070309020205020404" pitchFamily="49" charset="0"/>
              </a:rPr>
              <a:t>profiles</a:t>
            </a:r>
            <a:r>
              <a:rPr lang="en-GB" dirty="0">
                <a:latin typeface="Yu Gothic UI Semilight" panose="020B0400000000000000" pitchFamily="34" charset="-128"/>
                <a:ea typeface="Yu Gothic UI Semilight" panose="020B0400000000000000" pitchFamily="34" charset="-128"/>
              </a:rPr>
              <a:t> </a:t>
            </a:r>
            <a:r>
              <a:rPr lang="en-GB" dirty="0" err="1">
                <a:latin typeface="Yu Gothic UI Semilight" panose="020B0400000000000000" pitchFamily="34" charset="-128"/>
                <a:ea typeface="Yu Gothic UI Semilight" panose="020B0400000000000000" pitchFamily="34" charset="-128"/>
              </a:rPr>
              <a:t>DataFrame</a:t>
            </a:r>
            <a:r>
              <a:rPr lang="en-GB" dirty="0">
                <a:latin typeface="Yu Gothic UI Semilight" panose="020B0400000000000000" pitchFamily="34" charset="-128"/>
                <a:ea typeface="Yu Gothic UI Semilight" panose="020B0400000000000000" pitchFamily="34" charset="-128"/>
              </a:rPr>
              <a:t>, focusing on categorical features. We did this because the numerical features, such as height, age and income, posed a risk of introducing bias and noise into the models. </a:t>
            </a:r>
          </a:p>
          <a:p>
            <a:br>
              <a:rPr lang="en-GB" dirty="0">
                <a:latin typeface="Yu Gothic UI Semilight" panose="020B0400000000000000" pitchFamily="34" charset="-128"/>
                <a:ea typeface="Yu Gothic UI Semilight" panose="020B0400000000000000" pitchFamily="34" charset="-128"/>
              </a:rPr>
            </a:br>
            <a:r>
              <a:rPr lang="en-GB" dirty="0">
                <a:latin typeface="Yu Gothic UI Semilight" panose="020B0400000000000000" pitchFamily="34" charset="-128"/>
                <a:ea typeface="Yu Gothic UI Semilight" panose="020B0400000000000000" pitchFamily="34" charset="-128"/>
              </a:rPr>
              <a:t>The subset used in this project consisted of the following features:</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'sex’</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dirty="0" err="1">
                <a:latin typeface="Yu Gothic UI Semilight" panose="020B0400000000000000" pitchFamily="34" charset="-128"/>
                <a:ea typeface="Yu Gothic UI Semilight" panose="020B0400000000000000" pitchFamily="34" charset="-128"/>
              </a:rPr>
              <a:t>body_type</a:t>
            </a:r>
            <a:r>
              <a:rPr lang="en-GB" dirty="0">
                <a:latin typeface="Yu Gothic UI Semilight" panose="020B0400000000000000" pitchFamily="34" charset="-128"/>
                <a:ea typeface="Yu Gothic UI Semilight" panose="020B0400000000000000" pitchFamily="34" charset="-128"/>
              </a:rPr>
              <a: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'diet’</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'drinks’</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'drugs’</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'education’</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'offspring’</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'orientation’</a:t>
            </a:r>
          </a:p>
          <a:p>
            <a:pPr marL="285750" indent="-285750">
              <a:buFont typeface="Arial" panose="020B0604020202020204" pitchFamily="34" charset="0"/>
              <a:buChar char="•"/>
            </a:pPr>
            <a:r>
              <a:rPr lang="en-GB" dirty="0">
                <a:latin typeface="Yu Gothic UI Semilight" panose="020B0400000000000000" pitchFamily="34" charset="-128"/>
                <a:ea typeface="Yu Gothic UI Semilight" panose="020B0400000000000000" pitchFamily="34" charset="-128"/>
              </a:rPr>
              <a:t>'</a:t>
            </a:r>
            <a:r>
              <a:rPr lang="en-GB" dirty="0" err="1">
                <a:latin typeface="Yu Gothic UI Semilight" panose="020B0400000000000000" pitchFamily="34" charset="-128"/>
                <a:ea typeface="Yu Gothic UI Semilight" panose="020B0400000000000000" pitchFamily="34" charset="-128"/>
              </a:rPr>
              <a:t>religion_cleaned</a:t>
            </a:r>
            <a:r>
              <a:rPr lang="en-GB" dirty="0">
                <a:latin typeface="Yu Gothic UI Semilight" panose="020B0400000000000000" pitchFamily="34" charset="-128"/>
                <a:ea typeface="Yu Gothic UI Semilight" panose="020B0400000000000000" pitchFamily="34" charset="-128"/>
              </a:rPr>
              <a:t>'</a:t>
            </a:r>
          </a:p>
        </p:txBody>
      </p:sp>
    </p:spTree>
    <p:extLst>
      <p:ext uri="{BB962C8B-B14F-4D97-AF65-F5344CB8AC3E}">
        <p14:creationId xmlns:p14="http://schemas.microsoft.com/office/powerpoint/2010/main" val="3485455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4EC8F-BE8A-2B1F-2DC5-F218C51F6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5CD47-64E7-F0BB-1329-B3D8E712D602}"/>
              </a:ext>
            </a:extLst>
          </p:cNvPr>
          <p:cNvSpPr>
            <a:spLocks noGrp="1"/>
          </p:cNvSpPr>
          <p:nvPr>
            <p:ph type="title"/>
          </p:nvPr>
        </p:nvSpPr>
        <p:spPr>
          <a:xfrm>
            <a:off x="838198" y="853335"/>
            <a:ext cx="10515602" cy="1377184"/>
          </a:xfrm>
        </p:spPr>
        <p:txBody>
          <a:bodyPr anchor="t">
            <a:normAutofit/>
          </a:bodyPr>
          <a:lstStyle/>
          <a:p>
            <a:r>
              <a:rPr lang="en-GB" dirty="0"/>
              <a:t>Feature Preprocessing</a:t>
            </a:r>
          </a:p>
        </p:txBody>
      </p:sp>
      <p:graphicFrame>
        <p:nvGraphicFramePr>
          <p:cNvPr id="8" name="Content Placeholder 5">
            <a:extLst>
              <a:ext uri="{FF2B5EF4-FFF2-40B4-BE49-F238E27FC236}">
                <a16:creationId xmlns:a16="http://schemas.microsoft.com/office/drawing/2014/main" id="{90C19B34-462A-3D74-5345-D187EE91F761}"/>
              </a:ext>
            </a:extLst>
          </p:cNvPr>
          <p:cNvGraphicFramePr>
            <a:graphicFrameLocks noGrp="1"/>
          </p:cNvGraphicFramePr>
          <p:nvPr>
            <p:ph sz="quarter" idx="14"/>
            <p:extLst>
              <p:ext uri="{D42A27DB-BD31-4B8C-83A1-F6EECF244321}">
                <p14:modId xmlns:p14="http://schemas.microsoft.com/office/powerpoint/2010/main" val="2666295521"/>
              </p:ext>
            </p:extLst>
          </p:nvPr>
        </p:nvGraphicFramePr>
        <p:xfrm>
          <a:off x="837520" y="2651758"/>
          <a:ext cx="10515601" cy="3466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72975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84FA19F4-AD17-4BA6-1001-3AFC0F092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ECD62-CBD6-ACAF-190A-2ECEC2361E86}"/>
              </a:ext>
            </a:extLst>
          </p:cNvPr>
          <p:cNvSpPr>
            <a:spLocks noGrp="1"/>
          </p:cNvSpPr>
          <p:nvPr>
            <p:ph type="title"/>
          </p:nvPr>
        </p:nvSpPr>
        <p:spPr>
          <a:xfrm>
            <a:off x="838200" y="853334"/>
            <a:ext cx="4844142" cy="5151334"/>
          </a:xfrm>
          <a:noFill/>
        </p:spPr>
        <p:txBody>
          <a:bodyPr>
            <a:noAutofit/>
          </a:bodyPr>
          <a:lstStyle/>
          <a:p>
            <a:r>
              <a:rPr lang="en-US" dirty="0"/>
              <a:t>Model Building</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92A5547F-96D8-FD5D-11EF-7AF87279DC31}"/>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FE97AC43-29E6-D819-FF0D-0860448DD464}"/>
              </a:ext>
            </a:extLst>
          </p:cNvPr>
          <p:cNvSpPr txBox="1"/>
          <p:nvPr/>
        </p:nvSpPr>
        <p:spPr>
          <a:xfrm>
            <a:off x="838200" y="1656113"/>
            <a:ext cx="3438832" cy="646331"/>
          </a:xfrm>
          <a:prstGeom prst="rect">
            <a:avLst/>
          </a:prstGeom>
          <a:noFill/>
        </p:spPr>
        <p:txBody>
          <a:bodyPr wrap="square" rtlCol="0">
            <a:spAutoFit/>
          </a:bodyPr>
          <a:lstStyle/>
          <a:p>
            <a:r>
              <a:rPr lang="en-GB" dirty="0">
                <a:solidFill>
                  <a:schemeClr val="bg1"/>
                </a:solidFill>
                <a:latin typeface="+mj-lt"/>
              </a:rPr>
              <a:t>Building and training machine learning models</a:t>
            </a:r>
          </a:p>
        </p:txBody>
      </p:sp>
    </p:spTree>
    <p:extLst>
      <p:ext uri="{BB962C8B-B14F-4D97-AF65-F5344CB8AC3E}">
        <p14:creationId xmlns:p14="http://schemas.microsoft.com/office/powerpoint/2010/main" val="11842531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332A7B78-F104-CDAC-C0EA-4EB8640CD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A1B01-E24A-9883-9359-74CA3AB62173}"/>
              </a:ext>
            </a:extLst>
          </p:cNvPr>
          <p:cNvSpPr>
            <a:spLocks noGrp="1"/>
          </p:cNvSpPr>
          <p:nvPr>
            <p:ph type="title"/>
          </p:nvPr>
        </p:nvSpPr>
        <p:spPr>
          <a:xfrm>
            <a:off x="838200" y="853334"/>
            <a:ext cx="4844142" cy="5151334"/>
          </a:xfrm>
          <a:noFill/>
        </p:spPr>
        <p:txBody>
          <a:bodyPr>
            <a:noAutofit/>
          </a:bodyPr>
          <a:lstStyle/>
          <a:p>
            <a:r>
              <a:rPr lang="en-US" dirty="0"/>
              <a:t>Model Evaluation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B333BA2-04D9-BEF0-A13B-D6EDCAC20D0F}"/>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B106978E-B37B-AD3D-2F54-44D793F820DC}"/>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Evaluating model performance</a:t>
            </a:r>
          </a:p>
        </p:txBody>
      </p:sp>
    </p:spTree>
    <p:extLst>
      <p:ext uri="{BB962C8B-B14F-4D97-AF65-F5344CB8AC3E}">
        <p14:creationId xmlns:p14="http://schemas.microsoft.com/office/powerpoint/2010/main" val="3550195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838200" y="853334"/>
            <a:ext cx="4844142" cy="3939646"/>
          </a:xfrm>
          <a:noFill/>
        </p:spPr>
        <p:txBody>
          <a:bodyPr>
            <a:noAutofit/>
          </a:bodyPr>
          <a:lstStyle/>
          <a:p>
            <a:r>
              <a:rPr lang="en-US" dirty="0"/>
              <a:t>Conclusion</a:t>
            </a:r>
          </a:p>
        </p:txBody>
      </p:sp>
      <p:pic>
        <p:nvPicPr>
          <p:cNvPr id="10" name="Online Image Placeholder 7" descr="Rows of seated people in business attire, listening to work event">
            <a:extLst>
              <a:ext uri="{FF2B5EF4-FFF2-40B4-BE49-F238E27FC236}">
                <a16:creationId xmlns:a16="http://schemas.microsoft.com/office/drawing/2014/main" id="{A615D31F-0489-0629-D024-042CFF56905C}"/>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1008037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853333"/>
            <a:ext cx="4844143" cy="2792412"/>
          </a:xfrm>
          <a:noFill/>
        </p:spPr>
        <p:txBody>
          <a:bodyPr>
            <a:noAutofit/>
          </a:bodyPr>
          <a:lstStyle/>
          <a:p>
            <a:r>
              <a:rPr lang="en-US"/>
              <a:t>Product launch </a:t>
            </a:r>
            <a:br>
              <a:rPr lang="en-US"/>
            </a:br>
            <a:r>
              <a:rPr lang="en-US"/>
              <a:t>timeline</a:t>
            </a:r>
            <a:endParaRPr lang="en-US" dirty="0"/>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3"/>
          </p:nvPr>
        </p:nvSpPr>
        <p:spPr>
          <a:xfrm>
            <a:off x="838200" y="3813681"/>
            <a:ext cx="4898571" cy="2188317"/>
          </a:xfrm>
          <a:noFill/>
        </p:spPr>
        <p:txBody>
          <a:bodyPr vert="horz" lIns="91440" tIns="45720" rIns="91440" bIns="45720" rtlCol="0" anchor="t">
            <a:normAutofit/>
          </a:bodyPr>
          <a:lstStyle/>
          <a:p>
            <a:r>
              <a:rPr lang="en-US"/>
              <a:t>Currently gearing up for a </a:t>
            </a:r>
            <a:br>
              <a:rPr lang="en-US"/>
            </a:br>
            <a:r>
              <a:rPr lang="en-US"/>
              <a:t>ground-breaking launch </a:t>
            </a:r>
          </a:p>
          <a:p>
            <a:r>
              <a:rPr lang="en-US"/>
              <a:t>Our new offerings will captivate </a:t>
            </a:r>
            <a:br>
              <a:rPr lang="en-US"/>
            </a:br>
            <a:r>
              <a:rPr lang="en-US"/>
              <a:t>the market</a:t>
            </a:r>
          </a:p>
          <a:p>
            <a:r>
              <a:rPr lang="en-US"/>
              <a:t>Our marketing campaign will </a:t>
            </a:r>
            <a:br>
              <a:rPr lang="en-US"/>
            </a:br>
            <a:r>
              <a:rPr lang="en-US"/>
              <a:t>generate anticipation</a:t>
            </a:r>
            <a:endParaRPr lang="en-US" dirty="0"/>
          </a:p>
        </p:txBody>
      </p:sp>
      <p:graphicFrame>
        <p:nvGraphicFramePr>
          <p:cNvPr id="11" name="Content Placeholder 10" descr="Lined list SmartArt graphic">
            <a:extLst>
              <a:ext uri="{FF2B5EF4-FFF2-40B4-BE49-F238E27FC236}">
                <a16:creationId xmlns:a16="http://schemas.microsoft.com/office/drawing/2014/main" id="{C619B1BA-71C2-42B2-CE82-5EBA957CEB36}"/>
              </a:ext>
            </a:extLst>
          </p:cNvPr>
          <p:cNvGraphicFramePr>
            <a:graphicFrameLocks noGrp="1"/>
          </p:cNvGraphicFramePr>
          <p:nvPr>
            <p:ph sz="half" idx="2"/>
            <p:extLst>
              <p:ext uri="{D42A27DB-BD31-4B8C-83A1-F6EECF244321}">
                <p14:modId xmlns:p14="http://schemas.microsoft.com/office/powerpoint/2010/main" val="2751956016"/>
              </p:ext>
            </p:extLst>
          </p:nvPr>
        </p:nvGraphicFramePr>
        <p:xfrm>
          <a:off x="6510338" y="850900"/>
          <a:ext cx="4843462" cy="5403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241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4844143" cy="2792412"/>
          </a:xfrm>
          <a:noFill/>
        </p:spPr>
        <p:txBody>
          <a:bodyPr anchor="t">
            <a:noAutofit/>
          </a:bodyPr>
          <a:lstStyle/>
          <a:p>
            <a:r>
              <a:rPr lang="en-US" dirty="0"/>
              <a:t>Marketing </a:t>
            </a:r>
            <a:br>
              <a:rPr lang="en-US" dirty="0"/>
            </a:br>
            <a:r>
              <a:rPr lang="en-US" dirty="0"/>
              <a:t>strategies</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2"/>
          </p:nvPr>
        </p:nvSpPr>
        <p:spPr>
          <a:xfrm>
            <a:off x="838200" y="3813682"/>
            <a:ext cx="4898571" cy="2188317"/>
          </a:xfrm>
          <a:noFill/>
        </p:spPr>
        <p:txBody>
          <a:bodyPr vert="horz" lIns="91440" tIns="45720" rIns="91440" bIns="45720" rtlCol="0" anchor="b">
            <a:normAutofit/>
          </a:bodyPr>
          <a:lstStyle/>
          <a:p>
            <a:r>
              <a:rPr lang="en-US"/>
              <a:t>Implement personalized engagement strategies. Tailor campaigns to resonate with specific demographics, fostering a sense of relevance and connection. Collaborate with influencers and thought leaders to amplify our brand message.</a:t>
            </a:r>
            <a:endParaRPr lang="en-US" dirty="0"/>
          </a:p>
        </p:txBody>
      </p:sp>
      <p:pic>
        <p:nvPicPr>
          <p:cNvPr id="13" name="Online Image Placeholder 9" descr="Women in business meeting">
            <a:extLst>
              <a:ext uri="{FF2B5EF4-FFF2-40B4-BE49-F238E27FC236}">
                <a16:creationId xmlns:a16="http://schemas.microsoft.com/office/drawing/2014/main" id="{ECD12A93-CCA8-9CCE-6BD6-89C28F0822D7}"/>
              </a:ext>
            </a:extLst>
          </p:cNvPr>
          <p:cNvPicPr>
            <a:picLocks noGrp="1" noChangeAspect="1"/>
          </p:cNvPicPr>
          <p:nvPr>
            <p:ph type="pic" sz="quarter" idx="11"/>
          </p:nvPr>
        </p:nvPicPr>
        <p:blipFill>
          <a:blip r:embed="rId2" cstate="print">
            <a:duotone>
              <a:schemeClr val="accent3">
                <a:shade val="45000"/>
                <a:satMod val="135000"/>
              </a:schemeClr>
              <a:prstClr val="white"/>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729609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200" y="853333"/>
            <a:ext cx="4844143" cy="2792412"/>
          </a:xfrm>
          <a:noFill/>
        </p:spPr>
        <p:txBody>
          <a:bodyPr anchor="t">
            <a:noAutofit/>
          </a:bodyPr>
          <a:lstStyle/>
          <a:p>
            <a:r>
              <a:rPr lang="en-US" dirty="0"/>
              <a:t>Financial </a:t>
            </a:r>
            <a:br>
              <a:rPr lang="en-US" dirty="0"/>
            </a:br>
            <a:r>
              <a:rPr lang="en-US" dirty="0"/>
              <a:t>overview</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838200" y="3813682"/>
            <a:ext cx="4898571" cy="2188317"/>
          </a:xfrm>
          <a:noFill/>
        </p:spPr>
        <p:txBody>
          <a:bodyPr vert="horz" lIns="91440" tIns="45720" rIns="91440" bIns="45720" rtlCol="0" anchor="t">
            <a:normAutofit lnSpcReduction="10000"/>
          </a:bodyPr>
          <a:lstStyle/>
          <a:p>
            <a:r>
              <a:rPr lang="en-US" dirty="0"/>
              <a:t>This underscores our commitment to financial stability, positioning us for sustained growth. </a:t>
            </a:r>
          </a:p>
          <a:p>
            <a:r>
              <a:rPr lang="en-US" dirty="0"/>
              <a:t>Key indicators show consistent revenue growth over the past quarter, attributed to strategic cost management and successful marketing.</a:t>
            </a:r>
          </a:p>
          <a:p>
            <a:endParaRPr lang="en-US" dirty="0"/>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3"/>
          </p:nvPr>
        </p:nvSpPr>
        <p:spPr>
          <a:xfrm>
            <a:off x="6455228" y="853334"/>
            <a:ext cx="4898571" cy="5151334"/>
          </a:xfrm>
          <a:noFill/>
        </p:spPr>
        <p:txBody>
          <a:bodyPr vert="horz" lIns="91440" tIns="45720" rIns="91440" bIns="45720" rtlCol="0" anchor="t">
            <a:normAutofit/>
          </a:bodyPr>
          <a:lstStyle/>
          <a:p>
            <a:r>
              <a:rPr lang="en-US" dirty="0"/>
              <a:t>Operating margins have improved, signaling operational efficiency, while strengthening our reserves.</a:t>
            </a:r>
          </a:p>
          <a:p>
            <a:r>
              <a:rPr lang="en-US" dirty="0"/>
              <a:t>This underscores our commitment to financial stability, positioning us for sustained growth. </a:t>
            </a:r>
          </a:p>
        </p:txBody>
      </p:sp>
    </p:spTree>
    <p:extLst>
      <p:ext uri="{BB962C8B-B14F-4D97-AF65-F5344CB8AC3E}">
        <p14:creationId xmlns:p14="http://schemas.microsoft.com/office/powerpoint/2010/main" val="12108021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838200" y="853333"/>
            <a:ext cx="4844143" cy="2792412"/>
          </a:xfrm>
          <a:noFill/>
        </p:spPr>
        <p:txBody>
          <a:bodyPr anchor="t">
            <a:noAutofit/>
          </a:bodyPr>
          <a:lstStyle/>
          <a:p>
            <a:r>
              <a:rPr lang="en-US" dirty="0"/>
              <a:t>Quarterly </a:t>
            </a:r>
            <a:br>
              <a:rPr lang="en-US" dirty="0"/>
            </a:br>
            <a:r>
              <a:rPr lang="en-US" dirty="0"/>
              <a:t>targets</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quarter" idx="13"/>
          </p:nvPr>
        </p:nvSpPr>
        <p:spPr>
          <a:xfrm>
            <a:off x="837521" y="3880757"/>
            <a:ext cx="4844142" cy="2123168"/>
          </a:xfrm>
          <a:noFill/>
        </p:spPr>
        <p:txBody>
          <a:bodyPr vert="horz" lIns="91440" tIns="45720" rIns="91440" bIns="45720" rtlCol="0" anchor="t">
            <a:normAutofit/>
          </a:bodyPr>
          <a:lstStyle/>
          <a:p>
            <a:r>
              <a:rPr lang="en-US" dirty="0"/>
              <a:t>Market expansion</a:t>
            </a:r>
          </a:p>
          <a:p>
            <a:r>
              <a:rPr lang="en-US" dirty="0"/>
              <a:t>Product innovation</a:t>
            </a:r>
          </a:p>
          <a:p>
            <a:r>
              <a:rPr lang="en-US" dirty="0"/>
              <a:t>Customer retention</a:t>
            </a:r>
          </a:p>
          <a:p>
            <a:r>
              <a:rPr lang="en-US" dirty="0"/>
              <a:t>Operational efficiency</a:t>
            </a:r>
          </a:p>
        </p:txBody>
      </p:sp>
      <p:graphicFrame>
        <p:nvGraphicFramePr>
          <p:cNvPr id="16" name="Table Placeholder 2">
            <a:extLst>
              <a:ext uri="{FF2B5EF4-FFF2-40B4-BE49-F238E27FC236}">
                <a16:creationId xmlns:a16="http://schemas.microsoft.com/office/drawing/2014/main" id="{1469BF76-5E71-DF2A-4804-7A26E9D95C80}"/>
              </a:ext>
            </a:extLst>
          </p:cNvPr>
          <p:cNvGraphicFramePr>
            <a:graphicFrameLocks noGrp="1"/>
          </p:cNvGraphicFramePr>
          <p:nvPr>
            <p:ph sz="quarter" idx="16"/>
            <p:extLst>
              <p:ext uri="{D42A27DB-BD31-4B8C-83A1-F6EECF244321}">
                <p14:modId xmlns:p14="http://schemas.microsoft.com/office/powerpoint/2010/main" val="323030375"/>
              </p:ext>
            </p:extLst>
          </p:nvPr>
        </p:nvGraphicFramePr>
        <p:xfrm>
          <a:off x="6510338" y="850900"/>
          <a:ext cx="4843460" cy="5149850"/>
        </p:xfrm>
        <a:graphic>
          <a:graphicData uri="http://schemas.openxmlformats.org/drawingml/2006/table">
            <a:tbl>
              <a:tblPr firstRow="1" bandRow="1">
                <a:tableStyleId>{8799B23B-EC83-4686-B30A-512413B5E67A}</a:tableStyleId>
              </a:tblPr>
              <a:tblGrid>
                <a:gridCol w="1210865">
                  <a:extLst>
                    <a:ext uri="{9D8B030D-6E8A-4147-A177-3AD203B41FA5}">
                      <a16:colId xmlns:a16="http://schemas.microsoft.com/office/drawing/2014/main" val="30750867"/>
                    </a:ext>
                  </a:extLst>
                </a:gridCol>
                <a:gridCol w="1210865">
                  <a:extLst>
                    <a:ext uri="{9D8B030D-6E8A-4147-A177-3AD203B41FA5}">
                      <a16:colId xmlns:a16="http://schemas.microsoft.com/office/drawing/2014/main" val="1038941322"/>
                    </a:ext>
                  </a:extLst>
                </a:gridCol>
                <a:gridCol w="1210865">
                  <a:extLst>
                    <a:ext uri="{9D8B030D-6E8A-4147-A177-3AD203B41FA5}">
                      <a16:colId xmlns:a16="http://schemas.microsoft.com/office/drawing/2014/main" val="529645500"/>
                    </a:ext>
                  </a:extLst>
                </a:gridCol>
                <a:gridCol w="1210865">
                  <a:extLst>
                    <a:ext uri="{9D8B030D-6E8A-4147-A177-3AD203B41FA5}">
                      <a16:colId xmlns:a16="http://schemas.microsoft.com/office/drawing/2014/main" val="3469610457"/>
                    </a:ext>
                  </a:extLst>
                </a:gridCol>
              </a:tblGrid>
              <a:tr h="1029970">
                <a:tc>
                  <a:txBody>
                    <a:bodyPr/>
                    <a:lstStyle/>
                    <a:p>
                      <a:pPr algn="ctr"/>
                      <a:r>
                        <a:rPr lang="en-US" sz="1400" dirty="0">
                          <a:solidFill>
                            <a:sysClr val="windowText" lastClr="000000"/>
                          </a:solidFill>
                          <a:latin typeface="Yu Gothic UI Semilight" panose="020B0400000000000000" pitchFamily="34" charset="-128"/>
                        </a:rPr>
                        <a:t>Quarter</a:t>
                      </a:r>
                    </a:p>
                  </a:txBody>
                  <a:tcPr anchor="ctr"/>
                </a:tc>
                <a:tc>
                  <a:txBody>
                    <a:bodyPr/>
                    <a:lstStyle/>
                    <a:p>
                      <a:pPr algn="ctr"/>
                      <a:r>
                        <a:rPr lang="en-US" sz="1400" dirty="0">
                          <a:solidFill>
                            <a:sysClr val="windowText" lastClr="000000"/>
                          </a:solidFill>
                          <a:latin typeface="Yu Gothic UI Semilight" panose="020B0400000000000000" pitchFamily="34" charset="-128"/>
                        </a:rPr>
                        <a:t>Revenue </a:t>
                      </a:r>
                      <a:br>
                        <a:rPr lang="en-US" sz="1400" dirty="0">
                          <a:solidFill>
                            <a:sysClr val="windowText" lastClr="000000"/>
                          </a:solidFill>
                          <a:latin typeface="Yu Gothic UI Semilight" panose="020B0400000000000000" pitchFamily="34" charset="-128"/>
                        </a:rPr>
                      </a:br>
                      <a:r>
                        <a:rPr lang="en-US" sz="1400" dirty="0">
                          <a:solidFill>
                            <a:sysClr val="windowText" lastClr="000000"/>
                          </a:solidFill>
                          <a:latin typeface="Yu Gothic UI Semilight" panose="020B0400000000000000" pitchFamily="34" charset="-128"/>
                        </a:rPr>
                        <a:t>growth (%)</a:t>
                      </a:r>
                    </a:p>
                  </a:txBody>
                  <a:tcPr anchor="ctr"/>
                </a:tc>
                <a:tc>
                  <a:txBody>
                    <a:bodyPr/>
                    <a:lstStyle/>
                    <a:p>
                      <a:pPr algn="ctr"/>
                      <a:r>
                        <a:rPr lang="en-US" sz="1400" dirty="0">
                          <a:solidFill>
                            <a:sysClr val="windowText" lastClr="000000"/>
                          </a:solidFill>
                          <a:latin typeface="Yu Gothic UI Semilight" panose="020B0400000000000000" pitchFamily="34" charset="-128"/>
                        </a:rPr>
                        <a:t>Market share increase (%)</a:t>
                      </a:r>
                    </a:p>
                  </a:txBody>
                  <a:tcPr anchor="ctr"/>
                </a:tc>
                <a:tc>
                  <a:txBody>
                    <a:bodyPr/>
                    <a:lstStyle/>
                    <a:p>
                      <a:pPr algn="ctr"/>
                      <a:r>
                        <a:rPr lang="en-US" sz="1400" dirty="0">
                          <a:solidFill>
                            <a:sysClr val="windowText" lastClr="000000"/>
                          </a:solidFill>
                          <a:latin typeface="Yu Gothic UI Semilight" panose="020B0400000000000000" pitchFamily="34" charset="-128"/>
                        </a:rPr>
                        <a:t>Customer acquisition</a:t>
                      </a:r>
                    </a:p>
                  </a:txBody>
                  <a:tcPr anchor="ctr"/>
                </a:tc>
                <a:extLst>
                  <a:ext uri="{0D108BD9-81ED-4DB2-BD59-A6C34878D82A}">
                    <a16:rowId xmlns:a16="http://schemas.microsoft.com/office/drawing/2014/main" val="4251432886"/>
                  </a:ext>
                </a:extLst>
              </a:tr>
              <a:tr h="1029970">
                <a:tc>
                  <a:txBody>
                    <a:bodyPr/>
                    <a:lstStyle/>
                    <a:p>
                      <a:pPr algn="ctr"/>
                      <a:r>
                        <a:rPr lang="en-US" sz="1400" dirty="0">
                          <a:solidFill>
                            <a:sysClr val="windowText" lastClr="000000"/>
                          </a:solidFill>
                          <a:latin typeface="Yu Gothic UI Semilight" panose="020B0400000000000000" pitchFamily="34" charset="-128"/>
                        </a:rPr>
                        <a:t>Q1</a:t>
                      </a:r>
                    </a:p>
                  </a:txBody>
                  <a:tcPr anchor="ctr"/>
                </a:tc>
                <a:tc>
                  <a:txBody>
                    <a:bodyPr/>
                    <a:lstStyle/>
                    <a:p>
                      <a:pPr algn="ctr"/>
                      <a:r>
                        <a:rPr lang="en-US" sz="1400" dirty="0">
                          <a:solidFill>
                            <a:sysClr val="windowText" lastClr="000000"/>
                          </a:solidFill>
                          <a:latin typeface="Yu Gothic UI Semilight" panose="020B0400000000000000" pitchFamily="34" charset="-128"/>
                        </a:rPr>
                        <a:t>12</a:t>
                      </a:r>
                    </a:p>
                  </a:txBody>
                  <a:tcPr anchor="ctr"/>
                </a:tc>
                <a:tc>
                  <a:txBody>
                    <a:bodyPr/>
                    <a:lstStyle/>
                    <a:p>
                      <a:pPr algn="ctr"/>
                      <a:r>
                        <a:rPr lang="en-US" sz="1400" dirty="0">
                          <a:solidFill>
                            <a:sysClr val="windowText" lastClr="000000"/>
                          </a:solidFill>
                          <a:latin typeface="Yu Gothic UI Semilight" panose="020B0400000000000000" pitchFamily="34" charset="-128"/>
                        </a:rPr>
                        <a:t>2</a:t>
                      </a:r>
                    </a:p>
                  </a:txBody>
                  <a:tcPr anchor="ctr"/>
                </a:tc>
                <a:tc>
                  <a:txBody>
                    <a:bodyPr/>
                    <a:lstStyle/>
                    <a:p>
                      <a:pPr algn="ctr"/>
                      <a:r>
                        <a:rPr lang="en-US" sz="1400" dirty="0">
                          <a:solidFill>
                            <a:sysClr val="windowText" lastClr="000000"/>
                          </a:solidFill>
                          <a:latin typeface="Yu Gothic UI Semilight" panose="020B0400000000000000" pitchFamily="34" charset="-128"/>
                        </a:rPr>
                        <a:t>500</a:t>
                      </a:r>
                    </a:p>
                  </a:txBody>
                  <a:tcPr anchor="ctr"/>
                </a:tc>
                <a:extLst>
                  <a:ext uri="{0D108BD9-81ED-4DB2-BD59-A6C34878D82A}">
                    <a16:rowId xmlns:a16="http://schemas.microsoft.com/office/drawing/2014/main" val="360240625"/>
                  </a:ext>
                </a:extLst>
              </a:tr>
              <a:tr h="1029970">
                <a:tc>
                  <a:txBody>
                    <a:bodyPr/>
                    <a:lstStyle/>
                    <a:p>
                      <a:pPr algn="ctr"/>
                      <a:r>
                        <a:rPr lang="en-US" sz="1400" dirty="0">
                          <a:solidFill>
                            <a:sysClr val="windowText" lastClr="000000"/>
                          </a:solidFill>
                          <a:latin typeface="Yu Gothic UI Semilight" panose="020B0400000000000000" pitchFamily="34" charset="-128"/>
                        </a:rPr>
                        <a:t>Q2</a:t>
                      </a:r>
                    </a:p>
                  </a:txBody>
                  <a:tcPr anchor="ctr"/>
                </a:tc>
                <a:tc>
                  <a:txBody>
                    <a:bodyPr/>
                    <a:lstStyle/>
                    <a:p>
                      <a:pPr algn="ctr"/>
                      <a:r>
                        <a:rPr lang="en-US" sz="1400" dirty="0">
                          <a:solidFill>
                            <a:sysClr val="windowText" lastClr="000000"/>
                          </a:solidFill>
                          <a:latin typeface="Yu Gothic UI Semilight" panose="020B0400000000000000" pitchFamily="34" charset="-128"/>
                        </a:rPr>
                        <a:t>15</a:t>
                      </a:r>
                    </a:p>
                  </a:txBody>
                  <a:tcPr anchor="ctr"/>
                </a:tc>
                <a:tc>
                  <a:txBody>
                    <a:bodyPr/>
                    <a:lstStyle/>
                    <a:p>
                      <a:pPr algn="ctr"/>
                      <a:r>
                        <a:rPr lang="en-US" sz="1400" dirty="0">
                          <a:solidFill>
                            <a:sysClr val="windowText" lastClr="000000"/>
                          </a:solidFill>
                          <a:latin typeface="Yu Gothic UI Semilight" panose="020B0400000000000000" pitchFamily="34" charset="-128"/>
                        </a:rPr>
                        <a:t>3</a:t>
                      </a:r>
                    </a:p>
                  </a:txBody>
                  <a:tcPr anchor="ctr"/>
                </a:tc>
                <a:tc>
                  <a:txBody>
                    <a:bodyPr/>
                    <a:lstStyle/>
                    <a:p>
                      <a:pPr algn="ctr"/>
                      <a:r>
                        <a:rPr lang="en-US" sz="1400" dirty="0">
                          <a:solidFill>
                            <a:sysClr val="windowText" lastClr="000000"/>
                          </a:solidFill>
                          <a:latin typeface="Yu Gothic UI Semilight" panose="020B0400000000000000" pitchFamily="34" charset="-128"/>
                        </a:rPr>
                        <a:t>600</a:t>
                      </a:r>
                    </a:p>
                  </a:txBody>
                  <a:tcPr anchor="ctr"/>
                </a:tc>
                <a:extLst>
                  <a:ext uri="{0D108BD9-81ED-4DB2-BD59-A6C34878D82A}">
                    <a16:rowId xmlns:a16="http://schemas.microsoft.com/office/drawing/2014/main" val="2762393470"/>
                  </a:ext>
                </a:extLst>
              </a:tr>
              <a:tr h="1029970">
                <a:tc>
                  <a:txBody>
                    <a:bodyPr/>
                    <a:lstStyle/>
                    <a:p>
                      <a:pPr algn="ctr"/>
                      <a:r>
                        <a:rPr lang="en-US" sz="1400" dirty="0">
                          <a:solidFill>
                            <a:sysClr val="windowText" lastClr="000000"/>
                          </a:solidFill>
                          <a:latin typeface="Yu Gothic UI Semilight" panose="020B0400000000000000" pitchFamily="34" charset="-128"/>
                        </a:rPr>
                        <a:t>Q3</a:t>
                      </a:r>
                    </a:p>
                  </a:txBody>
                  <a:tcPr anchor="ctr"/>
                </a:tc>
                <a:tc>
                  <a:txBody>
                    <a:bodyPr/>
                    <a:lstStyle/>
                    <a:p>
                      <a:pPr algn="ctr"/>
                      <a:r>
                        <a:rPr lang="en-US" sz="1400" dirty="0">
                          <a:solidFill>
                            <a:sysClr val="windowText" lastClr="000000"/>
                          </a:solidFill>
                          <a:latin typeface="Yu Gothic UI Semilight" panose="020B0400000000000000" pitchFamily="34" charset="-128"/>
                        </a:rPr>
                        <a:t>18</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tc>
                  <a:txBody>
                    <a:bodyPr/>
                    <a:lstStyle/>
                    <a:p>
                      <a:pPr algn="ctr"/>
                      <a:r>
                        <a:rPr lang="en-US" sz="1400" dirty="0">
                          <a:solidFill>
                            <a:sysClr val="windowText" lastClr="000000"/>
                          </a:solidFill>
                          <a:latin typeface="Yu Gothic UI Semilight" panose="020B0400000000000000" pitchFamily="34" charset="-128"/>
                        </a:rPr>
                        <a:t>700</a:t>
                      </a:r>
                    </a:p>
                  </a:txBody>
                  <a:tcPr anchor="ctr"/>
                </a:tc>
                <a:extLst>
                  <a:ext uri="{0D108BD9-81ED-4DB2-BD59-A6C34878D82A}">
                    <a16:rowId xmlns:a16="http://schemas.microsoft.com/office/drawing/2014/main" val="1311364400"/>
                  </a:ext>
                </a:extLst>
              </a:tr>
              <a:tr h="1029970">
                <a:tc>
                  <a:txBody>
                    <a:bodyPr/>
                    <a:lstStyle/>
                    <a:p>
                      <a:pPr algn="ctr"/>
                      <a:r>
                        <a:rPr lang="en-US" sz="1400" dirty="0">
                          <a:solidFill>
                            <a:sysClr val="windowText" lastClr="000000"/>
                          </a:solidFill>
                          <a:latin typeface="Yu Gothic UI Semilight" panose="020B0400000000000000" pitchFamily="34" charset="-128"/>
                        </a:rPr>
                        <a:t>Q4</a:t>
                      </a:r>
                    </a:p>
                  </a:txBody>
                  <a:tcPr anchor="ctr"/>
                </a:tc>
                <a:tc>
                  <a:txBody>
                    <a:bodyPr/>
                    <a:lstStyle/>
                    <a:p>
                      <a:pPr algn="ctr"/>
                      <a:r>
                        <a:rPr lang="en-US" sz="1400" dirty="0">
                          <a:solidFill>
                            <a:sysClr val="windowText" lastClr="000000"/>
                          </a:solidFill>
                          <a:latin typeface="Yu Gothic UI Semilight" panose="020B0400000000000000" pitchFamily="34" charset="-128"/>
                        </a:rPr>
                        <a:t>20</a:t>
                      </a:r>
                    </a:p>
                  </a:txBody>
                  <a:tcPr anchor="ctr"/>
                </a:tc>
                <a:tc>
                  <a:txBody>
                    <a:bodyPr/>
                    <a:lstStyle/>
                    <a:p>
                      <a:pPr algn="ctr"/>
                      <a:r>
                        <a:rPr lang="en-US" sz="1400" dirty="0">
                          <a:solidFill>
                            <a:sysClr val="windowText" lastClr="000000"/>
                          </a:solidFill>
                          <a:latin typeface="Yu Gothic UI Semilight" panose="020B0400000000000000" pitchFamily="34" charset="-128"/>
                        </a:rPr>
                        <a:t>5</a:t>
                      </a:r>
                    </a:p>
                  </a:txBody>
                  <a:tcPr anchor="ctr"/>
                </a:tc>
                <a:tc>
                  <a:txBody>
                    <a:bodyPr/>
                    <a:lstStyle/>
                    <a:p>
                      <a:pPr algn="ctr"/>
                      <a:r>
                        <a:rPr lang="en-US" sz="1400" dirty="0">
                          <a:solidFill>
                            <a:sysClr val="windowText" lastClr="000000"/>
                          </a:solidFill>
                          <a:latin typeface="Yu Gothic UI Semilight" panose="020B0400000000000000" pitchFamily="34" charset="-128"/>
                        </a:rPr>
                        <a:t>800</a:t>
                      </a:r>
                    </a:p>
                  </a:txBody>
                  <a:tcPr anchor="ctr"/>
                </a:tc>
                <a:extLst>
                  <a:ext uri="{0D108BD9-81ED-4DB2-BD59-A6C34878D82A}">
                    <a16:rowId xmlns:a16="http://schemas.microsoft.com/office/drawing/2014/main" val="2526263980"/>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838198" y="853335"/>
            <a:ext cx="10515602" cy="1377184"/>
          </a:xfrm>
          <a:noFill/>
        </p:spPr>
        <p:txBody>
          <a:bodyPr>
            <a:noAutofit/>
          </a:bodyPr>
          <a:lstStyle/>
          <a:p>
            <a:r>
              <a:rPr lang="en-US" dirty="0"/>
              <a:t>Financial </a:t>
            </a:r>
            <a:br>
              <a:rPr lang="en-US" dirty="0"/>
            </a:br>
            <a:r>
              <a:rPr lang="en-US" dirty="0"/>
              <a:t>snapshot</a:t>
            </a:r>
          </a:p>
        </p:txBody>
      </p:sp>
      <p:graphicFrame>
        <p:nvGraphicFramePr>
          <p:cNvPr id="8" name="Table Placeholder 3">
            <a:extLst>
              <a:ext uri="{FF2B5EF4-FFF2-40B4-BE49-F238E27FC236}">
                <a16:creationId xmlns:a16="http://schemas.microsoft.com/office/drawing/2014/main" id="{6CB67956-A6C3-FCDF-EC78-F79D90449E96}"/>
              </a:ext>
            </a:extLst>
          </p:cNvPr>
          <p:cNvGraphicFramePr>
            <a:graphicFrameLocks noGrp="1"/>
          </p:cNvGraphicFramePr>
          <p:nvPr>
            <p:ph sz="quarter" idx="14"/>
            <p:extLst>
              <p:ext uri="{D42A27DB-BD31-4B8C-83A1-F6EECF244321}">
                <p14:modId xmlns:p14="http://schemas.microsoft.com/office/powerpoint/2010/main" val="3883545762"/>
              </p:ext>
            </p:extLst>
          </p:nvPr>
        </p:nvGraphicFramePr>
        <p:xfrm>
          <a:off x="838200" y="2651125"/>
          <a:ext cx="10515600" cy="3246120"/>
        </p:xfrm>
        <a:graphic>
          <a:graphicData uri="http://schemas.openxmlformats.org/drawingml/2006/table">
            <a:tbl>
              <a:tblPr firstRow="1" bandRow="1">
                <a:tableStyleId>{8799B23B-EC83-4686-B30A-512413B5E67A}</a:tableStyleId>
              </a:tblPr>
              <a:tblGrid>
                <a:gridCol w="2628900">
                  <a:extLst>
                    <a:ext uri="{9D8B030D-6E8A-4147-A177-3AD203B41FA5}">
                      <a16:colId xmlns:a16="http://schemas.microsoft.com/office/drawing/2014/main" val="130956065"/>
                    </a:ext>
                  </a:extLst>
                </a:gridCol>
                <a:gridCol w="2628900">
                  <a:extLst>
                    <a:ext uri="{9D8B030D-6E8A-4147-A177-3AD203B41FA5}">
                      <a16:colId xmlns:a16="http://schemas.microsoft.com/office/drawing/2014/main" val="2749965458"/>
                    </a:ext>
                  </a:extLst>
                </a:gridCol>
                <a:gridCol w="2628900">
                  <a:extLst>
                    <a:ext uri="{9D8B030D-6E8A-4147-A177-3AD203B41FA5}">
                      <a16:colId xmlns:a16="http://schemas.microsoft.com/office/drawing/2014/main" val="2116711163"/>
                    </a:ext>
                  </a:extLst>
                </a:gridCol>
                <a:gridCol w="2628900">
                  <a:extLst>
                    <a:ext uri="{9D8B030D-6E8A-4147-A177-3AD203B41FA5}">
                      <a16:colId xmlns:a16="http://schemas.microsoft.com/office/drawing/2014/main" val="1186885001"/>
                    </a:ext>
                  </a:extLst>
                </a:gridCol>
              </a:tblGrid>
              <a:tr h="541020">
                <a:tc>
                  <a:txBody>
                    <a:bodyPr/>
                    <a:lstStyle/>
                    <a:p>
                      <a:pPr algn="ctr"/>
                      <a:r>
                        <a:rPr lang="en-US" sz="1400" b="1" dirty="0">
                          <a:solidFill>
                            <a:sysClr val="windowText" lastClr="000000"/>
                          </a:solidFill>
                          <a:latin typeface="Yu Gothic UI Semilight" panose="020B0400000000000000" pitchFamily="34" charset="-128"/>
                        </a:rPr>
                        <a:t>Metric</a:t>
                      </a:r>
                    </a:p>
                  </a:txBody>
                  <a:tcPr anchor="ctr"/>
                </a:tc>
                <a:tc>
                  <a:txBody>
                    <a:bodyPr/>
                    <a:lstStyle/>
                    <a:p>
                      <a:pPr algn="ctr"/>
                      <a:r>
                        <a:rPr lang="en-US" sz="1400" b="1" dirty="0">
                          <a:solidFill>
                            <a:sysClr val="windowText" lastClr="000000"/>
                          </a:solidFill>
                          <a:latin typeface="Yu Gothic UI Semilight" panose="020B0400000000000000" pitchFamily="34" charset="-128"/>
                        </a:rPr>
                        <a:t>Current value</a:t>
                      </a:r>
                    </a:p>
                  </a:txBody>
                  <a:tcPr anchor="ctr"/>
                </a:tc>
                <a:tc>
                  <a:txBody>
                    <a:bodyPr/>
                    <a:lstStyle/>
                    <a:p>
                      <a:pPr algn="ctr"/>
                      <a:r>
                        <a:rPr lang="en-US" sz="1400" b="1" dirty="0">
                          <a:solidFill>
                            <a:sysClr val="windowText" lastClr="000000"/>
                          </a:solidFill>
                          <a:latin typeface="Yu Gothic UI Semilight" panose="020B0400000000000000" pitchFamily="34" charset="-128"/>
                        </a:rPr>
                        <a:t>Previous quarter</a:t>
                      </a:r>
                    </a:p>
                  </a:txBody>
                  <a:tcPr anchor="ctr"/>
                </a:tc>
                <a:tc>
                  <a:txBody>
                    <a:bodyPr/>
                    <a:lstStyle/>
                    <a:p>
                      <a:pPr algn="ctr"/>
                      <a:r>
                        <a:rPr lang="en-US" sz="1400" b="1" dirty="0">
                          <a:solidFill>
                            <a:sysClr val="windowText" lastClr="000000"/>
                          </a:solidFill>
                          <a:latin typeface="Yu Gothic UI Semilight" panose="020B0400000000000000" pitchFamily="34" charset="-128"/>
                        </a:rPr>
                        <a:t>Change (%)</a:t>
                      </a:r>
                    </a:p>
                  </a:txBody>
                  <a:tcPr anchor="ctr"/>
                </a:tc>
                <a:extLst>
                  <a:ext uri="{0D108BD9-81ED-4DB2-BD59-A6C34878D82A}">
                    <a16:rowId xmlns:a16="http://schemas.microsoft.com/office/drawing/2014/main" val="3741017008"/>
                  </a:ext>
                </a:extLst>
              </a:tr>
              <a:tr h="541020">
                <a:tc>
                  <a:txBody>
                    <a:bodyPr/>
                    <a:lstStyle/>
                    <a:p>
                      <a:pPr algn="ctr"/>
                      <a:r>
                        <a:rPr lang="en-US" sz="1400" dirty="0">
                          <a:solidFill>
                            <a:sysClr val="windowText" lastClr="000000"/>
                          </a:solidFill>
                          <a:latin typeface="Yu Gothic UI Semilight" panose="020B0400000000000000" pitchFamily="34" charset="-128"/>
                        </a:rPr>
                        <a:t>Revenue</a:t>
                      </a:r>
                    </a:p>
                  </a:txBody>
                  <a:tcPr anchor="ctr"/>
                </a:tc>
                <a:tc>
                  <a:txBody>
                    <a:bodyPr/>
                    <a:lstStyle/>
                    <a:p>
                      <a:pPr algn="ctr"/>
                      <a:r>
                        <a:rPr lang="en-US" sz="1400" dirty="0">
                          <a:solidFill>
                            <a:sysClr val="windowText" lastClr="000000"/>
                          </a:solidFill>
                          <a:latin typeface="Yu Gothic UI Semilight" panose="020B0400000000000000" pitchFamily="34" charset="-128"/>
                        </a:rPr>
                        <a:t>$2,500,000</a:t>
                      </a:r>
                    </a:p>
                  </a:txBody>
                  <a:tcPr anchor="ctr"/>
                </a:tc>
                <a:tc>
                  <a:txBody>
                    <a:bodyPr/>
                    <a:lstStyle/>
                    <a:p>
                      <a:pPr algn="ctr"/>
                      <a:r>
                        <a:rPr lang="en-US" sz="1400" dirty="0">
                          <a:solidFill>
                            <a:sysClr val="windowText" lastClr="000000"/>
                          </a:solidFill>
                          <a:latin typeface="Yu Gothic UI Semilight" panose="020B0400000000000000" pitchFamily="34" charset="-128"/>
                        </a:rPr>
                        <a:t>$2,200,000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511888340"/>
                  </a:ext>
                </a:extLst>
              </a:tr>
              <a:tr h="541020">
                <a:tc>
                  <a:txBody>
                    <a:bodyPr/>
                    <a:lstStyle/>
                    <a:p>
                      <a:pPr algn="ctr"/>
                      <a:r>
                        <a:rPr lang="en-US" sz="1400" dirty="0">
                          <a:solidFill>
                            <a:sysClr val="windowText" lastClr="000000"/>
                          </a:solidFill>
                          <a:latin typeface="Yu Gothic UI Semilight" panose="020B0400000000000000" pitchFamily="34" charset="-128"/>
                        </a:rPr>
                        <a:t>Operating expenses</a:t>
                      </a:r>
                    </a:p>
                  </a:txBody>
                  <a:tcPr anchor="ctr"/>
                </a:tc>
                <a:tc>
                  <a:txBody>
                    <a:bodyPr/>
                    <a:lstStyle/>
                    <a:p>
                      <a:pPr algn="ctr"/>
                      <a:r>
                        <a:rPr lang="en-US" sz="1400" dirty="0">
                          <a:solidFill>
                            <a:sysClr val="windowText" lastClr="000000"/>
                          </a:solidFill>
                          <a:latin typeface="Yu Gothic UI Semilight" panose="020B0400000000000000" pitchFamily="34" charset="-128"/>
                        </a:rPr>
                        <a:t>$1,200,000</a:t>
                      </a:r>
                    </a:p>
                  </a:txBody>
                  <a:tcPr anchor="ctr"/>
                </a:tc>
                <a:tc>
                  <a:txBody>
                    <a:bodyPr/>
                    <a:lstStyle/>
                    <a:p>
                      <a:pPr algn="ctr"/>
                      <a:r>
                        <a:rPr lang="en-US" sz="1400" dirty="0">
                          <a:solidFill>
                            <a:sysClr val="windowText" lastClr="000000"/>
                          </a:solidFill>
                          <a:latin typeface="Yu Gothic UI Semilight" panose="020B0400000000000000" pitchFamily="34" charset="-128"/>
                        </a:rPr>
                        <a:t>$1,400,000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3937089168"/>
                  </a:ext>
                </a:extLst>
              </a:tr>
              <a:tr h="541020">
                <a:tc>
                  <a:txBody>
                    <a:bodyPr/>
                    <a:lstStyle/>
                    <a:p>
                      <a:pPr algn="ctr"/>
                      <a:r>
                        <a:rPr lang="en-US" sz="1400" dirty="0">
                          <a:solidFill>
                            <a:sysClr val="windowText" lastClr="000000"/>
                          </a:solidFill>
                          <a:latin typeface="Yu Gothic UI Semilight" panose="020B0400000000000000" pitchFamily="34" charset="-128"/>
                        </a:rPr>
                        <a:t>Net profit</a:t>
                      </a:r>
                    </a:p>
                  </a:txBody>
                  <a:tcPr anchor="ctr"/>
                </a:tc>
                <a:tc>
                  <a:txBody>
                    <a:bodyPr/>
                    <a:lstStyle/>
                    <a:p>
                      <a:pPr algn="ctr"/>
                      <a:r>
                        <a:rPr lang="en-US" sz="1400" dirty="0">
                          <a:solidFill>
                            <a:sysClr val="windowText" lastClr="000000"/>
                          </a:solidFill>
                          <a:latin typeface="Yu Gothic UI Semilight" panose="020B0400000000000000" pitchFamily="34" charset="-128"/>
                        </a:rPr>
                        <a:t>$1,000,000</a:t>
                      </a:r>
                    </a:p>
                  </a:txBody>
                  <a:tcPr anchor="ctr"/>
                </a:tc>
                <a:tc>
                  <a:txBody>
                    <a:bodyPr/>
                    <a:lstStyle/>
                    <a:p>
                      <a:pPr algn="ctr"/>
                      <a:r>
                        <a:rPr lang="en-US" sz="1400" dirty="0">
                          <a:solidFill>
                            <a:sysClr val="windowText" lastClr="000000"/>
                          </a:solidFill>
                          <a:latin typeface="Yu Gothic UI Semilight" panose="020B0400000000000000" pitchFamily="34" charset="-128"/>
                        </a:rPr>
                        <a:t>$800,000</a:t>
                      </a:r>
                    </a:p>
                  </a:txBody>
                  <a:tcPr anchor="ctr"/>
                </a:tc>
                <a:tc>
                  <a:txBody>
                    <a:bodyPr/>
                    <a:lstStyle/>
                    <a:p>
                      <a:pPr algn="ctr"/>
                      <a:r>
                        <a:rPr lang="en-US" sz="1400" dirty="0">
                          <a:solidFill>
                            <a:sysClr val="windowText" lastClr="000000"/>
                          </a:solidFill>
                          <a:latin typeface="Yu Gothic UI Semilight" panose="020B0400000000000000" pitchFamily="34" charset="-128"/>
                        </a:rPr>
                        <a:t>+25%</a:t>
                      </a:r>
                    </a:p>
                  </a:txBody>
                  <a:tcPr anchor="ctr"/>
                </a:tc>
                <a:extLst>
                  <a:ext uri="{0D108BD9-81ED-4DB2-BD59-A6C34878D82A}">
                    <a16:rowId xmlns:a16="http://schemas.microsoft.com/office/drawing/2014/main" val="1031597798"/>
                  </a:ext>
                </a:extLst>
              </a:tr>
              <a:tr h="541020">
                <a:tc>
                  <a:txBody>
                    <a:bodyPr/>
                    <a:lstStyle/>
                    <a:p>
                      <a:pPr algn="ctr"/>
                      <a:r>
                        <a:rPr lang="en-US" sz="1400" dirty="0">
                          <a:solidFill>
                            <a:sysClr val="windowText" lastClr="000000"/>
                          </a:solidFill>
                          <a:latin typeface="Yu Gothic UI Semilight" panose="020B0400000000000000" pitchFamily="34" charset="-128"/>
                        </a:rPr>
                        <a:t>Operating margin</a:t>
                      </a:r>
                    </a:p>
                  </a:txBody>
                  <a:tcPr anchor="ctr"/>
                </a:tc>
                <a:tc>
                  <a:txBody>
                    <a:bodyPr/>
                    <a:lstStyle/>
                    <a:p>
                      <a:pPr algn="ctr"/>
                      <a:r>
                        <a:rPr lang="en-US" sz="1400" dirty="0">
                          <a:solidFill>
                            <a:sysClr val="windowText" lastClr="000000"/>
                          </a:solidFill>
                          <a:latin typeface="Yu Gothic UI Semilight" panose="020B0400000000000000" pitchFamily="34" charset="-128"/>
                        </a:rPr>
                        <a:t>40%</a:t>
                      </a:r>
                    </a:p>
                  </a:txBody>
                  <a:tcPr anchor="ctr"/>
                </a:tc>
                <a:tc>
                  <a:txBody>
                    <a:bodyPr/>
                    <a:lstStyle/>
                    <a:p>
                      <a:pPr algn="ctr"/>
                      <a:r>
                        <a:rPr lang="en-US" sz="1400" dirty="0">
                          <a:solidFill>
                            <a:sysClr val="windowText" lastClr="000000"/>
                          </a:solidFill>
                          <a:latin typeface="Yu Gothic UI Semilight" panose="020B0400000000000000" pitchFamily="34" charset="-128"/>
                        </a:rPr>
                        <a:t>36%</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extLst>
                  <a:ext uri="{0D108BD9-81ED-4DB2-BD59-A6C34878D82A}">
                    <a16:rowId xmlns:a16="http://schemas.microsoft.com/office/drawing/2014/main" val="1194376521"/>
                  </a:ext>
                </a:extLst>
              </a:tr>
              <a:tr h="541020">
                <a:tc>
                  <a:txBody>
                    <a:bodyPr/>
                    <a:lstStyle/>
                    <a:p>
                      <a:pPr algn="ctr"/>
                      <a:r>
                        <a:rPr lang="en-US" sz="1400" dirty="0">
                          <a:solidFill>
                            <a:sysClr val="windowText" lastClr="000000"/>
                          </a:solidFill>
                          <a:latin typeface="Yu Gothic UI Semilight" panose="020B0400000000000000" pitchFamily="34" charset="-128"/>
                        </a:rPr>
                        <a:t>Cash reserves</a:t>
                      </a:r>
                    </a:p>
                  </a:txBody>
                  <a:tcPr anchor="ctr"/>
                </a:tc>
                <a:tc>
                  <a:txBody>
                    <a:bodyPr/>
                    <a:lstStyle/>
                    <a:p>
                      <a:pPr algn="ctr"/>
                      <a:r>
                        <a:rPr lang="en-US" sz="1400" dirty="0">
                          <a:solidFill>
                            <a:sysClr val="windowText" lastClr="000000"/>
                          </a:solidFill>
                          <a:latin typeface="Yu Gothic UI Semilight" panose="020B0400000000000000" pitchFamily="34" charset="-128"/>
                        </a:rPr>
                        <a:t>$5,000,000</a:t>
                      </a:r>
                    </a:p>
                  </a:txBody>
                  <a:tcPr anchor="ctr"/>
                </a:tc>
                <a:tc>
                  <a:txBody>
                    <a:bodyPr/>
                    <a:lstStyle/>
                    <a:p>
                      <a:pPr algn="ctr"/>
                      <a:r>
                        <a:rPr lang="en-US" sz="1400" dirty="0">
                          <a:solidFill>
                            <a:sysClr val="windowText" lastClr="000000"/>
                          </a:solidFill>
                          <a:latin typeface="Yu Gothic UI Semilight" panose="020B0400000000000000" pitchFamily="34" charset="-128"/>
                        </a:rPr>
                        <a:t>$4,500,000</a:t>
                      </a:r>
                    </a:p>
                  </a:txBody>
                  <a:tcPr anchor="ctr"/>
                </a:tc>
                <a:tc>
                  <a:txBody>
                    <a:bodyPr/>
                    <a:lstStyle/>
                    <a:p>
                      <a:pPr algn="ctr"/>
                      <a:r>
                        <a:rPr lang="en-US" sz="1400" dirty="0">
                          <a:solidFill>
                            <a:sysClr val="windowText" lastClr="000000"/>
                          </a:solidFill>
                          <a:latin typeface="Yu Gothic UI Semilight" panose="020B0400000000000000" pitchFamily="34" charset="-128"/>
                        </a:rPr>
                        <a:t>+11%</a:t>
                      </a:r>
                    </a:p>
                  </a:txBody>
                  <a:tcPr anchor="ctr"/>
                </a:tc>
                <a:extLst>
                  <a:ext uri="{0D108BD9-81ED-4DB2-BD59-A6C34878D82A}">
                    <a16:rowId xmlns:a16="http://schemas.microsoft.com/office/drawing/2014/main" val="1918266800"/>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Innovative solutions</a:t>
            </a:r>
          </a:p>
        </p:txBody>
      </p:sp>
    </p:spTree>
    <p:extLst>
      <p:ext uri="{BB962C8B-B14F-4D97-AF65-F5344CB8AC3E}">
        <p14:creationId xmlns:p14="http://schemas.microsoft.com/office/powerpoint/2010/main" val="3058085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title"/>
          </p:nvPr>
        </p:nvSpPr>
        <p:spPr>
          <a:xfrm>
            <a:off x="1754505" y="1013460"/>
            <a:ext cx="8682990" cy="2230802"/>
          </a:xfrm>
          <a:noFill/>
        </p:spPr>
        <p:txBody>
          <a:bodyPr anchor="ctr">
            <a:noAutofit/>
          </a:bodyPr>
          <a:lstStyle/>
          <a:p>
            <a:r>
              <a:rPr lang="en-US" noProof="0"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idx="1"/>
          </p:nvPr>
        </p:nvSpPr>
        <p:spPr>
          <a:xfrm>
            <a:off x="1754505" y="3429000"/>
            <a:ext cx="8682989" cy="2230802"/>
          </a:xfrm>
          <a:noFill/>
        </p:spPr>
        <p:txBody>
          <a:bodyPr vert="horz" lIns="91440" tIns="45720" rIns="91440" bIns="45720" rtlCol="0" anchor="t" anchorCtr="0">
            <a:normAutofit/>
          </a:bodyPr>
          <a:lstStyle/>
          <a:p>
            <a:r>
              <a:rPr lang="en-US" noProof="0" dirty="0"/>
              <a:t>Peyton Davis | 424-555-0124</a:t>
            </a:r>
          </a:p>
          <a:p>
            <a:r>
              <a:rPr lang="en-US" noProof="0" dirty="0"/>
              <a:t>peyton@northwindtraders.com</a:t>
            </a:r>
          </a:p>
          <a:p>
            <a:r>
              <a:rPr lang="en-US" noProof="0" dirty="0"/>
              <a:t>www.northwindtraders.com</a:t>
            </a:r>
          </a:p>
        </p:txBody>
      </p:sp>
    </p:spTree>
    <p:extLst>
      <p:ext uri="{BB962C8B-B14F-4D97-AF65-F5344CB8AC3E}">
        <p14:creationId xmlns:p14="http://schemas.microsoft.com/office/powerpoint/2010/main" val="2715385371"/>
      </p:ext>
    </p:extLst>
  </p:cSld>
  <p:clrMapOvr>
    <a:masterClrMapping/>
  </p:clrMapOvr>
</p:sld>
</file>

<file path=ppt/theme/theme1.xml><?xml version="1.0" encoding="utf-8"?>
<a:theme xmlns:a="http://schemas.openxmlformats.org/drawingml/2006/main" name="Custom">
  <a:themeElements>
    <a:clrScheme name="Custom 269">
      <a:dk1>
        <a:sysClr val="windowText" lastClr="000000"/>
      </a:dk1>
      <a:lt1>
        <a:sysClr val="window" lastClr="FFFFFF"/>
      </a:lt1>
      <a:dk2>
        <a:srgbClr val="775F55"/>
      </a:dk2>
      <a:lt2>
        <a:srgbClr val="EBDDC3"/>
      </a:lt2>
      <a:accent1>
        <a:srgbClr val="E69F9A"/>
      </a:accent1>
      <a:accent2>
        <a:srgbClr val="C38C44"/>
      </a:accent2>
      <a:accent3>
        <a:srgbClr val="B32752"/>
      </a:accent3>
      <a:accent4>
        <a:srgbClr val="F5BF77"/>
      </a:accent4>
      <a:accent5>
        <a:srgbClr val="BDBB78"/>
      </a:accent5>
      <a:accent6>
        <a:srgbClr val="9FCDC6"/>
      </a:accent6>
      <a:hlink>
        <a:srgbClr val="F7B615"/>
      </a:hlink>
      <a:folHlink>
        <a:srgbClr val="704404"/>
      </a:folHlink>
    </a:clrScheme>
    <a:fontScheme name="Custom 190">
      <a:majorFont>
        <a:latin typeface="DM Serif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88997677_win32_LW_V2" id="{A337E98B-B78A-4478-A7B4-5BC118FBE473}" vid="{BFD76E1B-16BC-4706-8DD0-46BF66D357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Props1.xml><?xml version="1.0" encoding="utf-8"?>
<ds:datastoreItem xmlns:ds="http://schemas.openxmlformats.org/officeDocument/2006/customXml" ds:itemID="{0F60B100-7079-4DE7-AF7C-20BFB1D62C46}">
  <ds:schemaRefs>
    <ds:schemaRef ds:uri="http://schemas.microsoft.com/sharepoint/v3/contenttype/forms"/>
  </ds:schemaRefs>
</ds:datastoreItem>
</file>

<file path=customXml/itemProps2.xml><?xml version="1.0" encoding="utf-8"?>
<ds:datastoreItem xmlns:ds="http://schemas.openxmlformats.org/officeDocument/2006/customXml" ds:itemID="{118B1F56-8983-41A9-8E90-86247BC2C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Rose suite presentation</Template>
  <TotalTime>0</TotalTime>
  <Words>1304</Words>
  <Application>Microsoft Office PowerPoint</Application>
  <PresentationFormat>Widescreen</PresentationFormat>
  <Paragraphs>153</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Yu Gothic UI Semilight</vt:lpstr>
      <vt:lpstr>Arial</vt:lpstr>
      <vt:lpstr>Calibri</vt:lpstr>
      <vt:lpstr>Courier New</vt:lpstr>
      <vt:lpstr>DM Serif Display</vt:lpstr>
      <vt:lpstr>Custom</vt:lpstr>
      <vt:lpstr>OKCupid – Machine Learning Analysis</vt:lpstr>
      <vt:lpstr>Introduction</vt:lpstr>
      <vt:lpstr>“In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 Codecademy</vt:lpstr>
      <vt:lpstr>Overview</vt:lpstr>
      <vt:lpstr>Project Goals</vt:lpstr>
      <vt:lpstr>EDA</vt:lpstr>
      <vt:lpstr>The Dataset</vt:lpstr>
      <vt:lpstr>Numeric Data</vt:lpstr>
      <vt:lpstr>Categorical Data</vt:lpstr>
      <vt:lpstr>Target Label</vt:lpstr>
      <vt:lpstr>Key Observations</vt:lpstr>
      <vt:lpstr>Data Preprocessing </vt:lpstr>
      <vt:lpstr>Preprocessing Overview</vt:lpstr>
      <vt:lpstr>Data Cleaning</vt:lpstr>
      <vt:lpstr>Feature Selection</vt:lpstr>
      <vt:lpstr>Feature Preprocessing</vt:lpstr>
      <vt:lpstr>Model Building</vt:lpstr>
      <vt:lpstr>Model Evaluation</vt:lpstr>
      <vt:lpstr>Conclusion</vt:lpstr>
      <vt:lpstr>Product launch  timeline</vt:lpstr>
      <vt:lpstr>Marketing  strategies</vt:lpstr>
      <vt:lpstr>Financial  overview</vt:lpstr>
      <vt:lpstr>Quarterly  targets</vt:lpstr>
      <vt:lpstr>Financial  snapshot</vt:lpstr>
      <vt:lpstr>Innovative solutions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Azhar Majothi</dc:creator>
  <cp:lastModifiedBy>Azhar Majothi</cp:lastModifiedBy>
  <cp:revision>25</cp:revision>
  <dcterms:created xsi:type="dcterms:W3CDTF">2026-08-19T21:28:35Z</dcterms:created>
  <dcterms:modified xsi:type="dcterms:W3CDTF">2026-08-27T19:50:04Z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