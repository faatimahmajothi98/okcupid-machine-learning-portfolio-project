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5"/>
  </p:notesMasterIdLst>
  <p:handoutMasterIdLst>
    <p:handoutMasterId r:id="rId36"/>
  </p:handoutMasterIdLst>
  <p:sldIdLst>
    <p:sldId id="256" r:id="rId5"/>
    <p:sldId id="270" r:id="rId6"/>
    <p:sldId id="284" r:id="rId7"/>
    <p:sldId id="271" r:id="rId8"/>
    <p:sldId id="269" r:id="rId9"/>
    <p:sldId id="279" r:id="rId10"/>
    <p:sldId id="266" r:id="rId11"/>
    <p:sldId id="285" r:id="rId12"/>
    <p:sldId id="291" r:id="rId13"/>
    <p:sldId id="286" r:id="rId14"/>
    <p:sldId id="293" r:id="rId15"/>
    <p:sldId id="280" r:id="rId16"/>
    <p:sldId id="292" r:id="rId17"/>
    <p:sldId id="288" r:id="rId18"/>
    <p:sldId id="294" r:id="rId19"/>
    <p:sldId id="290" r:id="rId20"/>
    <p:sldId id="281" r:id="rId21"/>
    <p:sldId id="273" r:id="rId22"/>
    <p:sldId id="295" r:id="rId23"/>
    <p:sldId id="296" r:id="rId24"/>
    <p:sldId id="297" r:id="rId25"/>
    <p:sldId id="298" r:id="rId26"/>
    <p:sldId id="282" r:id="rId27"/>
    <p:sldId id="272" r:id="rId28"/>
    <p:sldId id="274" r:id="rId29"/>
    <p:sldId id="275" r:id="rId30"/>
    <p:sldId id="276" r:id="rId31"/>
    <p:sldId id="267" r:id="rId32"/>
    <p:sldId id="277" r:id="rId33"/>
    <p:sldId id="278" r:id="rId34"/>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3130F881-AAFC-4F2B-8BDE-A1332839FFB5}">
          <p14:sldIdLst>
            <p14:sldId id="256"/>
            <p14:sldId id="270"/>
            <p14:sldId id="284"/>
            <p14:sldId id="271"/>
            <p14:sldId id="269"/>
          </p14:sldIdLst>
        </p14:section>
        <p14:section name="Exploratory Data Analysis" id="{D03DC641-89FD-4FF0-900B-29A03BBE9F24}">
          <p14:sldIdLst>
            <p14:sldId id="279"/>
            <p14:sldId id="266"/>
            <p14:sldId id="285"/>
            <p14:sldId id="291"/>
            <p14:sldId id="286"/>
            <p14:sldId id="293"/>
          </p14:sldIdLst>
        </p14:section>
        <p14:section name="Data Preprocessing" id="{E45C9DD3-3983-402D-9ADA-41B6D8F2EC84}">
          <p14:sldIdLst>
            <p14:sldId id="280"/>
            <p14:sldId id="292"/>
            <p14:sldId id="288"/>
            <p14:sldId id="294"/>
            <p14:sldId id="290"/>
          </p14:sldIdLst>
        </p14:section>
        <p14:section name="Model Building" id="{C57D0D48-4BFF-447E-AE1B-027BA2C66E31}">
          <p14:sldIdLst>
            <p14:sldId id="281"/>
            <p14:sldId id="273"/>
            <p14:sldId id="295"/>
            <p14:sldId id="296"/>
            <p14:sldId id="297"/>
            <p14:sldId id="298"/>
          </p14:sldIdLst>
        </p14:section>
        <p14:section name="Model Evaluation" id="{C4FF13F1-7E39-4AB8-AB4D-D7B290A99173}">
          <p14:sldIdLst>
            <p14:sldId id="282"/>
          </p14:sldIdLst>
        </p14:section>
        <p14:section name="Conclusion" id="{D40678AF-1A16-4A05-8F05-5E5965F8B786}">
          <p14:sldIdLst>
            <p14:sldId id="272"/>
            <p14:sldId id="274"/>
            <p14:sldId id="275"/>
            <p14:sldId id="276"/>
            <p14:sldId id="267"/>
            <p14:sldId id="277"/>
            <p14:sldId id="278"/>
          </p14:sldIdLst>
        </p14:section>
      </p14:sectionLst>
    </p:ext>
    <p:ext uri="{EFAFB233-063F-42B5-8137-9DF3F51BA10A}">
      <p15:sldGuideLst xmlns:p15="http://schemas.microsoft.com/office/powerpoint/2012/main">
        <p15:guide id="2" pos="3840" userDrawn="1">
          <p15:clr>
            <a:srgbClr val="A4A3A4"/>
          </p15:clr>
        </p15:guide>
        <p15:guide id="7" orient="horz" pos="2500" userDrawn="1">
          <p15:clr>
            <a:srgbClr val="A4A3A4"/>
          </p15:clr>
        </p15:guide>
        <p15:guide id="8" pos="4951"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32752"/>
    <a:srgbClr val="E3A097"/>
    <a:srgbClr val="F5D9D7"/>
    <a:srgbClr val="263025"/>
    <a:srgbClr val="334031"/>
    <a:srgbClr val="8A9161"/>
    <a:srgbClr val="81875A"/>
    <a:srgbClr val="000000"/>
    <a:srgbClr val="EFE0BE"/>
    <a:srgbClr val="F7F1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8799B23B-EC83-4686-B30A-512413B5E67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guide pos="3840"/>
        <p:guide orient="horz" pos="2500"/>
        <p:guide pos="4951"/>
      </p:guideLst>
    </p:cSldViewPr>
  </p:slideViewPr>
  <p:notesTextViewPr>
    <p:cViewPr>
      <p:scale>
        <a:sx n="1" d="1"/>
        <a:sy n="1" d="1"/>
      </p:scale>
      <p:origin x="0" y="0"/>
    </p:cViewPr>
  </p:notesTextViewPr>
  <p:sorterViewPr>
    <p:cViewPr varScale="1">
      <p:scale>
        <a:sx n="100" d="100"/>
        <a:sy n="100" d="100"/>
      </p:scale>
      <p:origin x="0" y="0"/>
    </p:cViewPr>
  </p:sorterViewPr>
  <p:notesViewPr>
    <p:cSldViewPr snapToGrid="0">
      <p:cViewPr>
        <p:scale>
          <a:sx n="1" d="2"/>
          <a:sy n="1" d="2"/>
        </p:scale>
        <p:origin x="2621" y="69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8" Type="http://schemas.openxmlformats.org/officeDocument/2006/relationships/slide" Target="slides/slide4.xml"/><Relationship Id="rId3" Type="http://schemas.openxmlformats.org/officeDocument/2006/relationships/customXml" Target="../customXml/item3.xml"/></Relationships>
</file>

<file path=ppt/diagrams/_rels/data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image" Target="../media/image5.svg"/><Relationship Id="rId4" Type="http://schemas.openxmlformats.org/officeDocument/2006/relationships/image" Target="../media/image8.svg"/></Relationships>
</file>

<file path=ppt/diagrams/_rels/data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image" Target="../media/image9.jpg"/></Relationships>
</file>

<file path=ppt/diagrams/_rels/drawing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image" Target="../media/image5.svg"/><Relationship Id="rId4" Type="http://schemas.openxmlformats.org/officeDocument/2006/relationships/image" Target="../media/image8.svg"/></Relationships>
</file>

<file path=ppt/diagrams/_rels/drawing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image" Target="../media/image9.jpg"/></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2#3">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0NoLn">
    <dgm:fillClrLst meth="repeat">
      <a:schemeClr val="accent3"/>
    </dgm:fillClrLst>
    <dgm:linClrLst meth="repeat">
      <a:schemeClr val="lt1">
        <a:alpha val="0"/>
      </a:schemeClr>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node1NoLn">
    <dgm:fillClrLst meth="repeat">
      <a:schemeClr val="accent3"/>
    </dgm:fillClrLst>
    <dgm:linClrLst meth="repeat">
      <a:schemeClr val="lt1">
        <a:alpha val="0"/>
      </a:schemeClr>
    </dgm:linClrLst>
    <dgm:effectClrLst/>
    <dgm:txLinClrLst/>
    <dgm:txFillClrLst/>
    <dgm:txEffectClrLst/>
  </dgm:styleLbl>
  <dgm:styleLbl name="ltNode1NoLn">
    <dgm:fillClrLst meth="repeat">
      <a:schemeClr val="accent3">
        <a:tint val="75000"/>
      </a:schemeClr>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2NoLn">
    <dgm:fillClrLst meth="repeat">
      <a:schemeClr val="accent3"/>
    </dgm:fillClrLst>
    <dgm:linClrLst meth="repeat">
      <a:schemeClr val="lt1">
        <a:alpha val="0"/>
      </a:schemeClr>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3NoLn">
    <dgm:fillClrLst meth="repeat">
      <a:schemeClr val="accent3"/>
    </dgm:fillClrLst>
    <dgm:linClrLst meth="repeat">
      <a:schemeClr val="lt1">
        <a:alpha val="0"/>
      </a:schemeClr>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node4NoLn">
    <dgm:fillClrLst meth="repeat">
      <a:schemeClr val="accent3"/>
    </dgm:fillClrLst>
    <dgm:linClrLst meth="repeat">
      <a:schemeClr val="lt1">
        <a:alpha val="0"/>
      </a:schemeClr>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3_2#15">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3_2#4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1NoLn">
    <dgm:fillClrLst meth="repeat">
      <a:schemeClr val="accent1"/>
    </dgm:fillClrLst>
    <dgm:linClrLst meth="repeat">
      <a:schemeClr val="lt1">
        <a:alpha val="0"/>
      </a:schemeClr>
    </dgm:linClrLst>
    <dgm:effectClrLst/>
    <dgm:txLinClrLst/>
    <dgm:txFillClrLst/>
    <dgm:txEffectClrLst/>
  </dgm:styleLbl>
  <dgm:styleLbl name="ltNode1NoLn">
    <dgm:fillClrLst meth="repeat">
      <a:schemeClr val="accent1">
        <a:tint val="75000"/>
      </a:schemeClr>
    </dgm:fillClrLst>
    <dgm:linClrLst meth="repeat">
      <a:schemeClr val="lt1">
        <a:alpha val="0"/>
      </a:schemeClr>
    </dgm:linClrLst>
    <dgm:effectClrLst/>
    <dgm:txLinClrLst/>
    <dgm:txFillClrLst meth="repeat">
      <a:schemeClr val="dk1"/>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2NoLn">
    <dgm:fillClrLst meth="repeat">
      <a:schemeClr val="accent1"/>
    </dgm:fillClrLst>
    <dgm:linClrLst meth="repeat">
      <a:schemeClr val="lt1">
        <a:alpha val="0"/>
      </a:schemeClr>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3NoLn">
    <dgm:fillClrLst meth="repeat">
      <a:schemeClr val="accent1"/>
    </dgm:fillClrLst>
    <dgm:linClrLst meth="repeat">
      <a:schemeClr val="lt1">
        <a:alpha val="0"/>
      </a:schemeClr>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node4NoLn">
    <dgm:fillClrLst meth="repeat">
      <a:schemeClr val="accent1"/>
    </dgm:fillClrLst>
    <dgm:linClrLst meth="repeat">
      <a:schemeClr val="lt1">
        <a:alpha val="0"/>
      </a:schemeClr>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AFF0D854-D0AB-4EBF-A50D-406D9CAF04D4}" type="doc">
      <dgm:prSet loTypeId="urn:microsoft.com/office/officeart/2026/layout/TextCardShortLine" loCatId="textcard" qsTypeId="urn:microsoft.com/office/officeart/2005/8/quickstyle/simple1#1" qsCatId="simple" csTypeId="urn:microsoft.com/office/officeart/2005/8/colors/accent1_2#1" csCatId="accent1" phldr="1"/>
      <dgm:spPr/>
      <dgm:t>
        <a:bodyPr/>
        <a:lstStyle/>
        <a:p>
          <a:endParaRPr lang="en-GB"/>
        </a:p>
      </dgm:t>
    </dgm:pt>
    <dgm:pt modelId="{D84B216A-033E-4668-8998-AB46541AFBE9}">
      <dgm:prSet phldrT="Title" phldr="0"/>
      <dgm:spPr/>
      <dgm:t>
        <a:bodyPr/>
        <a:lstStyle/>
        <a:p>
          <a:pPr>
            <a:defRPr b="1"/>
          </a:pPr>
          <a:r>
            <a:rPr lang="en-GB" dirty="0"/>
            <a:t>Overview</a:t>
          </a:r>
        </a:p>
      </dgm:t>
    </dgm:pt>
    <dgm:pt modelId="{39DC6F0C-B00D-4C08-BD72-2C225B0566E4}" type="parTrans" cxnId="{7A5760F8-0E16-45CD-A178-EB52CAA55FB5}">
      <dgm:prSet/>
      <dgm:spPr/>
      <dgm:t>
        <a:bodyPr/>
        <a:lstStyle/>
        <a:p>
          <a:endParaRPr lang="en-GB"/>
        </a:p>
      </dgm:t>
    </dgm:pt>
    <dgm:pt modelId="{23EBB93B-D174-4B2A-ABBE-E451D20D925B}" type="sibTrans" cxnId="{7A5760F8-0E16-45CD-A178-EB52CAA55FB5}">
      <dgm:prSet/>
      <dgm:spPr/>
      <dgm:t>
        <a:bodyPr/>
        <a:lstStyle/>
        <a:p>
          <a:endParaRPr lang="en-GB"/>
        </a:p>
      </dgm:t>
    </dgm:pt>
    <dgm:pt modelId="{FA1800FE-3377-4C70-BD44-E7E8A8CE7CF2}">
      <dgm:prSet phldrT="Description" phldr="0" custT="1"/>
      <dgm:spPr/>
      <dgm:t>
        <a:bodyPr/>
        <a:lstStyle/>
        <a:p>
          <a:r>
            <a:rPr lang="en-GB" sz="1200" b="0" i="0" dirty="0">
              <a:latin typeface="Yu Gothic UI Semilight" panose="020B0400000000000000" pitchFamily="34" charset="-128"/>
              <a:ea typeface="Yu Gothic UI Semilight" panose="020B0400000000000000" pitchFamily="34" charset="-128"/>
            </a:rPr>
            <a:t>The </a:t>
          </a:r>
          <a:r>
            <a:rPr lang="en-GB" sz="1200" b="0" i="0" dirty="0" err="1">
              <a:latin typeface="Yu Gothic UI Semilight" panose="020B0400000000000000" pitchFamily="34" charset="-128"/>
              <a:ea typeface="Yu Gothic UI Semilight" panose="020B0400000000000000" pitchFamily="34" charset="-128"/>
            </a:rPr>
            <a:t>OKCupid</a:t>
          </a:r>
          <a:r>
            <a:rPr lang="en-GB" sz="1200" b="0" i="0" dirty="0">
              <a:latin typeface="Yu Gothic UI Semilight" panose="020B0400000000000000" pitchFamily="34" charset="-128"/>
              <a:ea typeface="Yu Gothic UI Semilight" panose="020B0400000000000000" pitchFamily="34" charset="-128"/>
            </a:rPr>
            <a:t> dataset, </a:t>
          </a:r>
          <a:r>
            <a:rPr lang="en-GB" sz="1100" b="0" i="0" dirty="0">
              <a:latin typeface="Courier New" panose="02070309020205020404" pitchFamily="49" charset="0"/>
              <a:cs typeface="Courier New" panose="02070309020205020404" pitchFamily="49" charset="0"/>
            </a:rPr>
            <a:t>profiles.csv</a:t>
          </a:r>
          <a:r>
            <a:rPr lang="en-GB" sz="1200" b="0" i="0" dirty="0">
              <a:latin typeface="Yu Gothic UI Semilight" panose="020B0400000000000000" pitchFamily="34" charset="-128"/>
              <a:ea typeface="Yu Gothic UI Semilight" panose="020B0400000000000000" pitchFamily="34" charset="-128"/>
            </a:rPr>
            <a:t>,</a:t>
          </a:r>
          <a:r>
            <a:rPr lang="en-GB" sz="1400" b="0" i="0" dirty="0">
              <a:latin typeface="Yu Gothic UI Semilight" panose="020B0400000000000000" pitchFamily="34" charset="-128"/>
              <a:ea typeface="Yu Gothic UI Semilight" panose="020B0400000000000000" pitchFamily="34" charset="-128"/>
            </a:rPr>
            <a:t> </a:t>
          </a:r>
          <a:r>
            <a:rPr lang="en-GB" sz="1200" b="0" i="0" dirty="0">
              <a:latin typeface="Yu Gothic UI Semilight" panose="020B0400000000000000" pitchFamily="34" charset="-128"/>
              <a:ea typeface="Yu Gothic UI Semilight" panose="020B0400000000000000" pitchFamily="34" charset="-128"/>
            </a:rPr>
            <a:t>contained over 59,946 rows of user data. Most features were short answers to multiple-choice questions, while some were unrestricted </a:t>
          </a:r>
          <a:r>
            <a:rPr lang="en-GB" sz="1200" b="1" i="0" dirty="0">
              <a:latin typeface="Yu Gothic UI Semilight" panose="020B0400000000000000" pitchFamily="34" charset="-128"/>
              <a:ea typeface="Yu Gothic UI Semilight" panose="020B0400000000000000" pitchFamily="34" charset="-128"/>
            </a:rPr>
            <a:t>essay</a:t>
          </a:r>
          <a:r>
            <a:rPr lang="en-GB" sz="1200" b="0" i="0" dirty="0">
              <a:latin typeface="Yu Gothic UI Semilight" panose="020B0400000000000000" pitchFamily="34" charset="-128"/>
              <a:ea typeface="Yu Gothic UI Semilight" panose="020B0400000000000000" pitchFamily="34" charset="-128"/>
            </a:rPr>
            <a:t> responses. As the </a:t>
          </a:r>
          <a:r>
            <a:rPr lang="en-GB" sz="1200" b="1" i="0" dirty="0">
              <a:latin typeface="Yu Gothic UI Semilight" panose="020B0400000000000000" pitchFamily="34" charset="-128"/>
              <a:ea typeface="Yu Gothic UI Semilight" panose="020B0400000000000000" pitchFamily="34" charset="-128"/>
            </a:rPr>
            <a:t>essay</a:t>
          </a:r>
          <a:r>
            <a:rPr lang="en-GB" sz="1200" b="0" i="0" dirty="0">
              <a:latin typeface="Yu Gothic UI Semilight" panose="020B0400000000000000" pitchFamily="34" charset="-128"/>
              <a:ea typeface="Yu Gothic UI Semilight" panose="020B0400000000000000" pitchFamily="34" charset="-128"/>
            </a:rPr>
            <a:t> questions were open-ended, they were not relevant to the project goals.</a:t>
          </a:r>
          <a:endParaRPr lang="en-GB" sz="1200" dirty="0">
            <a:latin typeface="Yu Gothic UI Semilight" panose="020B0400000000000000" pitchFamily="34" charset="-128"/>
            <a:ea typeface="Yu Gothic UI Semilight" panose="020B0400000000000000" pitchFamily="34" charset="-128"/>
          </a:endParaRPr>
        </a:p>
      </dgm:t>
    </dgm:pt>
    <dgm:pt modelId="{CD360F8C-82B0-462C-98A6-7C56C112E0E1}" type="parTrans" cxnId="{4CE001FF-9370-44D5-AB32-B7B3DC3639E4}">
      <dgm:prSet/>
      <dgm:spPr/>
      <dgm:t>
        <a:bodyPr/>
        <a:lstStyle/>
        <a:p>
          <a:endParaRPr lang="en-GB"/>
        </a:p>
      </dgm:t>
    </dgm:pt>
    <dgm:pt modelId="{B366E226-9A8D-4DB5-90F1-B0DFCE596019}" type="sibTrans" cxnId="{4CE001FF-9370-44D5-AB32-B7B3DC3639E4}">
      <dgm:prSet/>
      <dgm:spPr/>
      <dgm:t>
        <a:bodyPr/>
        <a:lstStyle/>
        <a:p>
          <a:endParaRPr lang="en-GB"/>
        </a:p>
      </dgm:t>
    </dgm:pt>
    <dgm:pt modelId="{B2C08B0C-A43A-442F-8E02-54C6E65B69B6}">
      <dgm:prSet phldrT="Title" phldr="0"/>
      <dgm:spPr/>
      <dgm:t>
        <a:bodyPr/>
        <a:lstStyle/>
        <a:p>
          <a:pPr>
            <a:defRPr b="1"/>
          </a:pPr>
          <a:r>
            <a:rPr lang="en-GB" dirty="0"/>
            <a:t>Details</a:t>
          </a:r>
        </a:p>
      </dgm:t>
    </dgm:pt>
    <dgm:pt modelId="{546EBDF4-439F-41E3-BFA7-C5B0C9524E3D}" type="parTrans" cxnId="{F7F37D53-7A32-4D17-A6DA-CC68EE6E3BAB}">
      <dgm:prSet/>
      <dgm:spPr/>
      <dgm:t>
        <a:bodyPr/>
        <a:lstStyle/>
        <a:p>
          <a:endParaRPr lang="en-GB"/>
        </a:p>
      </dgm:t>
    </dgm:pt>
    <dgm:pt modelId="{BAC00185-4370-4081-B638-D57FAA46D925}" type="sibTrans" cxnId="{F7F37D53-7A32-4D17-A6DA-CC68EE6E3BAB}">
      <dgm:prSet/>
      <dgm:spPr/>
      <dgm:t>
        <a:bodyPr/>
        <a:lstStyle/>
        <a:p>
          <a:endParaRPr lang="en-GB"/>
        </a:p>
      </dgm:t>
    </dgm:pt>
    <dgm:pt modelId="{45E95789-6BD4-47F8-9258-21A59FA309E4}">
      <dgm:prSet phldrT="Description" phldr="0" custT="1"/>
      <dgm:spPr/>
      <dgm:t>
        <a:bodyPr/>
        <a:lstStyle/>
        <a:p>
          <a:r>
            <a:rPr lang="en-GB" sz="1200" dirty="0">
              <a:latin typeface="Yu Gothic UI Semilight" panose="020B0400000000000000" pitchFamily="34" charset="-128"/>
              <a:ea typeface="Yu Gothic UI Semilight" panose="020B0400000000000000" pitchFamily="34" charset="-128"/>
            </a:rPr>
            <a:t>Using the Python </a:t>
          </a:r>
          <a:r>
            <a:rPr lang="en-GB" sz="1200" dirty="0">
              <a:latin typeface="Courier New" panose="02070309020205020404" pitchFamily="49" charset="0"/>
              <a:cs typeface="Courier New" panose="02070309020205020404" pitchFamily="49" charset="0"/>
            </a:rPr>
            <a:t>pandas</a:t>
          </a:r>
          <a:r>
            <a:rPr lang="en-GB" sz="1400" dirty="0"/>
            <a:t> </a:t>
          </a:r>
          <a:r>
            <a:rPr lang="en-GB" sz="1200" dirty="0">
              <a:latin typeface="Yu Gothic UI Semilight" panose="020B0400000000000000" pitchFamily="34" charset="-128"/>
              <a:ea typeface="Yu Gothic UI Semilight" panose="020B0400000000000000" pitchFamily="34" charset="-128"/>
            </a:rPr>
            <a:t>library, we imported the dataset into a </a:t>
          </a:r>
          <a:r>
            <a:rPr lang="en-GB" sz="1200" dirty="0" err="1">
              <a:latin typeface="Yu Gothic UI Semilight" panose="020B0400000000000000" pitchFamily="34" charset="-128"/>
              <a:ea typeface="Yu Gothic UI Semilight" panose="020B0400000000000000" pitchFamily="34" charset="-128"/>
            </a:rPr>
            <a:t>DataFrame</a:t>
          </a:r>
          <a:r>
            <a:rPr lang="en-GB" sz="1200" dirty="0">
              <a:latin typeface="Yu Gothic UI Semilight" panose="020B0400000000000000" pitchFamily="34" charset="-128"/>
              <a:ea typeface="Yu Gothic UI Semilight" panose="020B0400000000000000" pitchFamily="34" charset="-128"/>
            </a:rPr>
            <a:t> called</a:t>
          </a:r>
          <a:r>
            <a:rPr lang="en-GB" sz="1400" dirty="0">
              <a:latin typeface="Yu Gothic UI Semilight" panose="020B0400000000000000" pitchFamily="34" charset="-128"/>
              <a:ea typeface="Yu Gothic UI Semilight" panose="020B0400000000000000" pitchFamily="34" charset="-128"/>
            </a:rPr>
            <a:t> </a:t>
          </a:r>
          <a:r>
            <a:rPr lang="en-GB" sz="1200" dirty="0">
              <a:latin typeface="Courier New" panose="02070309020205020404" pitchFamily="49" charset="0"/>
              <a:cs typeface="Courier New" panose="02070309020205020404" pitchFamily="49" charset="0"/>
            </a:rPr>
            <a:t>profiles</a:t>
          </a:r>
          <a:r>
            <a:rPr lang="en-GB" sz="1400" dirty="0">
              <a:latin typeface="Yu Gothic UI Semilight" panose="020B0400000000000000" pitchFamily="34" charset="-128"/>
              <a:ea typeface="Yu Gothic UI Semilight" panose="020B0400000000000000" pitchFamily="34" charset="-128"/>
            </a:rPr>
            <a:t>. </a:t>
          </a:r>
          <a:r>
            <a:rPr lang="en-GB" sz="1200" dirty="0">
              <a:latin typeface="Yu Gothic UI Semilight" panose="020B0400000000000000" pitchFamily="34" charset="-128"/>
              <a:ea typeface="Yu Gothic UI Semilight" panose="020B0400000000000000" pitchFamily="34" charset="-128"/>
            </a:rPr>
            <a:t>This </a:t>
          </a:r>
          <a:r>
            <a:rPr lang="en-GB" sz="1200" dirty="0" err="1">
              <a:latin typeface="Yu Gothic UI Semilight" panose="020B0400000000000000" pitchFamily="34" charset="-128"/>
              <a:ea typeface="Yu Gothic UI Semilight" panose="020B0400000000000000" pitchFamily="34" charset="-128"/>
            </a:rPr>
            <a:t>DataFrame</a:t>
          </a:r>
          <a:r>
            <a:rPr lang="en-GB" sz="1200" dirty="0">
              <a:latin typeface="Yu Gothic UI Semilight" panose="020B0400000000000000" pitchFamily="34" charset="-128"/>
              <a:ea typeface="Yu Gothic UI Semilight" panose="020B0400000000000000" pitchFamily="34" charset="-128"/>
            </a:rPr>
            <a:t> had 31 columns, which included numeric data, such as </a:t>
          </a:r>
          <a:r>
            <a:rPr lang="en-GB" sz="1200" b="1" dirty="0">
              <a:latin typeface="Yu Gothic UI Semilight" panose="020B0400000000000000" pitchFamily="34" charset="-128"/>
              <a:ea typeface="Yu Gothic UI Semilight" panose="020B0400000000000000" pitchFamily="34" charset="-128"/>
            </a:rPr>
            <a:t>income</a:t>
          </a:r>
          <a:r>
            <a:rPr lang="en-GB" sz="1200" dirty="0">
              <a:latin typeface="Yu Gothic UI Semilight" panose="020B0400000000000000" pitchFamily="34" charset="-128"/>
              <a:ea typeface="Yu Gothic UI Semilight" panose="020B0400000000000000" pitchFamily="34" charset="-128"/>
            </a:rPr>
            <a:t> and </a:t>
          </a:r>
          <a:r>
            <a:rPr lang="en-GB" sz="1200" b="1" dirty="0">
              <a:latin typeface="Yu Gothic UI Semilight" panose="020B0400000000000000" pitchFamily="34" charset="-128"/>
              <a:ea typeface="Yu Gothic UI Semilight" panose="020B0400000000000000" pitchFamily="34" charset="-128"/>
            </a:rPr>
            <a:t>age</a:t>
          </a:r>
          <a:r>
            <a:rPr lang="en-GB" sz="1200" dirty="0">
              <a:latin typeface="Yu Gothic UI Semilight" panose="020B0400000000000000" pitchFamily="34" charset="-128"/>
              <a:ea typeface="Yu Gothic UI Semilight" panose="020B0400000000000000" pitchFamily="34" charset="-128"/>
            </a:rPr>
            <a:t>, and categorical data, such as </a:t>
          </a:r>
          <a:r>
            <a:rPr lang="en-GB" sz="1200" b="1" dirty="0">
              <a:latin typeface="Yu Gothic UI Semilight" panose="020B0400000000000000" pitchFamily="34" charset="-128"/>
              <a:ea typeface="Yu Gothic UI Semilight" panose="020B0400000000000000" pitchFamily="34" charset="-128"/>
            </a:rPr>
            <a:t>diet</a:t>
          </a:r>
          <a:r>
            <a:rPr lang="en-GB" sz="1200" dirty="0">
              <a:latin typeface="Yu Gothic UI Semilight" panose="020B0400000000000000" pitchFamily="34" charset="-128"/>
              <a:ea typeface="Yu Gothic UI Semilight" panose="020B0400000000000000" pitchFamily="34" charset="-128"/>
            </a:rPr>
            <a:t>, </a:t>
          </a:r>
          <a:r>
            <a:rPr lang="en-GB" sz="1200" b="1" dirty="0">
              <a:latin typeface="Yu Gothic UI Semilight" panose="020B0400000000000000" pitchFamily="34" charset="-128"/>
              <a:ea typeface="Yu Gothic UI Semilight" panose="020B0400000000000000" pitchFamily="34" charset="-128"/>
            </a:rPr>
            <a:t>religion</a:t>
          </a:r>
          <a:r>
            <a:rPr lang="en-GB" sz="1200" dirty="0">
              <a:latin typeface="Yu Gothic UI Semilight" panose="020B0400000000000000" pitchFamily="34" charset="-128"/>
              <a:ea typeface="Yu Gothic UI Semilight" panose="020B0400000000000000" pitchFamily="34" charset="-128"/>
            </a:rPr>
            <a:t>, </a:t>
          </a:r>
          <a:r>
            <a:rPr lang="en-GB" sz="1200" b="1" dirty="0">
              <a:latin typeface="Yu Gothic UI Semilight" panose="020B0400000000000000" pitchFamily="34" charset="-128"/>
              <a:ea typeface="Yu Gothic UI Semilight" panose="020B0400000000000000" pitchFamily="34" charset="-128"/>
            </a:rPr>
            <a:t>smoker</a:t>
          </a:r>
          <a:r>
            <a:rPr lang="en-GB" sz="1200" dirty="0">
              <a:latin typeface="Yu Gothic UI Semilight" panose="020B0400000000000000" pitchFamily="34" charset="-128"/>
              <a:ea typeface="Yu Gothic UI Semilight" panose="020B0400000000000000" pitchFamily="34" charset="-128"/>
            </a:rPr>
            <a:t> status, and zodiac </a:t>
          </a:r>
          <a:r>
            <a:rPr lang="en-GB" sz="1200" b="1" dirty="0">
              <a:latin typeface="Yu Gothic UI Semilight" panose="020B0400000000000000" pitchFamily="34" charset="-128"/>
              <a:ea typeface="Yu Gothic UI Semilight" panose="020B0400000000000000" pitchFamily="34" charset="-128"/>
            </a:rPr>
            <a:t>sign</a:t>
          </a:r>
          <a:r>
            <a:rPr lang="en-GB" sz="1200" dirty="0">
              <a:latin typeface="Yu Gothic UI Semilight" panose="020B0400000000000000" pitchFamily="34" charset="-128"/>
              <a:ea typeface="Yu Gothic UI Semilight" panose="020B0400000000000000" pitchFamily="34" charset="-128"/>
            </a:rPr>
            <a:t>.</a:t>
          </a:r>
          <a:endParaRPr lang="en-GB" sz="1400" dirty="0">
            <a:latin typeface="Yu Gothic UI Semilight" panose="020B0400000000000000" pitchFamily="34" charset="-128"/>
            <a:ea typeface="Yu Gothic UI Semilight" panose="020B0400000000000000" pitchFamily="34" charset="-128"/>
          </a:endParaRPr>
        </a:p>
      </dgm:t>
    </dgm:pt>
    <dgm:pt modelId="{A6220A1E-BB77-472B-960E-F12D63759395}" type="parTrans" cxnId="{633AAA63-0683-4DBE-8089-26A9B0BB3BBA}">
      <dgm:prSet/>
      <dgm:spPr/>
      <dgm:t>
        <a:bodyPr/>
        <a:lstStyle/>
        <a:p>
          <a:endParaRPr lang="en-GB"/>
        </a:p>
      </dgm:t>
    </dgm:pt>
    <dgm:pt modelId="{6244E6B2-2AA7-4E6F-8F5B-17CED60EC799}" type="sibTrans" cxnId="{633AAA63-0683-4DBE-8089-26A9B0BB3BBA}">
      <dgm:prSet/>
      <dgm:spPr/>
      <dgm:t>
        <a:bodyPr/>
        <a:lstStyle/>
        <a:p>
          <a:endParaRPr lang="en-GB"/>
        </a:p>
      </dgm:t>
    </dgm:pt>
    <dgm:pt modelId="{A6DC1595-5AD6-4E16-A2C0-0AD88D240FEC}">
      <dgm:prSet phldrT="Title" phldr="0"/>
      <dgm:spPr/>
      <dgm:t>
        <a:bodyPr/>
        <a:lstStyle/>
        <a:p>
          <a:pPr>
            <a:defRPr b="1"/>
          </a:pPr>
          <a:r>
            <a:rPr lang="en-GB" dirty="0"/>
            <a:t>Obstacles</a:t>
          </a:r>
        </a:p>
      </dgm:t>
    </dgm:pt>
    <dgm:pt modelId="{715A077F-96EF-47F6-B264-4450FA0DEF09}" type="parTrans" cxnId="{120D8649-4900-4925-ADEE-73D796E4A998}">
      <dgm:prSet/>
      <dgm:spPr/>
      <dgm:t>
        <a:bodyPr/>
        <a:lstStyle/>
        <a:p>
          <a:endParaRPr lang="en-GB"/>
        </a:p>
      </dgm:t>
    </dgm:pt>
    <dgm:pt modelId="{88B9B046-AB9F-4F98-B047-33449B97DCF3}" type="sibTrans" cxnId="{120D8649-4900-4925-ADEE-73D796E4A998}">
      <dgm:prSet/>
      <dgm:spPr/>
      <dgm:t>
        <a:bodyPr/>
        <a:lstStyle/>
        <a:p>
          <a:endParaRPr lang="en-GB"/>
        </a:p>
      </dgm:t>
    </dgm:pt>
    <dgm:pt modelId="{CBA84ADA-96E3-4FB9-9169-58908AD71990}">
      <dgm:prSet phldrT="Description" phldr="0" custT="1"/>
      <dgm:spPr/>
      <dgm:t>
        <a:bodyPr/>
        <a:lstStyle/>
        <a:p>
          <a:r>
            <a:rPr lang="en-GB" sz="1200" dirty="0">
              <a:latin typeface="Yu Gothic UI Semilight" panose="020B0400000000000000" pitchFamily="34" charset="-128"/>
              <a:ea typeface="Yu Gothic UI Semilight" panose="020B0400000000000000" pitchFamily="34" charset="-128"/>
            </a:rPr>
            <a:t>Many of the features contained missing rows of data. Some features, such as the </a:t>
          </a:r>
          <a:r>
            <a:rPr lang="en-GB" sz="1200" b="1" i="0" dirty="0">
              <a:latin typeface="Yu Gothic UI Semilight" panose="020B0400000000000000" pitchFamily="34" charset="-128"/>
              <a:ea typeface="Yu Gothic UI Semilight" panose="020B0400000000000000" pitchFamily="34" charset="-128"/>
            </a:rPr>
            <a:t>diet</a:t>
          </a:r>
          <a:r>
            <a:rPr lang="en-GB" sz="1200" b="0" i="0" dirty="0">
              <a:latin typeface="Yu Gothic UI Semilight" panose="020B0400000000000000" pitchFamily="34" charset="-128"/>
              <a:ea typeface="Yu Gothic UI Semilight" panose="020B0400000000000000" pitchFamily="34" charset="-128"/>
            </a:rPr>
            <a:t>, </a:t>
          </a:r>
          <a:r>
            <a:rPr lang="en-GB" sz="1200" b="1" i="0" dirty="0">
              <a:latin typeface="Yu Gothic UI Semilight" panose="020B0400000000000000" pitchFamily="34" charset="-128"/>
              <a:ea typeface="Yu Gothic UI Semilight" panose="020B0400000000000000" pitchFamily="34" charset="-128"/>
            </a:rPr>
            <a:t>offspring</a:t>
          </a:r>
          <a:r>
            <a:rPr lang="en-GB" sz="1200" b="0" i="0" dirty="0">
              <a:latin typeface="Yu Gothic UI Semilight" panose="020B0400000000000000" pitchFamily="34" charset="-128"/>
              <a:ea typeface="Yu Gothic UI Semilight" panose="020B0400000000000000" pitchFamily="34" charset="-128"/>
            </a:rPr>
            <a:t> and </a:t>
          </a:r>
          <a:r>
            <a:rPr lang="en-GB" sz="1200" b="1" i="0" dirty="0">
              <a:latin typeface="Yu Gothic UI Semilight" panose="020B0400000000000000" pitchFamily="34" charset="-128"/>
              <a:ea typeface="Yu Gothic UI Semilight" panose="020B0400000000000000" pitchFamily="34" charset="-128"/>
            </a:rPr>
            <a:t>religion</a:t>
          </a:r>
          <a:r>
            <a:rPr lang="en-GB" sz="1200" b="0" i="0" dirty="0">
              <a:latin typeface="Yu Gothic UI Semilight" panose="020B0400000000000000" pitchFamily="34" charset="-128"/>
              <a:ea typeface="Yu Gothic UI Semilight" panose="020B0400000000000000" pitchFamily="34" charset="-128"/>
            </a:rPr>
            <a:t> columns, had many missing entries, possibly due to the sensitivity of the topics. The </a:t>
          </a:r>
          <a:r>
            <a:rPr lang="en-GB" sz="1200" b="1" i="0" dirty="0">
              <a:latin typeface="Yu Gothic UI Semilight" panose="020B0400000000000000" pitchFamily="34" charset="-128"/>
              <a:ea typeface="Yu Gothic UI Semilight" panose="020B0400000000000000" pitchFamily="34" charset="-128"/>
            </a:rPr>
            <a:t>age</a:t>
          </a:r>
          <a:r>
            <a:rPr lang="en-GB" sz="1200" b="0" i="0" dirty="0">
              <a:latin typeface="Yu Gothic UI Semilight" panose="020B0400000000000000" pitchFamily="34" charset="-128"/>
              <a:ea typeface="Yu Gothic UI Semilight" panose="020B0400000000000000" pitchFamily="34" charset="-128"/>
            </a:rPr>
            <a:t> and </a:t>
          </a:r>
          <a:r>
            <a:rPr lang="en-GB" sz="1200" b="1" i="0" dirty="0">
              <a:latin typeface="Yu Gothic UI Semilight" panose="020B0400000000000000" pitchFamily="34" charset="-128"/>
              <a:ea typeface="Yu Gothic UI Semilight" panose="020B0400000000000000" pitchFamily="34" charset="-128"/>
            </a:rPr>
            <a:t>height</a:t>
          </a:r>
          <a:r>
            <a:rPr lang="en-GB" sz="1200" b="0" i="0" dirty="0">
              <a:latin typeface="Yu Gothic UI Semilight" panose="020B0400000000000000" pitchFamily="34" charset="-128"/>
              <a:ea typeface="Yu Gothic UI Semilight" panose="020B0400000000000000" pitchFamily="34" charset="-128"/>
            </a:rPr>
            <a:t> columns also contained some outliers unlikely to be correct entries. </a:t>
          </a:r>
          <a:endParaRPr lang="en-GB" sz="1200" dirty="0">
            <a:latin typeface="Yu Gothic UI Semilight" panose="020B0400000000000000" pitchFamily="34" charset="-128"/>
            <a:ea typeface="Yu Gothic UI Semilight" panose="020B0400000000000000" pitchFamily="34" charset="-128"/>
          </a:endParaRPr>
        </a:p>
      </dgm:t>
    </dgm:pt>
    <dgm:pt modelId="{4114CAA8-DFAD-4316-80A7-1F9578AD87AC}" type="parTrans" cxnId="{11C305AB-01AC-4735-8EA2-0B16BF5810F4}">
      <dgm:prSet/>
      <dgm:spPr/>
      <dgm:t>
        <a:bodyPr/>
        <a:lstStyle/>
        <a:p>
          <a:endParaRPr lang="en-GB"/>
        </a:p>
      </dgm:t>
    </dgm:pt>
    <dgm:pt modelId="{CCB1F0BA-C179-4AD1-B532-6C18C36AD92D}" type="sibTrans" cxnId="{11C305AB-01AC-4735-8EA2-0B16BF5810F4}">
      <dgm:prSet/>
      <dgm:spPr/>
      <dgm:t>
        <a:bodyPr/>
        <a:lstStyle/>
        <a:p>
          <a:endParaRPr lang="en-GB"/>
        </a:p>
      </dgm:t>
    </dgm:pt>
    <dgm:pt modelId="{90A97E0C-7879-4BC1-B619-5CCF5EE5A88C}" type="pres">
      <dgm:prSet presAssocID="{AFF0D854-D0AB-4EBF-A50D-406D9CAF04D4}" presName="root" presStyleCnt="0">
        <dgm:presLayoutVars>
          <dgm:dir/>
          <dgm:resizeHandles val="exact"/>
        </dgm:presLayoutVars>
      </dgm:prSet>
      <dgm:spPr/>
    </dgm:pt>
    <dgm:pt modelId="{63A09779-0813-4C8C-9AC8-D8ECA4335FDF}" type="pres">
      <dgm:prSet presAssocID="{D84B216A-033E-4668-8998-AB46541AFBE9}" presName="compNode" presStyleCnt="0"/>
      <dgm:spPr/>
    </dgm:pt>
    <dgm:pt modelId="{8E3B3DE9-9986-4CF9-BD2A-7EE019AE550F}" type="pres">
      <dgm:prSet presAssocID="{D84B216A-033E-4668-8998-AB46541AFBE9}" presName="accentLine" presStyleLbl="dkBgShp" presStyleIdx="0" presStyleCnt="3"/>
      <dgm:spPr>
        <a:solidFill>
          <a:schemeClr val="accent1">
            <a:shade val="80000"/>
            <a:hueOff val="0"/>
            <a:satOff val="0"/>
            <a:lumOff val="0"/>
            <a:alphaOff val="0"/>
          </a:schemeClr>
        </a:solidFill>
        <a:ln>
          <a:noFill/>
        </a:ln>
        <a:effectLst/>
      </dgm:spPr>
    </dgm:pt>
    <dgm:pt modelId="{5FC7AB3E-E33E-41A8-8E53-0F5D4B0FD2B6}" type="pres">
      <dgm:prSet presAssocID="{D84B216A-033E-4668-8998-AB46541AFBE9}" presName="titleText" presStyleLbl="revTx" presStyleIdx="0" presStyleCnt="6">
        <dgm:presLayoutVars>
          <dgm:chMax val="0"/>
          <dgm:chPref val="0"/>
        </dgm:presLayoutVars>
      </dgm:prSet>
      <dgm:spPr/>
    </dgm:pt>
    <dgm:pt modelId="{C941D104-F19D-4F79-BECB-6E0F02117D51}" type="pres">
      <dgm:prSet presAssocID="{D84B216A-033E-4668-8998-AB46541AFBE9}" presName="bodyText" presStyleLbl="revTx" presStyleIdx="1" presStyleCnt="6">
        <dgm:presLayoutVars>
          <dgm:chMax val="0"/>
          <dgm:chPref val="0"/>
        </dgm:presLayoutVars>
      </dgm:prSet>
      <dgm:spPr/>
    </dgm:pt>
    <dgm:pt modelId="{253DEDC0-581A-49A1-9B19-5B23B1788239}" type="pres">
      <dgm:prSet presAssocID="{23EBB93B-D174-4B2A-ABBE-E451D20D925B}" presName="sibTrans" presStyleCnt="0"/>
      <dgm:spPr/>
    </dgm:pt>
    <dgm:pt modelId="{E249E1AB-AB9E-4868-9AC6-7ABDAABA9086}" type="pres">
      <dgm:prSet presAssocID="{B2C08B0C-A43A-442F-8E02-54C6E65B69B6}" presName="compNode" presStyleCnt="0"/>
      <dgm:spPr/>
    </dgm:pt>
    <dgm:pt modelId="{C10799AD-B342-4043-9539-303F3880E6B3}" type="pres">
      <dgm:prSet presAssocID="{B2C08B0C-A43A-442F-8E02-54C6E65B69B6}" presName="accentLine" presStyleLbl="dkBgShp" presStyleIdx="1" presStyleCnt="3"/>
      <dgm:spPr>
        <a:solidFill>
          <a:schemeClr val="accent1">
            <a:shade val="80000"/>
            <a:hueOff val="0"/>
            <a:satOff val="0"/>
            <a:lumOff val="0"/>
            <a:alphaOff val="0"/>
          </a:schemeClr>
        </a:solidFill>
        <a:ln>
          <a:noFill/>
        </a:ln>
        <a:effectLst/>
      </dgm:spPr>
    </dgm:pt>
    <dgm:pt modelId="{81290FA1-DECB-491E-A978-4A5D42FAC6F8}" type="pres">
      <dgm:prSet presAssocID="{B2C08B0C-A43A-442F-8E02-54C6E65B69B6}" presName="titleText" presStyleLbl="revTx" presStyleIdx="2" presStyleCnt="6">
        <dgm:presLayoutVars>
          <dgm:chMax val="0"/>
          <dgm:chPref val="0"/>
        </dgm:presLayoutVars>
      </dgm:prSet>
      <dgm:spPr/>
    </dgm:pt>
    <dgm:pt modelId="{A2E6A667-C4F5-4489-8AB4-8791A31ACB42}" type="pres">
      <dgm:prSet presAssocID="{B2C08B0C-A43A-442F-8E02-54C6E65B69B6}" presName="bodyText" presStyleLbl="revTx" presStyleIdx="3" presStyleCnt="6">
        <dgm:presLayoutVars>
          <dgm:chMax val="0"/>
          <dgm:chPref val="0"/>
        </dgm:presLayoutVars>
      </dgm:prSet>
      <dgm:spPr/>
    </dgm:pt>
    <dgm:pt modelId="{BBA95CA1-2C94-43E3-85DD-1C4706F067EC}" type="pres">
      <dgm:prSet presAssocID="{BAC00185-4370-4081-B638-D57FAA46D925}" presName="sibTrans" presStyleCnt="0"/>
      <dgm:spPr/>
    </dgm:pt>
    <dgm:pt modelId="{F18BB54B-414B-4772-8FD0-0F62028A995C}" type="pres">
      <dgm:prSet presAssocID="{A6DC1595-5AD6-4E16-A2C0-0AD88D240FEC}" presName="compNode" presStyleCnt="0"/>
      <dgm:spPr/>
    </dgm:pt>
    <dgm:pt modelId="{74C0B1B6-AD43-4A09-AED3-C9E5DEF4C7A9}" type="pres">
      <dgm:prSet presAssocID="{A6DC1595-5AD6-4E16-A2C0-0AD88D240FEC}" presName="accentLine" presStyleLbl="dkBgShp" presStyleIdx="2" presStyleCnt="3"/>
      <dgm:spPr>
        <a:solidFill>
          <a:schemeClr val="accent1">
            <a:shade val="80000"/>
            <a:hueOff val="0"/>
            <a:satOff val="0"/>
            <a:lumOff val="0"/>
            <a:alphaOff val="0"/>
          </a:schemeClr>
        </a:solidFill>
        <a:ln>
          <a:noFill/>
        </a:ln>
        <a:effectLst/>
      </dgm:spPr>
    </dgm:pt>
    <dgm:pt modelId="{89A4B3A6-53AE-4919-A589-F48A8820CACF}" type="pres">
      <dgm:prSet presAssocID="{A6DC1595-5AD6-4E16-A2C0-0AD88D240FEC}" presName="titleText" presStyleLbl="revTx" presStyleIdx="4" presStyleCnt="6">
        <dgm:presLayoutVars>
          <dgm:chMax val="0"/>
          <dgm:chPref val="0"/>
        </dgm:presLayoutVars>
      </dgm:prSet>
      <dgm:spPr/>
    </dgm:pt>
    <dgm:pt modelId="{E55A895E-BE01-4E48-B5E0-4A42D74DA1C1}" type="pres">
      <dgm:prSet presAssocID="{A6DC1595-5AD6-4E16-A2C0-0AD88D240FEC}" presName="bodyText" presStyleLbl="revTx" presStyleIdx="5" presStyleCnt="6">
        <dgm:presLayoutVars>
          <dgm:chMax val="0"/>
          <dgm:chPref val="0"/>
        </dgm:presLayoutVars>
      </dgm:prSet>
      <dgm:spPr/>
    </dgm:pt>
  </dgm:ptLst>
  <dgm:cxnLst>
    <dgm:cxn modelId="{5F044D1A-B9BB-4FA5-B063-971DDD04F06D}" type="presOf" srcId="{A6DC1595-5AD6-4E16-A2C0-0AD88D240FEC}" destId="{89A4B3A6-53AE-4919-A589-F48A8820CACF}" srcOrd="0" destOrd="0" presId="urn:microsoft.com/office/officeart/2026/layout/TextCardShortLine"/>
    <dgm:cxn modelId="{4F330921-6FC6-40F7-AEE1-9343C08134A5}" type="presOf" srcId="{D84B216A-033E-4668-8998-AB46541AFBE9}" destId="{5FC7AB3E-E33E-41A8-8E53-0F5D4B0FD2B6}" srcOrd="0" destOrd="0" presId="urn:microsoft.com/office/officeart/2026/layout/TextCardShortLine"/>
    <dgm:cxn modelId="{29F5052B-6531-49B4-8941-5E19C34CADE5}" type="presOf" srcId="{AFF0D854-D0AB-4EBF-A50D-406D9CAF04D4}" destId="{90A97E0C-7879-4BC1-B619-5CCF5EE5A88C}" srcOrd="0" destOrd="0" presId="urn:microsoft.com/office/officeart/2026/layout/TextCardShortLine"/>
    <dgm:cxn modelId="{633AAA63-0683-4DBE-8089-26A9B0BB3BBA}" srcId="{B2C08B0C-A43A-442F-8E02-54C6E65B69B6}" destId="{45E95789-6BD4-47F8-9258-21A59FA309E4}" srcOrd="0" destOrd="0" parTransId="{A6220A1E-BB77-472B-960E-F12D63759395}" sibTransId="{6244E6B2-2AA7-4E6F-8F5B-17CED60EC799}"/>
    <dgm:cxn modelId="{120D8649-4900-4925-ADEE-73D796E4A998}" srcId="{AFF0D854-D0AB-4EBF-A50D-406D9CAF04D4}" destId="{A6DC1595-5AD6-4E16-A2C0-0AD88D240FEC}" srcOrd="2" destOrd="0" parTransId="{715A077F-96EF-47F6-B264-4450FA0DEF09}" sibTransId="{88B9B046-AB9F-4F98-B047-33449B97DCF3}"/>
    <dgm:cxn modelId="{F7F37D53-7A32-4D17-A6DA-CC68EE6E3BAB}" srcId="{AFF0D854-D0AB-4EBF-A50D-406D9CAF04D4}" destId="{B2C08B0C-A43A-442F-8E02-54C6E65B69B6}" srcOrd="1" destOrd="0" parTransId="{546EBDF4-439F-41E3-BFA7-C5B0C9524E3D}" sibTransId="{BAC00185-4370-4081-B638-D57FAA46D925}"/>
    <dgm:cxn modelId="{3E322B8D-7A73-4E02-945F-529438C51B72}" type="presOf" srcId="{B2C08B0C-A43A-442F-8E02-54C6E65B69B6}" destId="{81290FA1-DECB-491E-A978-4A5D42FAC6F8}" srcOrd="0" destOrd="0" presId="urn:microsoft.com/office/officeart/2026/layout/TextCardShortLine"/>
    <dgm:cxn modelId="{11C305AB-01AC-4735-8EA2-0B16BF5810F4}" srcId="{A6DC1595-5AD6-4E16-A2C0-0AD88D240FEC}" destId="{CBA84ADA-96E3-4FB9-9169-58908AD71990}" srcOrd="0" destOrd="0" parTransId="{4114CAA8-DFAD-4316-80A7-1F9578AD87AC}" sibTransId="{CCB1F0BA-C179-4AD1-B532-6C18C36AD92D}"/>
    <dgm:cxn modelId="{DA6288B1-3EB8-4B7C-86D5-82ABD97AE3EC}" type="presOf" srcId="{CBA84ADA-96E3-4FB9-9169-58908AD71990}" destId="{E55A895E-BE01-4E48-B5E0-4A42D74DA1C1}" srcOrd="0" destOrd="0" presId="urn:microsoft.com/office/officeart/2026/layout/TextCardShortLine"/>
    <dgm:cxn modelId="{FD465DC9-EF30-4048-815D-8C9B4CD66AC7}" type="presOf" srcId="{45E95789-6BD4-47F8-9258-21A59FA309E4}" destId="{A2E6A667-C4F5-4489-8AB4-8791A31ACB42}" srcOrd="0" destOrd="0" presId="urn:microsoft.com/office/officeart/2026/layout/TextCardShortLine"/>
    <dgm:cxn modelId="{720B37EA-1D5B-4804-BB0D-6F99F8B2B4D1}" type="presOf" srcId="{FA1800FE-3377-4C70-BD44-E7E8A8CE7CF2}" destId="{C941D104-F19D-4F79-BECB-6E0F02117D51}" srcOrd="0" destOrd="0" presId="urn:microsoft.com/office/officeart/2026/layout/TextCardShortLine"/>
    <dgm:cxn modelId="{7A5760F8-0E16-45CD-A178-EB52CAA55FB5}" srcId="{AFF0D854-D0AB-4EBF-A50D-406D9CAF04D4}" destId="{D84B216A-033E-4668-8998-AB46541AFBE9}" srcOrd="0" destOrd="0" parTransId="{39DC6F0C-B00D-4C08-BD72-2C225B0566E4}" sibTransId="{23EBB93B-D174-4B2A-ABBE-E451D20D925B}"/>
    <dgm:cxn modelId="{4CE001FF-9370-44D5-AB32-B7B3DC3639E4}" srcId="{D84B216A-033E-4668-8998-AB46541AFBE9}" destId="{FA1800FE-3377-4C70-BD44-E7E8A8CE7CF2}" srcOrd="0" destOrd="0" parTransId="{CD360F8C-82B0-462C-98A6-7C56C112E0E1}" sibTransId="{B366E226-9A8D-4DB5-90F1-B0DFCE596019}"/>
    <dgm:cxn modelId="{FC1B89B5-E274-4A1C-94DB-5CE0809ABF91}" type="presParOf" srcId="{90A97E0C-7879-4BC1-B619-5CCF5EE5A88C}" destId="{63A09779-0813-4C8C-9AC8-D8ECA4335FDF}" srcOrd="0" destOrd="0" presId="urn:microsoft.com/office/officeart/2026/layout/TextCardShortLine"/>
    <dgm:cxn modelId="{84F3D4CF-8734-4B6A-99FF-C2086B52E63B}" type="presParOf" srcId="{63A09779-0813-4C8C-9AC8-D8ECA4335FDF}" destId="{8E3B3DE9-9986-4CF9-BD2A-7EE019AE550F}" srcOrd="0" destOrd="0" presId="urn:microsoft.com/office/officeart/2026/layout/TextCardShortLine"/>
    <dgm:cxn modelId="{A0A2EF56-36EC-45AD-9A82-851831DB5052}" type="presParOf" srcId="{63A09779-0813-4C8C-9AC8-D8ECA4335FDF}" destId="{5FC7AB3E-E33E-41A8-8E53-0F5D4B0FD2B6}" srcOrd="1" destOrd="0" presId="urn:microsoft.com/office/officeart/2026/layout/TextCardShortLine"/>
    <dgm:cxn modelId="{1881BA0C-FF3A-43FF-A3FC-F5DD0520AFF9}" type="presParOf" srcId="{63A09779-0813-4C8C-9AC8-D8ECA4335FDF}" destId="{C941D104-F19D-4F79-BECB-6E0F02117D51}" srcOrd="2" destOrd="0" presId="urn:microsoft.com/office/officeart/2026/layout/TextCardShortLine"/>
    <dgm:cxn modelId="{AF97CD97-25E6-4FD6-9F21-5D02262A0ED6}" type="presParOf" srcId="{90A97E0C-7879-4BC1-B619-5CCF5EE5A88C}" destId="{253DEDC0-581A-49A1-9B19-5B23B1788239}" srcOrd="1" destOrd="0" presId="urn:microsoft.com/office/officeart/2026/layout/TextCardShortLine"/>
    <dgm:cxn modelId="{98717664-792E-410A-8C4A-D1A4487DB784}" type="presParOf" srcId="{90A97E0C-7879-4BC1-B619-5CCF5EE5A88C}" destId="{E249E1AB-AB9E-4868-9AC6-7ABDAABA9086}" srcOrd="2" destOrd="0" presId="urn:microsoft.com/office/officeart/2026/layout/TextCardShortLine"/>
    <dgm:cxn modelId="{FB6BF5F2-B5F6-4A47-8B20-77E26F48F31E}" type="presParOf" srcId="{E249E1AB-AB9E-4868-9AC6-7ABDAABA9086}" destId="{C10799AD-B342-4043-9539-303F3880E6B3}" srcOrd="0" destOrd="0" presId="urn:microsoft.com/office/officeart/2026/layout/TextCardShortLine"/>
    <dgm:cxn modelId="{2B1A431B-986D-4A38-B251-6C08E87B9DBF}" type="presParOf" srcId="{E249E1AB-AB9E-4868-9AC6-7ABDAABA9086}" destId="{81290FA1-DECB-491E-A978-4A5D42FAC6F8}" srcOrd="1" destOrd="0" presId="urn:microsoft.com/office/officeart/2026/layout/TextCardShortLine"/>
    <dgm:cxn modelId="{8EB6D4F6-4C4F-426D-9827-69FD0263BE36}" type="presParOf" srcId="{E249E1AB-AB9E-4868-9AC6-7ABDAABA9086}" destId="{A2E6A667-C4F5-4489-8AB4-8791A31ACB42}" srcOrd="2" destOrd="0" presId="urn:microsoft.com/office/officeart/2026/layout/TextCardShortLine"/>
    <dgm:cxn modelId="{EA1A9B14-0B33-4D8E-8AA8-280D5AC9B14D}" type="presParOf" srcId="{90A97E0C-7879-4BC1-B619-5CCF5EE5A88C}" destId="{BBA95CA1-2C94-43E3-85DD-1C4706F067EC}" srcOrd="3" destOrd="0" presId="urn:microsoft.com/office/officeart/2026/layout/TextCardShortLine"/>
    <dgm:cxn modelId="{9A63E636-CD79-4285-B2D7-B6A0D2971141}" type="presParOf" srcId="{90A97E0C-7879-4BC1-B619-5CCF5EE5A88C}" destId="{F18BB54B-414B-4772-8FD0-0F62028A995C}" srcOrd="4" destOrd="0" presId="urn:microsoft.com/office/officeart/2026/layout/TextCardShortLine"/>
    <dgm:cxn modelId="{8AE072C6-782D-4312-8F0E-F2D8F27235BB}" type="presParOf" srcId="{F18BB54B-414B-4772-8FD0-0F62028A995C}" destId="{74C0B1B6-AD43-4A09-AED3-C9E5DEF4C7A9}" srcOrd="0" destOrd="0" presId="urn:microsoft.com/office/officeart/2026/layout/TextCardShortLine"/>
    <dgm:cxn modelId="{395D2D0B-E5AC-4592-9D41-B48E1DD8E8BB}" type="presParOf" srcId="{F18BB54B-414B-4772-8FD0-0F62028A995C}" destId="{89A4B3A6-53AE-4919-A589-F48A8820CACF}" srcOrd="1" destOrd="0" presId="urn:microsoft.com/office/officeart/2026/layout/TextCardShortLine"/>
    <dgm:cxn modelId="{9E7582C5-DFCD-4774-9E0F-40CE4D289046}" type="presParOf" srcId="{F18BB54B-414B-4772-8FD0-0F62028A995C}" destId="{E55A895E-BE01-4E48-B5E0-4A42D74DA1C1}" srcOrd="2" destOrd="0" presId="urn:microsoft.com/office/officeart/2026/layout/TextCardShortLin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95B1DA4-2DF7-4199-978E-2F0571660648}" type="doc">
      <dgm:prSet loTypeId="urn:microsoft.com/office/officeart/2005/8/layout/default" loCatId="list" qsTypeId="urn:microsoft.com/office/officeart/2005/8/quickstyle/simple2" qsCatId="simple" csTypeId="urn:microsoft.com/office/officeart/2005/8/colors/accent3_2#3" csCatId="accent3" phldr="1"/>
      <dgm:spPr/>
      <dgm:t>
        <a:bodyPr/>
        <a:lstStyle/>
        <a:p>
          <a:endParaRPr lang="en-US"/>
        </a:p>
      </dgm:t>
    </dgm:pt>
    <dgm:pt modelId="{BBCB97B5-82B4-4B25-832B-CA2E90BD8317}">
      <dgm:prSet/>
      <dgm:spPr/>
      <dgm:t>
        <a:bodyPr/>
        <a:lstStyle/>
        <a:p>
          <a:r>
            <a:rPr lang="en-GB" b="1" dirty="0"/>
            <a:t>Age:</a:t>
          </a:r>
          <a:r>
            <a:rPr lang="en-GB" dirty="0"/>
            <a:t> Most users are in their late 20s to early 30s, with a mean age of about 32 years.</a:t>
          </a:r>
          <a:endParaRPr lang="en-US" dirty="0"/>
        </a:p>
      </dgm:t>
    </dgm:pt>
    <dgm:pt modelId="{ACF2B27A-B079-4B2E-A86B-E144FF785170}" type="parTrans" cxnId="{F7C89BB1-6AA1-490B-9309-07AA5E69C89C}">
      <dgm:prSet/>
      <dgm:spPr/>
      <dgm:t>
        <a:bodyPr/>
        <a:lstStyle/>
        <a:p>
          <a:endParaRPr lang="en-US"/>
        </a:p>
      </dgm:t>
    </dgm:pt>
    <dgm:pt modelId="{450A042E-3AE4-4B50-BF08-AB21BE81E920}" type="sibTrans" cxnId="{F7C89BB1-6AA1-490B-9309-07AA5E69C89C}">
      <dgm:prSet/>
      <dgm:spPr/>
      <dgm:t>
        <a:bodyPr/>
        <a:lstStyle/>
        <a:p>
          <a:endParaRPr lang="en-US"/>
        </a:p>
      </dgm:t>
    </dgm:pt>
    <dgm:pt modelId="{A8C1864E-BB40-4D5E-B13C-E5D865F0FD31}">
      <dgm:prSet/>
      <dgm:spPr/>
      <dgm:t>
        <a:bodyPr/>
        <a:lstStyle/>
        <a:p>
          <a:r>
            <a:rPr lang="en-GB" b="1"/>
            <a:t>Gender:</a:t>
          </a:r>
          <a:r>
            <a:rPr lang="en-GB"/>
            <a:t> There are more men than women in the dataset.</a:t>
          </a:r>
          <a:endParaRPr lang="en-US"/>
        </a:p>
      </dgm:t>
    </dgm:pt>
    <dgm:pt modelId="{67DB2D09-8597-41B9-9812-56FDB9A5CF25}" type="parTrans" cxnId="{CF6FBF0A-44F4-4DA8-84C8-2484F1E98E49}">
      <dgm:prSet/>
      <dgm:spPr/>
      <dgm:t>
        <a:bodyPr/>
        <a:lstStyle/>
        <a:p>
          <a:endParaRPr lang="en-US"/>
        </a:p>
      </dgm:t>
    </dgm:pt>
    <dgm:pt modelId="{8A38EACD-6D09-4ABF-8ED7-8C812C76FC8A}" type="sibTrans" cxnId="{CF6FBF0A-44F4-4DA8-84C8-2484F1E98E49}">
      <dgm:prSet/>
      <dgm:spPr/>
      <dgm:t>
        <a:bodyPr/>
        <a:lstStyle/>
        <a:p>
          <a:endParaRPr lang="en-US"/>
        </a:p>
      </dgm:t>
    </dgm:pt>
    <dgm:pt modelId="{EDA5AFC7-87C5-4513-B732-ECBDF5025C0A}">
      <dgm:prSet/>
      <dgm:spPr/>
      <dgm:t>
        <a:bodyPr/>
        <a:lstStyle/>
        <a:p>
          <a:r>
            <a:rPr lang="en-GB" b="1" dirty="0"/>
            <a:t>Religion, Job, and Zodiac:</a:t>
          </a:r>
          <a:r>
            <a:rPr lang="en-GB" dirty="0"/>
            <a:t> There is a wide range of religions and job roles among users in the dataset, with unequal distributions. Zodiac signs are relatively equally distributed.</a:t>
          </a:r>
          <a:endParaRPr lang="en-US" dirty="0"/>
        </a:p>
      </dgm:t>
    </dgm:pt>
    <dgm:pt modelId="{30679786-F212-4CE7-83FB-EAFD42825CCA}" type="parTrans" cxnId="{CD8C38FC-0F50-458C-AFF1-724E45DB0DED}">
      <dgm:prSet/>
      <dgm:spPr/>
      <dgm:t>
        <a:bodyPr/>
        <a:lstStyle/>
        <a:p>
          <a:endParaRPr lang="en-US"/>
        </a:p>
      </dgm:t>
    </dgm:pt>
    <dgm:pt modelId="{98F09061-B2AA-42B9-B1E6-DD441C4A1FCA}" type="sibTrans" cxnId="{CD8C38FC-0F50-458C-AFF1-724E45DB0DED}">
      <dgm:prSet/>
      <dgm:spPr/>
      <dgm:t>
        <a:bodyPr/>
        <a:lstStyle/>
        <a:p>
          <a:endParaRPr lang="en-US"/>
        </a:p>
      </dgm:t>
    </dgm:pt>
    <dgm:pt modelId="{FD72E7DE-7A7D-4B27-9B58-5972B4EE773B}">
      <dgm:prSet/>
      <dgm:spPr/>
      <dgm:t>
        <a:bodyPr/>
        <a:lstStyle/>
        <a:p>
          <a:r>
            <a:rPr lang="en-GB" b="1"/>
            <a:t>Pets, Offspring and Orientation:</a:t>
          </a:r>
          <a:r>
            <a:rPr lang="en-GB"/>
            <a:t> Most of the users like both dogs and cats, and most are childless. The majority of users are straight, but other orientations are present.</a:t>
          </a:r>
          <a:endParaRPr lang="en-US"/>
        </a:p>
      </dgm:t>
    </dgm:pt>
    <dgm:pt modelId="{CD9651BB-6C73-4173-A688-24B435D296BD}" type="parTrans" cxnId="{89BB7E69-8191-43EB-97ED-EC7F266C9D9B}">
      <dgm:prSet/>
      <dgm:spPr/>
      <dgm:t>
        <a:bodyPr/>
        <a:lstStyle/>
        <a:p>
          <a:endParaRPr lang="en-US"/>
        </a:p>
      </dgm:t>
    </dgm:pt>
    <dgm:pt modelId="{EB2D1790-6F6A-4DA0-B4CC-892AAFE8932E}" type="sibTrans" cxnId="{89BB7E69-8191-43EB-97ED-EC7F266C9D9B}">
      <dgm:prSet/>
      <dgm:spPr/>
      <dgm:t>
        <a:bodyPr/>
        <a:lstStyle/>
        <a:p>
          <a:endParaRPr lang="en-US"/>
        </a:p>
      </dgm:t>
    </dgm:pt>
    <dgm:pt modelId="{32589210-71CD-44B3-B322-508AA67D9CEC}">
      <dgm:prSet/>
      <dgm:spPr/>
      <dgm:t>
        <a:bodyPr/>
        <a:lstStyle/>
        <a:p>
          <a:r>
            <a:rPr lang="en-GB" b="1"/>
            <a:t>Status:</a:t>
          </a:r>
          <a:r>
            <a:rPr lang="en-GB"/>
            <a:t> Most of the users are single, but curiously, there are exceptions.</a:t>
          </a:r>
          <a:endParaRPr lang="en-US"/>
        </a:p>
      </dgm:t>
    </dgm:pt>
    <dgm:pt modelId="{9805857E-AC63-4479-96E6-7B778CBBE0D5}" type="parTrans" cxnId="{8E377CA9-2FB3-48B3-9A61-247032EC1E4F}">
      <dgm:prSet/>
      <dgm:spPr/>
      <dgm:t>
        <a:bodyPr/>
        <a:lstStyle/>
        <a:p>
          <a:endParaRPr lang="en-US"/>
        </a:p>
      </dgm:t>
    </dgm:pt>
    <dgm:pt modelId="{6F867BF9-E5FF-4F06-913E-CB259F1B3D26}" type="sibTrans" cxnId="{8E377CA9-2FB3-48B3-9A61-247032EC1E4F}">
      <dgm:prSet/>
      <dgm:spPr/>
      <dgm:t>
        <a:bodyPr/>
        <a:lstStyle/>
        <a:p>
          <a:endParaRPr lang="en-US"/>
        </a:p>
      </dgm:t>
    </dgm:pt>
    <dgm:pt modelId="{948DF05B-6976-459B-8A61-EFE2073C21DB}">
      <dgm:prSet/>
      <dgm:spPr/>
      <dgm:t>
        <a:bodyPr/>
        <a:lstStyle/>
        <a:p>
          <a:r>
            <a:rPr lang="en-GB" b="1"/>
            <a:t>Smokes:</a:t>
          </a:r>
          <a:r>
            <a:rPr lang="en-GB"/>
            <a:t> Most of the users do not smoke, but there are a range who do smoke conditionally or otherwise.</a:t>
          </a:r>
          <a:endParaRPr lang="en-US"/>
        </a:p>
      </dgm:t>
    </dgm:pt>
    <dgm:pt modelId="{94C11A0A-E0EA-489F-B3F1-0F09EB86340D}" type="parTrans" cxnId="{BAC45A98-5F27-43A8-8F0E-AC90125F6666}">
      <dgm:prSet/>
      <dgm:spPr/>
      <dgm:t>
        <a:bodyPr/>
        <a:lstStyle/>
        <a:p>
          <a:endParaRPr lang="en-US"/>
        </a:p>
      </dgm:t>
    </dgm:pt>
    <dgm:pt modelId="{F9F9FA7F-0260-4C6B-AB1E-87118E1C1306}" type="sibTrans" cxnId="{BAC45A98-5F27-43A8-8F0E-AC90125F6666}">
      <dgm:prSet/>
      <dgm:spPr/>
      <dgm:t>
        <a:bodyPr/>
        <a:lstStyle/>
        <a:p>
          <a:endParaRPr lang="en-US"/>
        </a:p>
      </dgm:t>
    </dgm:pt>
    <dgm:pt modelId="{78831D68-E861-43B6-95EE-78072793A286}" type="pres">
      <dgm:prSet presAssocID="{695B1DA4-2DF7-4199-978E-2F0571660648}" presName="diagram" presStyleCnt="0">
        <dgm:presLayoutVars>
          <dgm:dir/>
          <dgm:resizeHandles val="exact"/>
        </dgm:presLayoutVars>
      </dgm:prSet>
      <dgm:spPr/>
    </dgm:pt>
    <dgm:pt modelId="{ED1CC66D-F365-4C6C-8796-5EEA587FC234}" type="pres">
      <dgm:prSet presAssocID="{BBCB97B5-82B4-4B25-832B-CA2E90BD8317}" presName="node" presStyleLbl="node1" presStyleIdx="0" presStyleCnt="6">
        <dgm:presLayoutVars>
          <dgm:bulletEnabled val="1"/>
        </dgm:presLayoutVars>
      </dgm:prSet>
      <dgm:spPr/>
    </dgm:pt>
    <dgm:pt modelId="{049BA875-08B5-4870-8186-A66954115820}" type="pres">
      <dgm:prSet presAssocID="{450A042E-3AE4-4B50-BF08-AB21BE81E920}" presName="sibTrans" presStyleCnt="0"/>
      <dgm:spPr/>
    </dgm:pt>
    <dgm:pt modelId="{4C0B00DE-EEF7-4A71-9046-D3F50C318FBE}" type="pres">
      <dgm:prSet presAssocID="{A8C1864E-BB40-4D5E-B13C-E5D865F0FD31}" presName="node" presStyleLbl="node1" presStyleIdx="1" presStyleCnt="6">
        <dgm:presLayoutVars>
          <dgm:bulletEnabled val="1"/>
        </dgm:presLayoutVars>
      </dgm:prSet>
      <dgm:spPr/>
    </dgm:pt>
    <dgm:pt modelId="{0A533DE5-B120-48EE-8672-FFFF4DF449A2}" type="pres">
      <dgm:prSet presAssocID="{8A38EACD-6D09-4ABF-8ED7-8C812C76FC8A}" presName="sibTrans" presStyleCnt="0"/>
      <dgm:spPr/>
    </dgm:pt>
    <dgm:pt modelId="{533D7804-1771-4E33-93BA-61445D8301E1}" type="pres">
      <dgm:prSet presAssocID="{EDA5AFC7-87C5-4513-B732-ECBDF5025C0A}" presName="node" presStyleLbl="node1" presStyleIdx="2" presStyleCnt="6">
        <dgm:presLayoutVars>
          <dgm:bulletEnabled val="1"/>
        </dgm:presLayoutVars>
      </dgm:prSet>
      <dgm:spPr/>
    </dgm:pt>
    <dgm:pt modelId="{08DF3B16-635F-4AA8-8647-BF3D97A9796A}" type="pres">
      <dgm:prSet presAssocID="{98F09061-B2AA-42B9-B1E6-DD441C4A1FCA}" presName="sibTrans" presStyleCnt="0"/>
      <dgm:spPr/>
    </dgm:pt>
    <dgm:pt modelId="{84722377-7139-42AF-B3BD-F9DBB7CE4F95}" type="pres">
      <dgm:prSet presAssocID="{FD72E7DE-7A7D-4B27-9B58-5972B4EE773B}" presName="node" presStyleLbl="node1" presStyleIdx="3" presStyleCnt="6">
        <dgm:presLayoutVars>
          <dgm:bulletEnabled val="1"/>
        </dgm:presLayoutVars>
      </dgm:prSet>
      <dgm:spPr/>
    </dgm:pt>
    <dgm:pt modelId="{A05C035A-0DBB-46EC-8762-FD6120C0C08B}" type="pres">
      <dgm:prSet presAssocID="{EB2D1790-6F6A-4DA0-B4CC-892AAFE8932E}" presName="sibTrans" presStyleCnt="0"/>
      <dgm:spPr/>
    </dgm:pt>
    <dgm:pt modelId="{A8E33BAF-C742-4161-9B21-93AF8323FC9B}" type="pres">
      <dgm:prSet presAssocID="{32589210-71CD-44B3-B322-508AA67D9CEC}" presName="node" presStyleLbl="node1" presStyleIdx="4" presStyleCnt="6">
        <dgm:presLayoutVars>
          <dgm:bulletEnabled val="1"/>
        </dgm:presLayoutVars>
      </dgm:prSet>
      <dgm:spPr/>
    </dgm:pt>
    <dgm:pt modelId="{19A9FB35-781A-4171-B927-AFDD97AEB2CF}" type="pres">
      <dgm:prSet presAssocID="{6F867BF9-E5FF-4F06-913E-CB259F1B3D26}" presName="sibTrans" presStyleCnt="0"/>
      <dgm:spPr/>
    </dgm:pt>
    <dgm:pt modelId="{CD0016FB-506C-4C54-BEF4-88D589CEFB6D}" type="pres">
      <dgm:prSet presAssocID="{948DF05B-6976-459B-8A61-EFE2073C21DB}" presName="node" presStyleLbl="node1" presStyleIdx="5" presStyleCnt="6">
        <dgm:presLayoutVars>
          <dgm:bulletEnabled val="1"/>
        </dgm:presLayoutVars>
      </dgm:prSet>
      <dgm:spPr/>
    </dgm:pt>
  </dgm:ptLst>
  <dgm:cxnLst>
    <dgm:cxn modelId="{CF6FBF0A-44F4-4DA8-84C8-2484F1E98E49}" srcId="{695B1DA4-2DF7-4199-978E-2F0571660648}" destId="{A8C1864E-BB40-4D5E-B13C-E5D865F0FD31}" srcOrd="1" destOrd="0" parTransId="{67DB2D09-8597-41B9-9812-56FDB9A5CF25}" sibTransId="{8A38EACD-6D09-4ABF-8ED7-8C812C76FC8A}"/>
    <dgm:cxn modelId="{CC582318-617E-4C8F-B19B-A7C1350688B8}" type="presOf" srcId="{32589210-71CD-44B3-B322-508AA67D9CEC}" destId="{A8E33BAF-C742-4161-9B21-93AF8323FC9B}" srcOrd="0" destOrd="0" presId="urn:microsoft.com/office/officeart/2005/8/layout/default"/>
    <dgm:cxn modelId="{75438A31-A48B-4305-B891-3A7A7E97E4AC}" type="presOf" srcId="{FD72E7DE-7A7D-4B27-9B58-5972B4EE773B}" destId="{84722377-7139-42AF-B3BD-F9DBB7CE4F95}" srcOrd="0" destOrd="0" presId="urn:microsoft.com/office/officeart/2005/8/layout/default"/>
    <dgm:cxn modelId="{89BB7E69-8191-43EB-97ED-EC7F266C9D9B}" srcId="{695B1DA4-2DF7-4199-978E-2F0571660648}" destId="{FD72E7DE-7A7D-4B27-9B58-5972B4EE773B}" srcOrd="3" destOrd="0" parTransId="{CD9651BB-6C73-4173-A688-24B435D296BD}" sibTransId="{EB2D1790-6F6A-4DA0-B4CC-892AAFE8932E}"/>
    <dgm:cxn modelId="{C29F946F-1EE1-4C4E-90C5-0863E382B45A}" type="presOf" srcId="{A8C1864E-BB40-4D5E-B13C-E5D865F0FD31}" destId="{4C0B00DE-EEF7-4A71-9046-D3F50C318FBE}" srcOrd="0" destOrd="0" presId="urn:microsoft.com/office/officeart/2005/8/layout/default"/>
    <dgm:cxn modelId="{24E45470-794B-4AF3-B569-346C1D8067A9}" type="presOf" srcId="{695B1DA4-2DF7-4199-978E-2F0571660648}" destId="{78831D68-E861-43B6-95EE-78072793A286}" srcOrd="0" destOrd="0" presId="urn:microsoft.com/office/officeart/2005/8/layout/default"/>
    <dgm:cxn modelId="{12284D56-F9EF-496F-A3D3-C89CCD1615CB}" type="presOf" srcId="{EDA5AFC7-87C5-4513-B732-ECBDF5025C0A}" destId="{533D7804-1771-4E33-93BA-61445D8301E1}" srcOrd="0" destOrd="0" presId="urn:microsoft.com/office/officeart/2005/8/layout/default"/>
    <dgm:cxn modelId="{7E862594-6FCF-4228-9C15-D6301285B06C}" type="presOf" srcId="{948DF05B-6976-459B-8A61-EFE2073C21DB}" destId="{CD0016FB-506C-4C54-BEF4-88D589CEFB6D}" srcOrd="0" destOrd="0" presId="urn:microsoft.com/office/officeart/2005/8/layout/default"/>
    <dgm:cxn modelId="{BAC45A98-5F27-43A8-8F0E-AC90125F6666}" srcId="{695B1DA4-2DF7-4199-978E-2F0571660648}" destId="{948DF05B-6976-459B-8A61-EFE2073C21DB}" srcOrd="5" destOrd="0" parTransId="{94C11A0A-E0EA-489F-B3F1-0F09EB86340D}" sibTransId="{F9F9FA7F-0260-4C6B-AB1E-87118E1C1306}"/>
    <dgm:cxn modelId="{8E377CA9-2FB3-48B3-9A61-247032EC1E4F}" srcId="{695B1DA4-2DF7-4199-978E-2F0571660648}" destId="{32589210-71CD-44B3-B322-508AA67D9CEC}" srcOrd="4" destOrd="0" parTransId="{9805857E-AC63-4479-96E6-7B778CBBE0D5}" sibTransId="{6F867BF9-E5FF-4F06-913E-CB259F1B3D26}"/>
    <dgm:cxn modelId="{F7C89BB1-6AA1-490B-9309-07AA5E69C89C}" srcId="{695B1DA4-2DF7-4199-978E-2F0571660648}" destId="{BBCB97B5-82B4-4B25-832B-CA2E90BD8317}" srcOrd="0" destOrd="0" parTransId="{ACF2B27A-B079-4B2E-A86B-E144FF785170}" sibTransId="{450A042E-3AE4-4B50-BF08-AB21BE81E920}"/>
    <dgm:cxn modelId="{D06A4DB4-09D8-4CB1-98BD-1699EBB67162}" type="presOf" srcId="{BBCB97B5-82B4-4B25-832B-CA2E90BD8317}" destId="{ED1CC66D-F365-4C6C-8796-5EEA587FC234}" srcOrd="0" destOrd="0" presId="urn:microsoft.com/office/officeart/2005/8/layout/default"/>
    <dgm:cxn modelId="{CD8C38FC-0F50-458C-AFF1-724E45DB0DED}" srcId="{695B1DA4-2DF7-4199-978E-2F0571660648}" destId="{EDA5AFC7-87C5-4513-B732-ECBDF5025C0A}" srcOrd="2" destOrd="0" parTransId="{30679786-F212-4CE7-83FB-EAFD42825CCA}" sibTransId="{98F09061-B2AA-42B9-B1E6-DD441C4A1FCA}"/>
    <dgm:cxn modelId="{9F4AF85B-AA15-427A-88C2-5DABDF6FD2B8}" type="presParOf" srcId="{78831D68-E861-43B6-95EE-78072793A286}" destId="{ED1CC66D-F365-4C6C-8796-5EEA587FC234}" srcOrd="0" destOrd="0" presId="urn:microsoft.com/office/officeart/2005/8/layout/default"/>
    <dgm:cxn modelId="{A9A40C05-14DD-4BFC-A600-D5C7F9CC0DD9}" type="presParOf" srcId="{78831D68-E861-43B6-95EE-78072793A286}" destId="{049BA875-08B5-4870-8186-A66954115820}" srcOrd="1" destOrd="0" presId="urn:microsoft.com/office/officeart/2005/8/layout/default"/>
    <dgm:cxn modelId="{1FE0F4D4-2FA7-407F-BB0B-DA15AF44D7C3}" type="presParOf" srcId="{78831D68-E861-43B6-95EE-78072793A286}" destId="{4C0B00DE-EEF7-4A71-9046-D3F50C318FBE}" srcOrd="2" destOrd="0" presId="urn:microsoft.com/office/officeart/2005/8/layout/default"/>
    <dgm:cxn modelId="{4DA386D2-9BC7-46D8-ACB1-B73DBF849F56}" type="presParOf" srcId="{78831D68-E861-43B6-95EE-78072793A286}" destId="{0A533DE5-B120-48EE-8672-FFFF4DF449A2}" srcOrd="3" destOrd="0" presId="urn:microsoft.com/office/officeart/2005/8/layout/default"/>
    <dgm:cxn modelId="{CC903C06-ECE2-4D1B-BA1F-C69234B51720}" type="presParOf" srcId="{78831D68-E861-43B6-95EE-78072793A286}" destId="{533D7804-1771-4E33-93BA-61445D8301E1}" srcOrd="4" destOrd="0" presId="urn:microsoft.com/office/officeart/2005/8/layout/default"/>
    <dgm:cxn modelId="{C2FD4224-874A-46EA-B3C5-E93307C168CA}" type="presParOf" srcId="{78831D68-E861-43B6-95EE-78072793A286}" destId="{08DF3B16-635F-4AA8-8647-BF3D97A9796A}" srcOrd="5" destOrd="0" presId="urn:microsoft.com/office/officeart/2005/8/layout/default"/>
    <dgm:cxn modelId="{1D6CB5A0-EB7C-4569-BD02-34DACE03140E}" type="presParOf" srcId="{78831D68-E861-43B6-95EE-78072793A286}" destId="{84722377-7139-42AF-B3BD-F9DBB7CE4F95}" srcOrd="6" destOrd="0" presId="urn:microsoft.com/office/officeart/2005/8/layout/default"/>
    <dgm:cxn modelId="{162679F3-B78C-40DF-85CB-29D168821098}" type="presParOf" srcId="{78831D68-E861-43B6-95EE-78072793A286}" destId="{A05C035A-0DBB-46EC-8762-FD6120C0C08B}" srcOrd="7" destOrd="0" presId="urn:microsoft.com/office/officeart/2005/8/layout/default"/>
    <dgm:cxn modelId="{B7AE9D6C-89F5-4CFD-91AC-8637E86BC5F1}" type="presParOf" srcId="{78831D68-E861-43B6-95EE-78072793A286}" destId="{A8E33BAF-C742-4161-9B21-93AF8323FC9B}" srcOrd="8" destOrd="0" presId="urn:microsoft.com/office/officeart/2005/8/layout/default"/>
    <dgm:cxn modelId="{AA259A03-3006-4C16-BADE-A1D8849429CE}" type="presParOf" srcId="{78831D68-E861-43B6-95EE-78072793A286}" destId="{19A9FB35-781A-4171-B927-AFDD97AEB2CF}" srcOrd="9" destOrd="0" presId="urn:microsoft.com/office/officeart/2005/8/layout/default"/>
    <dgm:cxn modelId="{BD5936F6-2DCE-44AB-B9F3-3419A759B99F}" type="presParOf" srcId="{78831D68-E861-43B6-95EE-78072793A286}" destId="{CD0016FB-506C-4C54-BEF4-88D589CEFB6D}" srcOrd="1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7960177-44CF-40FD-B627-FBCCE617F968}" type="doc">
      <dgm:prSet loTypeId="urn:microsoft.com/office/officeart/2016/7/layout/RepeatingBendingProcessNew" loCatId="process" qsTypeId="urn:microsoft.com/office/officeart/2005/8/quickstyle/simple1#22" qsCatId="simple" csTypeId="urn:microsoft.com/office/officeart/2005/8/colors/accent3_2" csCatId="accent3" phldr="1"/>
      <dgm:spPr/>
      <dgm:t>
        <a:bodyPr/>
        <a:lstStyle/>
        <a:p>
          <a:endParaRPr lang="en-US"/>
        </a:p>
      </dgm:t>
    </dgm:pt>
    <dgm:pt modelId="{9C97CE36-904D-4F2C-A50A-A8CAA7D59C01}">
      <dgm:prSet/>
      <dgm:spPr/>
      <dgm:t>
        <a:bodyPr/>
        <a:lstStyle/>
        <a:p>
          <a:r>
            <a:rPr lang="en-GB" b="1" dirty="0"/>
            <a:t>Data Cleaning</a:t>
          </a:r>
          <a:endParaRPr lang="en-US" dirty="0"/>
        </a:p>
      </dgm:t>
    </dgm:pt>
    <dgm:pt modelId="{7811D7AB-E9FA-49C3-B145-52339A942F9C}" type="parTrans" cxnId="{D5039D3D-10E3-47C9-93F4-96D4FBB98FC7}">
      <dgm:prSet/>
      <dgm:spPr/>
      <dgm:t>
        <a:bodyPr/>
        <a:lstStyle/>
        <a:p>
          <a:endParaRPr lang="en-US"/>
        </a:p>
      </dgm:t>
    </dgm:pt>
    <dgm:pt modelId="{FBA97229-D5AE-443D-B518-C55DF1F29908}" type="sibTrans" cxnId="{D5039D3D-10E3-47C9-93F4-96D4FBB98FC7}">
      <dgm:prSet/>
      <dgm:spPr/>
      <dgm:t>
        <a:bodyPr/>
        <a:lstStyle/>
        <a:p>
          <a:endParaRPr lang="en-US"/>
        </a:p>
      </dgm:t>
    </dgm:pt>
    <dgm:pt modelId="{8C599005-29B9-4ABB-83CC-36CADF6FE489}">
      <dgm:prSet/>
      <dgm:spPr/>
      <dgm:t>
        <a:bodyPr/>
        <a:lstStyle/>
        <a:p>
          <a:r>
            <a:rPr lang="en-GB" b="1" dirty="0"/>
            <a:t>Feature Selection</a:t>
          </a:r>
          <a:endParaRPr lang="en-US" dirty="0"/>
        </a:p>
      </dgm:t>
    </dgm:pt>
    <dgm:pt modelId="{31BEE999-ACF9-4101-A636-4C8C30F30C51}" type="parTrans" cxnId="{6F9C7F9D-F1FF-4323-B72C-835444D5E9A3}">
      <dgm:prSet/>
      <dgm:spPr/>
      <dgm:t>
        <a:bodyPr/>
        <a:lstStyle/>
        <a:p>
          <a:endParaRPr lang="en-US"/>
        </a:p>
      </dgm:t>
    </dgm:pt>
    <dgm:pt modelId="{467EB575-B2AD-4816-9EA2-916F0BC9A001}" type="sibTrans" cxnId="{6F9C7F9D-F1FF-4323-B72C-835444D5E9A3}">
      <dgm:prSet/>
      <dgm:spPr/>
      <dgm:t>
        <a:bodyPr/>
        <a:lstStyle/>
        <a:p>
          <a:endParaRPr lang="en-US"/>
        </a:p>
      </dgm:t>
    </dgm:pt>
    <dgm:pt modelId="{CE52FF54-571C-4982-8291-F15D2D9FD9FD}">
      <dgm:prSet/>
      <dgm:spPr/>
      <dgm:t>
        <a:bodyPr/>
        <a:lstStyle/>
        <a:p>
          <a:r>
            <a:rPr lang="en-GB" b="1" dirty="0"/>
            <a:t>Target Label Encoding</a:t>
          </a:r>
          <a:endParaRPr lang="en-US" dirty="0"/>
        </a:p>
      </dgm:t>
    </dgm:pt>
    <dgm:pt modelId="{73F70061-9B7B-4DA4-A0FE-FD3F2C5705E6}" type="parTrans" cxnId="{5C7ED9EB-F543-434A-BBED-51186BC73AB2}">
      <dgm:prSet/>
      <dgm:spPr/>
      <dgm:t>
        <a:bodyPr/>
        <a:lstStyle/>
        <a:p>
          <a:endParaRPr lang="en-US"/>
        </a:p>
      </dgm:t>
    </dgm:pt>
    <dgm:pt modelId="{ED2B34D1-35AA-413F-8B06-F6F769E302D8}" type="sibTrans" cxnId="{5C7ED9EB-F543-434A-BBED-51186BC73AB2}">
      <dgm:prSet/>
      <dgm:spPr/>
      <dgm:t>
        <a:bodyPr/>
        <a:lstStyle/>
        <a:p>
          <a:endParaRPr lang="en-US"/>
        </a:p>
      </dgm:t>
    </dgm:pt>
    <dgm:pt modelId="{63140D27-11E1-47DF-8AFE-B1D3C3410610}">
      <dgm:prSet/>
      <dgm:spPr/>
      <dgm:t>
        <a:bodyPr/>
        <a:lstStyle/>
        <a:p>
          <a:r>
            <a:rPr lang="en-GB" b="1" dirty="0"/>
            <a:t>Train-test Split</a:t>
          </a:r>
          <a:endParaRPr lang="en-US" dirty="0"/>
        </a:p>
      </dgm:t>
    </dgm:pt>
    <dgm:pt modelId="{5BB3F2F2-1555-40BC-B9BD-72F858D8FDE3}" type="parTrans" cxnId="{65608975-F83B-47DA-B006-C1540279797A}">
      <dgm:prSet/>
      <dgm:spPr/>
      <dgm:t>
        <a:bodyPr/>
        <a:lstStyle/>
        <a:p>
          <a:endParaRPr lang="en-US"/>
        </a:p>
      </dgm:t>
    </dgm:pt>
    <dgm:pt modelId="{F259D400-1151-462B-B7F9-3A8E45DA805C}" type="sibTrans" cxnId="{65608975-F83B-47DA-B006-C1540279797A}">
      <dgm:prSet/>
      <dgm:spPr/>
      <dgm:t>
        <a:bodyPr/>
        <a:lstStyle/>
        <a:p>
          <a:endParaRPr lang="en-US"/>
        </a:p>
      </dgm:t>
    </dgm:pt>
    <dgm:pt modelId="{673B793F-9237-4B7C-B9B2-744D416ACAA1}">
      <dgm:prSet/>
      <dgm:spPr/>
      <dgm:t>
        <a:bodyPr/>
        <a:lstStyle/>
        <a:p>
          <a:r>
            <a:rPr lang="en-GB" b="1" dirty="0"/>
            <a:t>One-Hot Encoding</a:t>
          </a:r>
          <a:endParaRPr lang="en-US" dirty="0"/>
        </a:p>
      </dgm:t>
    </dgm:pt>
    <dgm:pt modelId="{6AD0F296-EEBA-43D2-8104-D63E0114E450}" type="parTrans" cxnId="{ECB6D348-549F-4781-816C-9998700D62AB}">
      <dgm:prSet/>
      <dgm:spPr/>
      <dgm:t>
        <a:bodyPr/>
        <a:lstStyle/>
        <a:p>
          <a:endParaRPr lang="en-US"/>
        </a:p>
      </dgm:t>
    </dgm:pt>
    <dgm:pt modelId="{C7474D1B-3CB4-4B30-8F4E-AE0562229606}" type="sibTrans" cxnId="{ECB6D348-549F-4781-816C-9998700D62AB}">
      <dgm:prSet/>
      <dgm:spPr/>
      <dgm:t>
        <a:bodyPr/>
        <a:lstStyle/>
        <a:p>
          <a:endParaRPr lang="en-US"/>
        </a:p>
      </dgm:t>
    </dgm:pt>
    <dgm:pt modelId="{EA556D0B-F398-4601-B804-2AC0BA65FE8D}">
      <dgm:prSet/>
      <dgm:spPr/>
      <dgm:t>
        <a:bodyPr/>
        <a:lstStyle/>
        <a:p>
          <a:r>
            <a:rPr lang="en-GB" b="1" dirty="0"/>
            <a:t>Standardisation</a:t>
          </a:r>
          <a:endParaRPr lang="en-US" dirty="0"/>
        </a:p>
      </dgm:t>
    </dgm:pt>
    <dgm:pt modelId="{FC78E5D4-34A0-45C2-92DA-058DF9940BD7}" type="parTrans" cxnId="{86774023-DC3D-4F62-8611-A166186E807F}">
      <dgm:prSet/>
      <dgm:spPr/>
      <dgm:t>
        <a:bodyPr/>
        <a:lstStyle/>
        <a:p>
          <a:endParaRPr lang="en-US"/>
        </a:p>
      </dgm:t>
    </dgm:pt>
    <dgm:pt modelId="{E3536D1E-7EE9-4D24-87A7-89638D3792ED}" type="sibTrans" cxnId="{86774023-DC3D-4F62-8611-A166186E807F}">
      <dgm:prSet/>
      <dgm:spPr/>
      <dgm:t>
        <a:bodyPr/>
        <a:lstStyle/>
        <a:p>
          <a:endParaRPr lang="en-US"/>
        </a:p>
      </dgm:t>
    </dgm:pt>
    <dgm:pt modelId="{E95E4D3D-BD05-451D-8072-0C89F12994D4}" type="pres">
      <dgm:prSet presAssocID="{87960177-44CF-40FD-B627-FBCCE617F968}" presName="Name0" presStyleCnt="0">
        <dgm:presLayoutVars>
          <dgm:dir/>
          <dgm:resizeHandles val="exact"/>
        </dgm:presLayoutVars>
      </dgm:prSet>
      <dgm:spPr/>
    </dgm:pt>
    <dgm:pt modelId="{B41DC3FC-9087-4844-ACC8-A8E0F5EBB45C}" type="pres">
      <dgm:prSet presAssocID="{9C97CE36-904D-4F2C-A50A-A8CAA7D59C01}" presName="node" presStyleLbl="node1" presStyleIdx="0" presStyleCnt="6">
        <dgm:presLayoutVars>
          <dgm:bulletEnabled val="1"/>
        </dgm:presLayoutVars>
      </dgm:prSet>
      <dgm:spPr/>
    </dgm:pt>
    <dgm:pt modelId="{3788B47F-6809-4EC9-9F2F-B45A236E24AF}" type="pres">
      <dgm:prSet presAssocID="{FBA97229-D5AE-443D-B518-C55DF1F29908}" presName="sibTrans" presStyleLbl="sibTrans1D1" presStyleIdx="0" presStyleCnt="5"/>
      <dgm:spPr/>
    </dgm:pt>
    <dgm:pt modelId="{5AD30FE7-F02F-4E58-B5A3-67DB7C459937}" type="pres">
      <dgm:prSet presAssocID="{FBA97229-D5AE-443D-B518-C55DF1F29908}" presName="connectorText" presStyleLbl="sibTrans1D1" presStyleIdx="0" presStyleCnt="5"/>
      <dgm:spPr/>
    </dgm:pt>
    <dgm:pt modelId="{D38DB5D4-1E93-4FD2-80D5-196306A30D63}" type="pres">
      <dgm:prSet presAssocID="{8C599005-29B9-4ABB-83CC-36CADF6FE489}" presName="node" presStyleLbl="node1" presStyleIdx="1" presStyleCnt="6">
        <dgm:presLayoutVars>
          <dgm:bulletEnabled val="1"/>
        </dgm:presLayoutVars>
      </dgm:prSet>
      <dgm:spPr/>
    </dgm:pt>
    <dgm:pt modelId="{D63AE0C0-BF48-4B00-AA99-33664AAB6AD3}" type="pres">
      <dgm:prSet presAssocID="{467EB575-B2AD-4816-9EA2-916F0BC9A001}" presName="sibTrans" presStyleLbl="sibTrans1D1" presStyleIdx="1" presStyleCnt="5"/>
      <dgm:spPr/>
    </dgm:pt>
    <dgm:pt modelId="{C8941DF0-AB19-4778-95E3-C51537C18690}" type="pres">
      <dgm:prSet presAssocID="{467EB575-B2AD-4816-9EA2-916F0BC9A001}" presName="connectorText" presStyleLbl="sibTrans1D1" presStyleIdx="1" presStyleCnt="5"/>
      <dgm:spPr/>
    </dgm:pt>
    <dgm:pt modelId="{AB0EE6DA-9B3E-4DC5-9C22-58E1849771A4}" type="pres">
      <dgm:prSet presAssocID="{CE52FF54-571C-4982-8291-F15D2D9FD9FD}" presName="node" presStyleLbl="node1" presStyleIdx="2" presStyleCnt="6">
        <dgm:presLayoutVars>
          <dgm:bulletEnabled val="1"/>
        </dgm:presLayoutVars>
      </dgm:prSet>
      <dgm:spPr/>
    </dgm:pt>
    <dgm:pt modelId="{D25A71F0-779F-43FD-A24E-F4DAFFD14307}" type="pres">
      <dgm:prSet presAssocID="{ED2B34D1-35AA-413F-8B06-F6F769E302D8}" presName="sibTrans" presStyleLbl="sibTrans1D1" presStyleIdx="2" presStyleCnt="5"/>
      <dgm:spPr/>
    </dgm:pt>
    <dgm:pt modelId="{3EE95806-0745-4DDF-A8A8-DB8964282546}" type="pres">
      <dgm:prSet presAssocID="{ED2B34D1-35AA-413F-8B06-F6F769E302D8}" presName="connectorText" presStyleLbl="sibTrans1D1" presStyleIdx="2" presStyleCnt="5"/>
      <dgm:spPr/>
    </dgm:pt>
    <dgm:pt modelId="{A7232C29-23C6-48E1-A0AC-1A1514180F01}" type="pres">
      <dgm:prSet presAssocID="{63140D27-11E1-47DF-8AFE-B1D3C3410610}" presName="node" presStyleLbl="node1" presStyleIdx="3" presStyleCnt="6">
        <dgm:presLayoutVars>
          <dgm:bulletEnabled val="1"/>
        </dgm:presLayoutVars>
      </dgm:prSet>
      <dgm:spPr/>
    </dgm:pt>
    <dgm:pt modelId="{03C70E5C-91DD-4799-A157-53F96611BC2D}" type="pres">
      <dgm:prSet presAssocID="{F259D400-1151-462B-B7F9-3A8E45DA805C}" presName="sibTrans" presStyleLbl="sibTrans1D1" presStyleIdx="3" presStyleCnt="5"/>
      <dgm:spPr/>
    </dgm:pt>
    <dgm:pt modelId="{54002356-06F6-4801-9A4B-D3ADCDB4BC00}" type="pres">
      <dgm:prSet presAssocID="{F259D400-1151-462B-B7F9-3A8E45DA805C}" presName="connectorText" presStyleLbl="sibTrans1D1" presStyleIdx="3" presStyleCnt="5"/>
      <dgm:spPr/>
    </dgm:pt>
    <dgm:pt modelId="{05A67DAF-A71F-4859-81D2-8B46DAEF87DF}" type="pres">
      <dgm:prSet presAssocID="{673B793F-9237-4B7C-B9B2-744D416ACAA1}" presName="node" presStyleLbl="node1" presStyleIdx="4" presStyleCnt="6">
        <dgm:presLayoutVars>
          <dgm:bulletEnabled val="1"/>
        </dgm:presLayoutVars>
      </dgm:prSet>
      <dgm:spPr/>
    </dgm:pt>
    <dgm:pt modelId="{9C7DC8E7-398B-4FDB-BA69-3FF9A1D0B8CC}" type="pres">
      <dgm:prSet presAssocID="{C7474D1B-3CB4-4B30-8F4E-AE0562229606}" presName="sibTrans" presStyleLbl="sibTrans1D1" presStyleIdx="4" presStyleCnt="5"/>
      <dgm:spPr/>
    </dgm:pt>
    <dgm:pt modelId="{B8E486C9-D3E9-40B0-ADEF-E6C4D9343FAC}" type="pres">
      <dgm:prSet presAssocID="{C7474D1B-3CB4-4B30-8F4E-AE0562229606}" presName="connectorText" presStyleLbl="sibTrans1D1" presStyleIdx="4" presStyleCnt="5"/>
      <dgm:spPr/>
    </dgm:pt>
    <dgm:pt modelId="{9A4D1993-14FE-4C5A-AA89-CCD30F66B17B}" type="pres">
      <dgm:prSet presAssocID="{EA556D0B-F398-4601-B804-2AC0BA65FE8D}" presName="node" presStyleLbl="node1" presStyleIdx="5" presStyleCnt="6">
        <dgm:presLayoutVars>
          <dgm:bulletEnabled val="1"/>
        </dgm:presLayoutVars>
      </dgm:prSet>
      <dgm:spPr/>
    </dgm:pt>
  </dgm:ptLst>
  <dgm:cxnLst>
    <dgm:cxn modelId="{6DD86104-CA99-40CB-9804-6CB446B9638C}" type="presOf" srcId="{F259D400-1151-462B-B7F9-3A8E45DA805C}" destId="{03C70E5C-91DD-4799-A157-53F96611BC2D}" srcOrd="0" destOrd="0" presId="urn:microsoft.com/office/officeart/2016/7/layout/RepeatingBendingProcessNew"/>
    <dgm:cxn modelId="{E5570707-C323-4D09-BF06-0226C626748F}" type="presOf" srcId="{87960177-44CF-40FD-B627-FBCCE617F968}" destId="{E95E4D3D-BD05-451D-8072-0C89F12994D4}" srcOrd="0" destOrd="0" presId="urn:microsoft.com/office/officeart/2016/7/layout/RepeatingBendingProcessNew"/>
    <dgm:cxn modelId="{73A3080A-57D2-44C7-A1E8-7F1188F79AF6}" type="presOf" srcId="{673B793F-9237-4B7C-B9B2-744D416ACAA1}" destId="{05A67DAF-A71F-4859-81D2-8B46DAEF87DF}" srcOrd="0" destOrd="0" presId="urn:microsoft.com/office/officeart/2016/7/layout/RepeatingBendingProcessNew"/>
    <dgm:cxn modelId="{69420518-DB3D-4375-BC9B-0A911D55C0AF}" type="presOf" srcId="{8C599005-29B9-4ABB-83CC-36CADF6FE489}" destId="{D38DB5D4-1E93-4FD2-80D5-196306A30D63}" srcOrd="0" destOrd="0" presId="urn:microsoft.com/office/officeart/2016/7/layout/RepeatingBendingProcessNew"/>
    <dgm:cxn modelId="{86774023-DC3D-4F62-8611-A166186E807F}" srcId="{87960177-44CF-40FD-B627-FBCCE617F968}" destId="{EA556D0B-F398-4601-B804-2AC0BA65FE8D}" srcOrd="5" destOrd="0" parTransId="{FC78E5D4-34A0-45C2-92DA-058DF9940BD7}" sibTransId="{E3536D1E-7EE9-4D24-87A7-89638D3792ED}"/>
    <dgm:cxn modelId="{F48F8025-9EC2-4540-B1A6-7D7BC8124F38}" type="presOf" srcId="{F259D400-1151-462B-B7F9-3A8E45DA805C}" destId="{54002356-06F6-4801-9A4B-D3ADCDB4BC00}" srcOrd="1" destOrd="0" presId="urn:microsoft.com/office/officeart/2016/7/layout/RepeatingBendingProcessNew"/>
    <dgm:cxn modelId="{AE3C3728-A70D-46B1-8CD6-18C21AC77B71}" type="presOf" srcId="{467EB575-B2AD-4816-9EA2-916F0BC9A001}" destId="{C8941DF0-AB19-4778-95E3-C51537C18690}" srcOrd="1" destOrd="0" presId="urn:microsoft.com/office/officeart/2016/7/layout/RepeatingBendingProcessNew"/>
    <dgm:cxn modelId="{7AA9543D-5793-4164-A53E-2BADE260C942}" type="presOf" srcId="{63140D27-11E1-47DF-8AFE-B1D3C3410610}" destId="{A7232C29-23C6-48E1-A0AC-1A1514180F01}" srcOrd="0" destOrd="0" presId="urn:microsoft.com/office/officeart/2016/7/layout/RepeatingBendingProcessNew"/>
    <dgm:cxn modelId="{D5039D3D-10E3-47C9-93F4-96D4FBB98FC7}" srcId="{87960177-44CF-40FD-B627-FBCCE617F968}" destId="{9C97CE36-904D-4F2C-A50A-A8CAA7D59C01}" srcOrd="0" destOrd="0" parTransId="{7811D7AB-E9FA-49C3-B145-52339A942F9C}" sibTransId="{FBA97229-D5AE-443D-B518-C55DF1F29908}"/>
    <dgm:cxn modelId="{1050493E-D6E8-45A9-87E7-D085A603D6FA}" type="presOf" srcId="{C7474D1B-3CB4-4B30-8F4E-AE0562229606}" destId="{9C7DC8E7-398B-4FDB-BA69-3FF9A1D0B8CC}" srcOrd="0" destOrd="0" presId="urn:microsoft.com/office/officeart/2016/7/layout/RepeatingBendingProcessNew"/>
    <dgm:cxn modelId="{ECB6D348-549F-4781-816C-9998700D62AB}" srcId="{87960177-44CF-40FD-B627-FBCCE617F968}" destId="{673B793F-9237-4B7C-B9B2-744D416ACAA1}" srcOrd="4" destOrd="0" parTransId="{6AD0F296-EEBA-43D2-8104-D63E0114E450}" sibTransId="{C7474D1B-3CB4-4B30-8F4E-AE0562229606}"/>
    <dgm:cxn modelId="{7B768E4E-DDB8-4C67-9C60-1233B9F3957E}" type="presOf" srcId="{FBA97229-D5AE-443D-B518-C55DF1F29908}" destId="{5AD30FE7-F02F-4E58-B5A3-67DB7C459937}" srcOrd="1" destOrd="0" presId="urn:microsoft.com/office/officeart/2016/7/layout/RepeatingBendingProcessNew"/>
    <dgm:cxn modelId="{E3F3AC53-3172-422F-98EA-63DAC69AB8D3}" type="presOf" srcId="{FBA97229-D5AE-443D-B518-C55DF1F29908}" destId="{3788B47F-6809-4EC9-9F2F-B45A236E24AF}" srcOrd="0" destOrd="0" presId="urn:microsoft.com/office/officeart/2016/7/layout/RepeatingBendingProcessNew"/>
    <dgm:cxn modelId="{65608975-F83B-47DA-B006-C1540279797A}" srcId="{87960177-44CF-40FD-B627-FBCCE617F968}" destId="{63140D27-11E1-47DF-8AFE-B1D3C3410610}" srcOrd="3" destOrd="0" parTransId="{5BB3F2F2-1555-40BC-B9BD-72F858D8FDE3}" sibTransId="{F259D400-1151-462B-B7F9-3A8E45DA805C}"/>
    <dgm:cxn modelId="{F85E1B94-B15B-4311-9D89-2E6AD77C5570}" type="presOf" srcId="{CE52FF54-571C-4982-8291-F15D2D9FD9FD}" destId="{AB0EE6DA-9B3E-4DC5-9C22-58E1849771A4}" srcOrd="0" destOrd="0" presId="urn:microsoft.com/office/officeart/2016/7/layout/RepeatingBendingProcessNew"/>
    <dgm:cxn modelId="{6F9C7F9D-F1FF-4323-B72C-835444D5E9A3}" srcId="{87960177-44CF-40FD-B627-FBCCE617F968}" destId="{8C599005-29B9-4ABB-83CC-36CADF6FE489}" srcOrd="1" destOrd="0" parTransId="{31BEE999-ACF9-4101-A636-4C8C30F30C51}" sibTransId="{467EB575-B2AD-4816-9EA2-916F0BC9A001}"/>
    <dgm:cxn modelId="{11C365AA-C13A-427F-8B1B-F8512CA537A9}" type="presOf" srcId="{ED2B34D1-35AA-413F-8B06-F6F769E302D8}" destId="{D25A71F0-779F-43FD-A24E-F4DAFFD14307}" srcOrd="0" destOrd="0" presId="urn:microsoft.com/office/officeart/2016/7/layout/RepeatingBendingProcessNew"/>
    <dgm:cxn modelId="{FAA1D9B3-0697-4D1F-95B2-CC2D1839272A}" type="presOf" srcId="{9C97CE36-904D-4F2C-A50A-A8CAA7D59C01}" destId="{B41DC3FC-9087-4844-ACC8-A8E0F5EBB45C}" srcOrd="0" destOrd="0" presId="urn:microsoft.com/office/officeart/2016/7/layout/RepeatingBendingProcessNew"/>
    <dgm:cxn modelId="{85931CC9-4BF4-4F61-B06C-227DC3AD0389}" type="presOf" srcId="{ED2B34D1-35AA-413F-8B06-F6F769E302D8}" destId="{3EE95806-0745-4DDF-A8A8-DB8964282546}" srcOrd="1" destOrd="0" presId="urn:microsoft.com/office/officeart/2016/7/layout/RepeatingBendingProcessNew"/>
    <dgm:cxn modelId="{7F3BABD9-0D61-4A9D-AFBB-623326A60D10}" type="presOf" srcId="{EA556D0B-F398-4601-B804-2AC0BA65FE8D}" destId="{9A4D1993-14FE-4C5A-AA89-CCD30F66B17B}" srcOrd="0" destOrd="0" presId="urn:microsoft.com/office/officeart/2016/7/layout/RepeatingBendingProcessNew"/>
    <dgm:cxn modelId="{45F7F7DE-2836-4DEC-BE4A-345BC60BF979}" type="presOf" srcId="{467EB575-B2AD-4816-9EA2-916F0BC9A001}" destId="{D63AE0C0-BF48-4B00-AA99-33664AAB6AD3}" srcOrd="0" destOrd="0" presId="urn:microsoft.com/office/officeart/2016/7/layout/RepeatingBendingProcessNew"/>
    <dgm:cxn modelId="{FB3DCBE9-FAF8-477A-A031-D14CBF5837AB}" type="presOf" srcId="{C7474D1B-3CB4-4B30-8F4E-AE0562229606}" destId="{B8E486C9-D3E9-40B0-ADEF-E6C4D9343FAC}" srcOrd="1" destOrd="0" presId="urn:microsoft.com/office/officeart/2016/7/layout/RepeatingBendingProcessNew"/>
    <dgm:cxn modelId="{5C7ED9EB-F543-434A-BBED-51186BC73AB2}" srcId="{87960177-44CF-40FD-B627-FBCCE617F968}" destId="{CE52FF54-571C-4982-8291-F15D2D9FD9FD}" srcOrd="2" destOrd="0" parTransId="{73F70061-9B7B-4DA4-A0FE-FD3F2C5705E6}" sibTransId="{ED2B34D1-35AA-413F-8B06-F6F769E302D8}"/>
    <dgm:cxn modelId="{296E1B5B-1C42-40B7-862D-DA5E2525257F}" type="presParOf" srcId="{E95E4D3D-BD05-451D-8072-0C89F12994D4}" destId="{B41DC3FC-9087-4844-ACC8-A8E0F5EBB45C}" srcOrd="0" destOrd="0" presId="urn:microsoft.com/office/officeart/2016/7/layout/RepeatingBendingProcessNew"/>
    <dgm:cxn modelId="{52FCD7C1-5D46-4640-8095-6B26EA65042F}" type="presParOf" srcId="{E95E4D3D-BD05-451D-8072-0C89F12994D4}" destId="{3788B47F-6809-4EC9-9F2F-B45A236E24AF}" srcOrd="1" destOrd="0" presId="urn:microsoft.com/office/officeart/2016/7/layout/RepeatingBendingProcessNew"/>
    <dgm:cxn modelId="{A13DE0B0-DE95-466C-90DA-D33C91E86BA7}" type="presParOf" srcId="{3788B47F-6809-4EC9-9F2F-B45A236E24AF}" destId="{5AD30FE7-F02F-4E58-B5A3-67DB7C459937}" srcOrd="0" destOrd="0" presId="urn:microsoft.com/office/officeart/2016/7/layout/RepeatingBendingProcessNew"/>
    <dgm:cxn modelId="{6AA8E822-B015-4DE5-9F73-BAC8191FBB14}" type="presParOf" srcId="{E95E4D3D-BD05-451D-8072-0C89F12994D4}" destId="{D38DB5D4-1E93-4FD2-80D5-196306A30D63}" srcOrd="2" destOrd="0" presId="urn:microsoft.com/office/officeart/2016/7/layout/RepeatingBendingProcessNew"/>
    <dgm:cxn modelId="{6DBFC998-8442-44DF-88A7-FA876B84DB71}" type="presParOf" srcId="{E95E4D3D-BD05-451D-8072-0C89F12994D4}" destId="{D63AE0C0-BF48-4B00-AA99-33664AAB6AD3}" srcOrd="3" destOrd="0" presId="urn:microsoft.com/office/officeart/2016/7/layout/RepeatingBendingProcessNew"/>
    <dgm:cxn modelId="{28B0DB73-5E9A-4C71-BB9F-9FB724683C27}" type="presParOf" srcId="{D63AE0C0-BF48-4B00-AA99-33664AAB6AD3}" destId="{C8941DF0-AB19-4778-95E3-C51537C18690}" srcOrd="0" destOrd="0" presId="urn:microsoft.com/office/officeart/2016/7/layout/RepeatingBendingProcessNew"/>
    <dgm:cxn modelId="{79D67696-7C8F-4F47-81EA-40BB8BC7194E}" type="presParOf" srcId="{E95E4D3D-BD05-451D-8072-0C89F12994D4}" destId="{AB0EE6DA-9B3E-4DC5-9C22-58E1849771A4}" srcOrd="4" destOrd="0" presId="urn:microsoft.com/office/officeart/2016/7/layout/RepeatingBendingProcessNew"/>
    <dgm:cxn modelId="{595F9D15-524B-4639-B71D-F59256D813F3}" type="presParOf" srcId="{E95E4D3D-BD05-451D-8072-0C89F12994D4}" destId="{D25A71F0-779F-43FD-A24E-F4DAFFD14307}" srcOrd="5" destOrd="0" presId="urn:microsoft.com/office/officeart/2016/7/layout/RepeatingBendingProcessNew"/>
    <dgm:cxn modelId="{302D7DC7-6E40-4B57-9BDB-AA40FFFE1443}" type="presParOf" srcId="{D25A71F0-779F-43FD-A24E-F4DAFFD14307}" destId="{3EE95806-0745-4DDF-A8A8-DB8964282546}" srcOrd="0" destOrd="0" presId="urn:microsoft.com/office/officeart/2016/7/layout/RepeatingBendingProcessNew"/>
    <dgm:cxn modelId="{7C20FCE6-6DAD-4086-8848-F3E80808EB36}" type="presParOf" srcId="{E95E4D3D-BD05-451D-8072-0C89F12994D4}" destId="{A7232C29-23C6-48E1-A0AC-1A1514180F01}" srcOrd="6" destOrd="0" presId="urn:microsoft.com/office/officeart/2016/7/layout/RepeatingBendingProcessNew"/>
    <dgm:cxn modelId="{ED561CCE-8FE2-4FCA-84BB-7E065EB47703}" type="presParOf" srcId="{E95E4D3D-BD05-451D-8072-0C89F12994D4}" destId="{03C70E5C-91DD-4799-A157-53F96611BC2D}" srcOrd="7" destOrd="0" presId="urn:microsoft.com/office/officeart/2016/7/layout/RepeatingBendingProcessNew"/>
    <dgm:cxn modelId="{81A295F2-3A89-4693-98FC-BD2E8ECC09AE}" type="presParOf" srcId="{03C70E5C-91DD-4799-A157-53F96611BC2D}" destId="{54002356-06F6-4801-9A4B-D3ADCDB4BC00}" srcOrd="0" destOrd="0" presId="urn:microsoft.com/office/officeart/2016/7/layout/RepeatingBendingProcessNew"/>
    <dgm:cxn modelId="{03F2BC5C-7C0D-46FD-9441-F1986CDE01C4}" type="presParOf" srcId="{E95E4D3D-BD05-451D-8072-0C89F12994D4}" destId="{05A67DAF-A71F-4859-81D2-8B46DAEF87DF}" srcOrd="8" destOrd="0" presId="urn:microsoft.com/office/officeart/2016/7/layout/RepeatingBendingProcessNew"/>
    <dgm:cxn modelId="{002566F6-7CC3-4FCD-BA34-175A24D53267}" type="presParOf" srcId="{E95E4D3D-BD05-451D-8072-0C89F12994D4}" destId="{9C7DC8E7-398B-4FDB-BA69-3FF9A1D0B8CC}" srcOrd="9" destOrd="0" presId="urn:microsoft.com/office/officeart/2016/7/layout/RepeatingBendingProcessNew"/>
    <dgm:cxn modelId="{3B678D65-B7BC-4088-B683-2F4939C9EE01}" type="presParOf" srcId="{9C7DC8E7-398B-4FDB-BA69-3FF9A1D0B8CC}" destId="{B8E486C9-D3E9-40B0-ADEF-E6C4D9343FAC}" srcOrd="0" destOrd="0" presId="urn:microsoft.com/office/officeart/2016/7/layout/RepeatingBendingProcessNew"/>
    <dgm:cxn modelId="{CF7F81BD-CDF8-45FB-A458-3D8FFC12896E}" type="presParOf" srcId="{E95E4D3D-BD05-451D-8072-0C89F12994D4}" destId="{9A4D1993-14FE-4C5A-AA89-CCD30F66B17B}" srcOrd="10"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ata4.xml><?xml version="1.0" encoding="utf-8"?>
<dgm:dataModel xmlns:dgm="http://schemas.openxmlformats.org/drawingml/2006/diagram" xmlns:a="http://schemas.openxmlformats.org/drawingml/2006/main">
  <dgm:ptLst>
    <dgm:pt modelId="{502C8034-C9C1-4BA0-A8B6-0A8D8276F21B}" type="doc">
      <dgm:prSet loTypeId="urn:microsoft.com/office/officeart/2005/8/layout/list1" loCatId="list" qsTypeId="urn:microsoft.com/office/officeart/2005/8/quickstyle/simple1" qsCatId="simple" csTypeId="urn:microsoft.com/office/officeart/2005/8/colors/accent3_2#15" csCatId="accent3" phldr="1"/>
      <dgm:spPr/>
      <dgm:t>
        <a:bodyPr/>
        <a:lstStyle/>
        <a:p>
          <a:endParaRPr lang="en-GB"/>
        </a:p>
      </dgm:t>
    </dgm:pt>
    <dgm:pt modelId="{E4819827-AB31-4F99-95E1-66628A6B9E4F}">
      <dgm:prSet phldrT="[Text]"/>
      <dgm:spPr/>
      <dgm:t>
        <a:bodyPr/>
        <a:lstStyle/>
        <a:p>
          <a:r>
            <a:rPr lang="en-GB" b="1" dirty="0"/>
            <a:t>Nulls</a:t>
          </a:r>
          <a:endParaRPr lang="en-GB" dirty="0"/>
        </a:p>
      </dgm:t>
    </dgm:pt>
    <dgm:pt modelId="{03423424-C176-48A0-A962-316806261BD5}" type="parTrans" cxnId="{B971E17E-09CE-4FAB-A828-47362A2A4E87}">
      <dgm:prSet/>
      <dgm:spPr/>
      <dgm:t>
        <a:bodyPr/>
        <a:lstStyle/>
        <a:p>
          <a:endParaRPr lang="en-GB"/>
        </a:p>
      </dgm:t>
    </dgm:pt>
    <dgm:pt modelId="{D641D9E6-87E2-47B2-8E80-71C96F667035}" type="sibTrans" cxnId="{B971E17E-09CE-4FAB-A828-47362A2A4E87}">
      <dgm:prSet/>
      <dgm:spPr/>
      <dgm:t>
        <a:bodyPr/>
        <a:lstStyle/>
        <a:p>
          <a:endParaRPr lang="en-GB"/>
        </a:p>
      </dgm:t>
    </dgm:pt>
    <dgm:pt modelId="{CD8ECEF8-DED9-4C49-932E-4600C190C31B}">
      <dgm:prSet phldrT="[Text]"/>
      <dgm:spPr/>
      <dgm:t>
        <a:bodyPr/>
        <a:lstStyle/>
        <a:p>
          <a:pPr>
            <a:buFont typeface="Arial" panose="020B0604020202020204" pitchFamily="34" charset="0"/>
            <a:buNone/>
          </a:pPr>
          <a:r>
            <a:rPr lang="en-GB" dirty="0">
              <a:latin typeface="Yu Gothic UI Semilight" panose="020B0400000000000000" pitchFamily="34" charset="-128"/>
              <a:ea typeface="Yu Gothic UI Semilight" panose="020B0400000000000000" pitchFamily="34" charset="-128"/>
            </a:rPr>
            <a:t>   To ensure the data fed to the machine algorithms were not missing data, we removed any rows that contained missing values. This meant that the size of our training data was significantly smaller than it could have been and is a limitation of this project. </a:t>
          </a:r>
        </a:p>
      </dgm:t>
    </dgm:pt>
    <dgm:pt modelId="{30C5017F-0786-4E21-ACF2-91EC18734E80}" type="parTrans" cxnId="{3E3F9E35-702E-4589-9039-A9A5A8AA7639}">
      <dgm:prSet/>
      <dgm:spPr/>
      <dgm:t>
        <a:bodyPr/>
        <a:lstStyle/>
        <a:p>
          <a:endParaRPr lang="en-GB"/>
        </a:p>
      </dgm:t>
    </dgm:pt>
    <dgm:pt modelId="{D89420E2-8D82-4D6F-B6FC-1C7F07678196}" type="sibTrans" cxnId="{3E3F9E35-702E-4589-9039-A9A5A8AA7639}">
      <dgm:prSet/>
      <dgm:spPr/>
      <dgm:t>
        <a:bodyPr/>
        <a:lstStyle/>
        <a:p>
          <a:endParaRPr lang="en-GB"/>
        </a:p>
      </dgm:t>
    </dgm:pt>
    <dgm:pt modelId="{19134D3B-7ED5-4431-A507-5787C5C0FD89}">
      <dgm:prSet phldrT="[Text]"/>
      <dgm:spPr/>
      <dgm:t>
        <a:bodyPr/>
        <a:lstStyle/>
        <a:p>
          <a:r>
            <a:rPr lang="en-GB" b="1" dirty="0"/>
            <a:t>Summarised Features</a:t>
          </a:r>
          <a:endParaRPr lang="en-GB" dirty="0"/>
        </a:p>
      </dgm:t>
    </dgm:pt>
    <dgm:pt modelId="{007F4B04-8F5A-40CB-83C0-B909A6C5918F}" type="parTrans" cxnId="{33A60CB1-B3F7-448B-A7A7-5BA1EE72272C}">
      <dgm:prSet/>
      <dgm:spPr/>
      <dgm:t>
        <a:bodyPr/>
        <a:lstStyle/>
        <a:p>
          <a:endParaRPr lang="en-GB"/>
        </a:p>
      </dgm:t>
    </dgm:pt>
    <dgm:pt modelId="{70DC2082-1E0D-4238-885C-713F354319D6}" type="sibTrans" cxnId="{33A60CB1-B3F7-448B-A7A7-5BA1EE72272C}">
      <dgm:prSet/>
      <dgm:spPr/>
      <dgm:t>
        <a:bodyPr/>
        <a:lstStyle/>
        <a:p>
          <a:endParaRPr lang="en-GB"/>
        </a:p>
      </dgm:t>
    </dgm:pt>
    <dgm:pt modelId="{0B99C3F4-2A75-4451-9A6A-69F616F821F3}">
      <dgm:prSet phldrT="[Text]"/>
      <dgm:spPr/>
      <dgm:t>
        <a:bodyPr/>
        <a:lstStyle/>
        <a:p>
          <a:pPr>
            <a:buNone/>
          </a:pPr>
          <a:r>
            <a:rPr kumimoji="0" lang="en-GB" b="0" i="0" u="none" strike="noStrike" cap="none" spc="0" normalizeH="0" baseline="0" noProof="0" dirty="0">
              <a:effectLst/>
              <a:uLnTx/>
              <a:uFillTx/>
              <a:latin typeface="Yu Gothic UI Semilight" panose="020B0400000000000000" pitchFamily="34" charset="-128"/>
              <a:ea typeface="Yu Gothic UI Semilight" panose="020B0400000000000000" pitchFamily="34" charset="-128"/>
              <a:cs typeface="+mn-cs"/>
            </a:rPr>
            <a:t>   The columns with </a:t>
          </a:r>
          <a:r>
            <a:rPr lang="en-GB" dirty="0">
              <a:latin typeface="Yu Gothic UI Semilight" panose="020B0400000000000000" pitchFamily="34" charset="-128"/>
              <a:ea typeface="Yu Gothic UI Semilight" panose="020B0400000000000000" pitchFamily="34" charset="-128"/>
            </a:rPr>
            <a:t>multiple responses that were similar or could be summarised into main categories were simplified and summarised in the EDA step. This process is considered part of data cleaning.</a:t>
          </a:r>
        </a:p>
      </dgm:t>
    </dgm:pt>
    <dgm:pt modelId="{70CBB40A-3739-4569-B9D5-0E2DA3A65FA7}" type="parTrans" cxnId="{C570AE15-68F7-4DAC-8713-E27D588AD64E}">
      <dgm:prSet/>
      <dgm:spPr/>
      <dgm:t>
        <a:bodyPr/>
        <a:lstStyle/>
        <a:p>
          <a:endParaRPr lang="en-GB"/>
        </a:p>
      </dgm:t>
    </dgm:pt>
    <dgm:pt modelId="{CBAD77B5-AF29-4CF4-9511-B2545628E469}" type="sibTrans" cxnId="{C570AE15-68F7-4DAC-8713-E27D588AD64E}">
      <dgm:prSet/>
      <dgm:spPr/>
      <dgm:t>
        <a:bodyPr/>
        <a:lstStyle/>
        <a:p>
          <a:endParaRPr lang="en-GB"/>
        </a:p>
      </dgm:t>
    </dgm:pt>
    <dgm:pt modelId="{043B768F-FF0B-4B60-A326-3F9F0DFCC96A}" type="pres">
      <dgm:prSet presAssocID="{502C8034-C9C1-4BA0-A8B6-0A8D8276F21B}" presName="linear" presStyleCnt="0">
        <dgm:presLayoutVars>
          <dgm:dir/>
          <dgm:animLvl val="lvl"/>
          <dgm:resizeHandles val="exact"/>
        </dgm:presLayoutVars>
      </dgm:prSet>
      <dgm:spPr/>
    </dgm:pt>
    <dgm:pt modelId="{BCCFF705-5F0D-4248-AAF0-7358A587B7A0}" type="pres">
      <dgm:prSet presAssocID="{E4819827-AB31-4F99-95E1-66628A6B9E4F}" presName="parentLin" presStyleCnt="0"/>
      <dgm:spPr/>
    </dgm:pt>
    <dgm:pt modelId="{712C83FF-7CC0-496B-9FA7-FECA41256307}" type="pres">
      <dgm:prSet presAssocID="{E4819827-AB31-4F99-95E1-66628A6B9E4F}" presName="parentLeftMargin" presStyleLbl="node1" presStyleIdx="0" presStyleCnt="2"/>
      <dgm:spPr/>
    </dgm:pt>
    <dgm:pt modelId="{A00C8796-B0C0-496E-9E3A-9D0F12355793}" type="pres">
      <dgm:prSet presAssocID="{E4819827-AB31-4F99-95E1-66628A6B9E4F}" presName="parentText" presStyleLbl="node1" presStyleIdx="0" presStyleCnt="2">
        <dgm:presLayoutVars>
          <dgm:chMax val="0"/>
          <dgm:bulletEnabled val="1"/>
        </dgm:presLayoutVars>
      </dgm:prSet>
      <dgm:spPr/>
    </dgm:pt>
    <dgm:pt modelId="{767EF479-2623-462D-A3D0-DAF90B1542E1}" type="pres">
      <dgm:prSet presAssocID="{E4819827-AB31-4F99-95E1-66628A6B9E4F}" presName="negativeSpace" presStyleCnt="0"/>
      <dgm:spPr/>
    </dgm:pt>
    <dgm:pt modelId="{4AC899EE-E8E7-4206-B1F4-44A9BA820D9E}" type="pres">
      <dgm:prSet presAssocID="{E4819827-AB31-4F99-95E1-66628A6B9E4F}" presName="childText" presStyleLbl="conFgAcc1" presStyleIdx="0" presStyleCnt="2">
        <dgm:presLayoutVars>
          <dgm:bulletEnabled val="1"/>
        </dgm:presLayoutVars>
      </dgm:prSet>
      <dgm:spPr/>
    </dgm:pt>
    <dgm:pt modelId="{D04BDC1E-1DD2-4AC6-B706-923CFDB5EE6A}" type="pres">
      <dgm:prSet presAssocID="{D641D9E6-87E2-47B2-8E80-71C96F667035}" presName="spaceBetweenRectangles" presStyleCnt="0"/>
      <dgm:spPr/>
    </dgm:pt>
    <dgm:pt modelId="{9D93361D-E846-4811-B9D4-6B9B12EE8C9F}" type="pres">
      <dgm:prSet presAssocID="{19134D3B-7ED5-4431-A507-5787C5C0FD89}" presName="parentLin" presStyleCnt="0"/>
      <dgm:spPr/>
    </dgm:pt>
    <dgm:pt modelId="{28BF8027-3527-4384-AE79-D012EE0F8F6D}" type="pres">
      <dgm:prSet presAssocID="{19134D3B-7ED5-4431-A507-5787C5C0FD89}" presName="parentLeftMargin" presStyleLbl="node1" presStyleIdx="0" presStyleCnt="2"/>
      <dgm:spPr/>
    </dgm:pt>
    <dgm:pt modelId="{43D22A84-82FB-434B-BD26-7D0AD421DFD0}" type="pres">
      <dgm:prSet presAssocID="{19134D3B-7ED5-4431-A507-5787C5C0FD89}" presName="parentText" presStyleLbl="node1" presStyleIdx="1" presStyleCnt="2">
        <dgm:presLayoutVars>
          <dgm:chMax val="0"/>
          <dgm:bulletEnabled val="1"/>
        </dgm:presLayoutVars>
      </dgm:prSet>
      <dgm:spPr/>
    </dgm:pt>
    <dgm:pt modelId="{C53A27A5-CAD2-4B39-B310-F7A9E413DA2A}" type="pres">
      <dgm:prSet presAssocID="{19134D3B-7ED5-4431-A507-5787C5C0FD89}" presName="negativeSpace" presStyleCnt="0"/>
      <dgm:spPr/>
    </dgm:pt>
    <dgm:pt modelId="{DCAA67C2-C872-4CB4-BBE7-3A09D521528A}" type="pres">
      <dgm:prSet presAssocID="{19134D3B-7ED5-4431-A507-5787C5C0FD89}" presName="childText" presStyleLbl="conFgAcc1" presStyleIdx="1" presStyleCnt="2">
        <dgm:presLayoutVars>
          <dgm:bulletEnabled val="1"/>
        </dgm:presLayoutVars>
      </dgm:prSet>
      <dgm:spPr/>
    </dgm:pt>
  </dgm:ptLst>
  <dgm:cxnLst>
    <dgm:cxn modelId="{C570AE15-68F7-4DAC-8713-E27D588AD64E}" srcId="{19134D3B-7ED5-4431-A507-5787C5C0FD89}" destId="{0B99C3F4-2A75-4451-9A6A-69F616F821F3}" srcOrd="0" destOrd="0" parTransId="{70CBB40A-3739-4569-B9D5-0E2DA3A65FA7}" sibTransId="{CBAD77B5-AF29-4CF4-9511-B2545628E469}"/>
    <dgm:cxn modelId="{3E3F9E35-702E-4589-9039-A9A5A8AA7639}" srcId="{E4819827-AB31-4F99-95E1-66628A6B9E4F}" destId="{CD8ECEF8-DED9-4C49-932E-4600C190C31B}" srcOrd="0" destOrd="0" parTransId="{30C5017F-0786-4E21-ACF2-91EC18734E80}" sibTransId="{D89420E2-8D82-4D6F-B6FC-1C7F07678196}"/>
    <dgm:cxn modelId="{8981DB66-D863-46BF-9BFE-A026288B9D3F}" type="presOf" srcId="{E4819827-AB31-4F99-95E1-66628A6B9E4F}" destId="{A00C8796-B0C0-496E-9E3A-9D0F12355793}" srcOrd="1" destOrd="0" presId="urn:microsoft.com/office/officeart/2005/8/layout/list1"/>
    <dgm:cxn modelId="{24735073-2A6B-49EF-8B98-5967DC8CEAC4}" type="presOf" srcId="{0B99C3F4-2A75-4451-9A6A-69F616F821F3}" destId="{DCAA67C2-C872-4CB4-BBE7-3A09D521528A}" srcOrd="0" destOrd="0" presId="urn:microsoft.com/office/officeart/2005/8/layout/list1"/>
    <dgm:cxn modelId="{B971E17E-09CE-4FAB-A828-47362A2A4E87}" srcId="{502C8034-C9C1-4BA0-A8B6-0A8D8276F21B}" destId="{E4819827-AB31-4F99-95E1-66628A6B9E4F}" srcOrd="0" destOrd="0" parTransId="{03423424-C176-48A0-A962-316806261BD5}" sibTransId="{D641D9E6-87E2-47B2-8E80-71C96F667035}"/>
    <dgm:cxn modelId="{C4EE339E-C1AA-4C81-A563-145F2228EEA2}" type="presOf" srcId="{CD8ECEF8-DED9-4C49-932E-4600C190C31B}" destId="{4AC899EE-E8E7-4206-B1F4-44A9BA820D9E}" srcOrd="0" destOrd="0" presId="urn:microsoft.com/office/officeart/2005/8/layout/list1"/>
    <dgm:cxn modelId="{33A60CB1-B3F7-448B-A7A7-5BA1EE72272C}" srcId="{502C8034-C9C1-4BA0-A8B6-0A8D8276F21B}" destId="{19134D3B-7ED5-4431-A507-5787C5C0FD89}" srcOrd="1" destOrd="0" parTransId="{007F4B04-8F5A-40CB-83C0-B909A6C5918F}" sibTransId="{70DC2082-1E0D-4238-885C-713F354319D6}"/>
    <dgm:cxn modelId="{49CBB3C2-8AFA-417F-847F-21C9949B9AE2}" type="presOf" srcId="{19134D3B-7ED5-4431-A507-5787C5C0FD89}" destId="{28BF8027-3527-4384-AE79-D012EE0F8F6D}" srcOrd="0" destOrd="0" presId="urn:microsoft.com/office/officeart/2005/8/layout/list1"/>
    <dgm:cxn modelId="{06656DD8-2B68-4FDE-BB6B-4BFB785C5E67}" type="presOf" srcId="{E4819827-AB31-4F99-95E1-66628A6B9E4F}" destId="{712C83FF-7CC0-496B-9FA7-FECA41256307}" srcOrd="0" destOrd="0" presId="urn:microsoft.com/office/officeart/2005/8/layout/list1"/>
    <dgm:cxn modelId="{CEA4A7DC-BD6E-46C1-8284-C480344ED277}" type="presOf" srcId="{19134D3B-7ED5-4431-A507-5787C5C0FD89}" destId="{43D22A84-82FB-434B-BD26-7D0AD421DFD0}" srcOrd="1" destOrd="0" presId="urn:microsoft.com/office/officeart/2005/8/layout/list1"/>
    <dgm:cxn modelId="{4D530EE4-55A7-4BE9-B933-B2D03038E669}" type="presOf" srcId="{502C8034-C9C1-4BA0-A8B6-0A8D8276F21B}" destId="{043B768F-FF0B-4B60-A326-3F9F0DFCC96A}" srcOrd="0" destOrd="0" presId="urn:microsoft.com/office/officeart/2005/8/layout/list1"/>
    <dgm:cxn modelId="{1C3048B4-5B63-42BF-B209-737AD204D0C5}" type="presParOf" srcId="{043B768F-FF0B-4B60-A326-3F9F0DFCC96A}" destId="{BCCFF705-5F0D-4248-AAF0-7358A587B7A0}" srcOrd="0" destOrd="0" presId="urn:microsoft.com/office/officeart/2005/8/layout/list1"/>
    <dgm:cxn modelId="{6A79D214-C569-44AB-A5EA-9205E41D16AD}" type="presParOf" srcId="{BCCFF705-5F0D-4248-AAF0-7358A587B7A0}" destId="{712C83FF-7CC0-496B-9FA7-FECA41256307}" srcOrd="0" destOrd="0" presId="urn:microsoft.com/office/officeart/2005/8/layout/list1"/>
    <dgm:cxn modelId="{E62884E8-0336-4DE7-9A27-70488387A496}" type="presParOf" srcId="{BCCFF705-5F0D-4248-AAF0-7358A587B7A0}" destId="{A00C8796-B0C0-496E-9E3A-9D0F12355793}" srcOrd="1" destOrd="0" presId="urn:microsoft.com/office/officeart/2005/8/layout/list1"/>
    <dgm:cxn modelId="{37C41663-5C19-4F59-B2D9-09B57C21EDCA}" type="presParOf" srcId="{043B768F-FF0B-4B60-A326-3F9F0DFCC96A}" destId="{767EF479-2623-462D-A3D0-DAF90B1542E1}" srcOrd="1" destOrd="0" presId="urn:microsoft.com/office/officeart/2005/8/layout/list1"/>
    <dgm:cxn modelId="{27C0D7FA-C572-4E09-877D-A3312190096D}" type="presParOf" srcId="{043B768F-FF0B-4B60-A326-3F9F0DFCC96A}" destId="{4AC899EE-E8E7-4206-B1F4-44A9BA820D9E}" srcOrd="2" destOrd="0" presId="urn:microsoft.com/office/officeart/2005/8/layout/list1"/>
    <dgm:cxn modelId="{43F279C1-043B-44DB-8B8E-30ADF7D16EA2}" type="presParOf" srcId="{043B768F-FF0B-4B60-A326-3F9F0DFCC96A}" destId="{D04BDC1E-1DD2-4AC6-B706-923CFDB5EE6A}" srcOrd="3" destOrd="0" presId="urn:microsoft.com/office/officeart/2005/8/layout/list1"/>
    <dgm:cxn modelId="{046C2104-0991-4BD5-9E7C-02F5B3EEA033}" type="presParOf" srcId="{043B768F-FF0B-4B60-A326-3F9F0DFCC96A}" destId="{9D93361D-E846-4811-B9D4-6B9B12EE8C9F}" srcOrd="4" destOrd="0" presId="urn:microsoft.com/office/officeart/2005/8/layout/list1"/>
    <dgm:cxn modelId="{19F5EB40-6FD7-46EC-BA47-92217C75BF6C}" type="presParOf" srcId="{9D93361D-E846-4811-B9D4-6B9B12EE8C9F}" destId="{28BF8027-3527-4384-AE79-D012EE0F8F6D}" srcOrd="0" destOrd="0" presId="urn:microsoft.com/office/officeart/2005/8/layout/list1"/>
    <dgm:cxn modelId="{8161FEEB-C67F-4162-A6F0-5CC578818304}" type="presParOf" srcId="{9D93361D-E846-4811-B9D4-6B9B12EE8C9F}" destId="{43D22A84-82FB-434B-BD26-7D0AD421DFD0}" srcOrd="1" destOrd="0" presId="urn:microsoft.com/office/officeart/2005/8/layout/list1"/>
    <dgm:cxn modelId="{77D743B9-8A61-4C4F-82CD-ABDFA21115A2}" type="presParOf" srcId="{043B768F-FF0B-4B60-A326-3F9F0DFCC96A}" destId="{C53A27A5-CAD2-4B39-B310-F7A9E413DA2A}" srcOrd="5" destOrd="0" presId="urn:microsoft.com/office/officeart/2005/8/layout/list1"/>
    <dgm:cxn modelId="{2C8FAD3D-22E1-490C-9298-44EB366834B7}" type="presParOf" srcId="{043B768F-FF0B-4B60-A326-3F9F0DFCC96A}" destId="{DCAA67C2-C872-4CB4-BBE7-3A09D521528A}"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49680756-4BD3-4F84-8A5D-4B964453A280}" type="doc">
      <dgm:prSet loTypeId="urn:microsoft.com/office/officeart/2018/2/layout/IconVerticalSolidList" loCatId="icon" qsTypeId="urn:microsoft.com/office/officeart/2005/8/quickstyle/simple1#43" qsCatId="simple" csTypeId="urn:microsoft.com/office/officeart/2005/8/colors/accent3_2#42" csCatId="accent3" phldr="1"/>
      <dgm:spPr/>
      <dgm:t>
        <a:bodyPr/>
        <a:lstStyle/>
        <a:p>
          <a:endParaRPr lang="en-US"/>
        </a:p>
      </dgm:t>
    </dgm:pt>
    <dgm:pt modelId="{75DC09F0-8E03-44E9-A3D6-D31D3A15C9C3}">
      <dgm:prSet/>
      <dgm:spPr/>
      <dgm:t>
        <a:bodyPr/>
        <a:lstStyle/>
        <a:p>
          <a:pPr>
            <a:lnSpc>
              <a:spcPct val="100000"/>
            </a:lnSpc>
          </a:pPr>
          <a:r>
            <a:rPr lang="en-GB" b="1" dirty="0"/>
            <a:t>Target Label Encoding </a:t>
          </a:r>
          <a:endParaRPr lang="en-US" b="1" dirty="0"/>
        </a:p>
      </dgm:t>
    </dgm:pt>
    <dgm:pt modelId="{9A5596AA-83B4-4804-9A4C-4B2B131B2E7B}" type="parTrans" cxnId="{745C17BF-CDFD-4871-8439-BCE8939E7EF2}">
      <dgm:prSet/>
      <dgm:spPr/>
      <dgm:t>
        <a:bodyPr/>
        <a:lstStyle/>
        <a:p>
          <a:endParaRPr lang="en-US"/>
        </a:p>
      </dgm:t>
    </dgm:pt>
    <dgm:pt modelId="{D60A2AEF-5472-47C2-84AF-EAC0B153A42D}" type="sibTrans" cxnId="{745C17BF-CDFD-4871-8439-BCE8939E7EF2}">
      <dgm:prSet/>
      <dgm:spPr/>
      <dgm:t>
        <a:bodyPr/>
        <a:lstStyle/>
        <a:p>
          <a:endParaRPr lang="en-US"/>
        </a:p>
      </dgm:t>
    </dgm:pt>
    <dgm:pt modelId="{9EC0802F-283C-4DF6-A974-ECC0CF60EC59}">
      <dgm:prSet/>
      <dgm:spPr/>
      <dgm:t>
        <a:bodyPr/>
        <a:lstStyle/>
        <a:p>
          <a:pPr>
            <a:lnSpc>
              <a:spcPct val="100000"/>
            </a:lnSpc>
          </a:pPr>
          <a:r>
            <a:rPr lang="en-GB" b="0" i="0" dirty="0"/>
            <a:t>The </a:t>
          </a:r>
          <a:r>
            <a:rPr lang="en-GB" b="1" i="0" dirty="0"/>
            <a:t>smokes</a:t>
          </a:r>
          <a:r>
            <a:rPr lang="en-GB" b="0" i="0" dirty="0"/>
            <a:t> column contained several categories aside from no smoker status. We converted these into a binary label: users who answered no were labelled as non-smokers, while all other responses were labelled as smokers. </a:t>
          </a:r>
          <a:endParaRPr lang="en-US" dirty="0">
            <a:latin typeface="+mn-lt"/>
            <a:ea typeface="Yu Gothic UI Semilight" panose="020B0400000000000000" pitchFamily="34" charset="-128"/>
          </a:endParaRPr>
        </a:p>
      </dgm:t>
    </dgm:pt>
    <dgm:pt modelId="{8EBD0758-5141-4F19-ABB5-5157A615629B}" type="parTrans" cxnId="{11368B19-14DC-4322-95EB-9CD55644AB90}">
      <dgm:prSet/>
      <dgm:spPr/>
      <dgm:t>
        <a:bodyPr/>
        <a:lstStyle/>
        <a:p>
          <a:endParaRPr lang="en-US"/>
        </a:p>
      </dgm:t>
    </dgm:pt>
    <dgm:pt modelId="{4C43970A-CE4A-4168-9906-2BF245EF3D13}" type="sibTrans" cxnId="{11368B19-14DC-4322-95EB-9CD55644AB90}">
      <dgm:prSet/>
      <dgm:spPr/>
      <dgm:t>
        <a:bodyPr/>
        <a:lstStyle/>
        <a:p>
          <a:endParaRPr lang="en-US"/>
        </a:p>
      </dgm:t>
    </dgm:pt>
    <dgm:pt modelId="{74D560CC-34BE-4550-8737-A05713897D0C}">
      <dgm:prSet/>
      <dgm:spPr/>
      <dgm:t>
        <a:bodyPr/>
        <a:lstStyle/>
        <a:p>
          <a:pPr>
            <a:lnSpc>
              <a:spcPct val="100000"/>
            </a:lnSpc>
          </a:pPr>
          <a:r>
            <a:rPr lang="en-GB" b="1" i="0" dirty="0"/>
            <a:t>Train-test Split</a:t>
          </a:r>
          <a:endParaRPr lang="en-US" dirty="0"/>
        </a:p>
      </dgm:t>
    </dgm:pt>
    <dgm:pt modelId="{7B582DB2-50D3-431E-A39F-E2EEF6CFBF1A}" type="parTrans" cxnId="{6284149A-2A3F-40BC-92CF-F5E1E0ADA693}">
      <dgm:prSet/>
      <dgm:spPr/>
      <dgm:t>
        <a:bodyPr/>
        <a:lstStyle/>
        <a:p>
          <a:endParaRPr lang="en-US"/>
        </a:p>
      </dgm:t>
    </dgm:pt>
    <dgm:pt modelId="{B0AD3191-E348-4AE7-AB67-2F46727E8878}" type="sibTrans" cxnId="{6284149A-2A3F-40BC-92CF-F5E1E0ADA693}">
      <dgm:prSet/>
      <dgm:spPr/>
      <dgm:t>
        <a:bodyPr/>
        <a:lstStyle/>
        <a:p>
          <a:endParaRPr lang="en-US"/>
        </a:p>
      </dgm:t>
    </dgm:pt>
    <dgm:pt modelId="{00DCD73A-AB96-4525-A883-0F03A2273298}">
      <dgm:prSet/>
      <dgm:spPr/>
      <dgm:t>
        <a:bodyPr/>
        <a:lstStyle/>
        <a:p>
          <a:pPr>
            <a:lnSpc>
              <a:spcPct val="100000"/>
            </a:lnSpc>
          </a:pPr>
          <a:r>
            <a:rPr lang="en-GB" b="0" i="0" dirty="0"/>
            <a:t>We split the data into features (X) and labels (Y), then used a train-test split to divide the clean dataset into training and validation sets. This was done before encoding and standardising to prevent data leakage between sets.</a:t>
          </a:r>
          <a:endParaRPr lang="en-US" dirty="0">
            <a:latin typeface="+mn-lt"/>
            <a:ea typeface="Yu Gothic UI Semilight" panose="020B0400000000000000" pitchFamily="34" charset="-128"/>
          </a:endParaRPr>
        </a:p>
      </dgm:t>
    </dgm:pt>
    <dgm:pt modelId="{44446489-8C50-4A76-9081-0D2C119AC6C2}" type="parTrans" cxnId="{D50705BC-A2FF-4D92-9BA2-86C9ABF7DDB4}">
      <dgm:prSet/>
      <dgm:spPr/>
      <dgm:t>
        <a:bodyPr/>
        <a:lstStyle/>
        <a:p>
          <a:endParaRPr lang="en-US"/>
        </a:p>
      </dgm:t>
    </dgm:pt>
    <dgm:pt modelId="{FE57C30B-4255-40C2-ABD0-3E116B734535}" type="sibTrans" cxnId="{D50705BC-A2FF-4D92-9BA2-86C9ABF7DDB4}">
      <dgm:prSet/>
      <dgm:spPr/>
      <dgm:t>
        <a:bodyPr/>
        <a:lstStyle/>
        <a:p>
          <a:endParaRPr lang="en-US"/>
        </a:p>
      </dgm:t>
    </dgm:pt>
    <dgm:pt modelId="{FFCE8147-13CA-449B-B3B2-71D15AAB19D2}">
      <dgm:prSet/>
      <dgm:spPr/>
      <dgm:t>
        <a:bodyPr/>
        <a:lstStyle/>
        <a:p>
          <a:pPr>
            <a:lnSpc>
              <a:spcPct val="100000"/>
            </a:lnSpc>
          </a:pPr>
          <a:r>
            <a:rPr lang="en-GB" b="1" i="0" dirty="0"/>
            <a:t>One-Hot Encoding</a:t>
          </a:r>
          <a:endParaRPr lang="en-US" dirty="0"/>
        </a:p>
      </dgm:t>
    </dgm:pt>
    <dgm:pt modelId="{0DB07463-79E4-4125-ADC4-170F0C599508}" type="parTrans" cxnId="{16741E2F-0C1F-4652-BC48-5672990F8323}">
      <dgm:prSet/>
      <dgm:spPr/>
      <dgm:t>
        <a:bodyPr/>
        <a:lstStyle/>
        <a:p>
          <a:endParaRPr lang="en-US"/>
        </a:p>
      </dgm:t>
    </dgm:pt>
    <dgm:pt modelId="{72C9ED2E-D976-48FF-94FC-587E20F98CD7}" type="sibTrans" cxnId="{16741E2F-0C1F-4652-BC48-5672990F8323}">
      <dgm:prSet/>
      <dgm:spPr/>
      <dgm:t>
        <a:bodyPr/>
        <a:lstStyle/>
        <a:p>
          <a:endParaRPr lang="en-US"/>
        </a:p>
      </dgm:t>
    </dgm:pt>
    <dgm:pt modelId="{F2C30BC1-8BB4-4B16-B190-72CE8A6CA3AD}">
      <dgm:prSet/>
      <dgm:spPr/>
      <dgm:t>
        <a:bodyPr/>
        <a:lstStyle/>
        <a:p>
          <a:pPr>
            <a:lnSpc>
              <a:spcPct val="100000"/>
            </a:lnSpc>
          </a:pPr>
          <a:r>
            <a:rPr lang="en-GB" b="0" i="0" dirty="0"/>
            <a:t>For our categorical features, we used one-hot encoding to convert the categorical features into a numeric format that the machine learning algorithms could interpret.</a:t>
          </a:r>
          <a:endParaRPr lang="en-US" dirty="0"/>
        </a:p>
      </dgm:t>
    </dgm:pt>
    <dgm:pt modelId="{2B7B291E-8EA6-4B5C-992D-D4C7BBE3A5A7}" type="parTrans" cxnId="{8DAAC2ED-0ECC-4F72-827D-898F48EFD2E7}">
      <dgm:prSet/>
      <dgm:spPr/>
      <dgm:t>
        <a:bodyPr/>
        <a:lstStyle/>
        <a:p>
          <a:endParaRPr lang="en-US"/>
        </a:p>
      </dgm:t>
    </dgm:pt>
    <dgm:pt modelId="{824468B0-0665-48BE-9773-36A8F55D0BB2}" type="sibTrans" cxnId="{8DAAC2ED-0ECC-4F72-827D-898F48EFD2E7}">
      <dgm:prSet/>
      <dgm:spPr/>
      <dgm:t>
        <a:bodyPr/>
        <a:lstStyle/>
        <a:p>
          <a:endParaRPr lang="en-US"/>
        </a:p>
      </dgm:t>
    </dgm:pt>
    <dgm:pt modelId="{6006ED6E-EF26-4773-8249-3C268B49A4F3}">
      <dgm:prSet/>
      <dgm:spPr/>
      <dgm:t>
        <a:bodyPr/>
        <a:lstStyle/>
        <a:p>
          <a:pPr>
            <a:lnSpc>
              <a:spcPct val="100000"/>
            </a:lnSpc>
          </a:pPr>
          <a:r>
            <a:rPr lang="en-GB" b="1" i="0" dirty="0"/>
            <a:t>Standardisation</a:t>
          </a:r>
          <a:endParaRPr lang="en-US" dirty="0"/>
        </a:p>
      </dgm:t>
    </dgm:pt>
    <dgm:pt modelId="{BF2E5147-E9F4-4F9A-9C53-7C722296905A}" type="parTrans" cxnId="{091840C4-6573-46FD-BFB0-D59E603C3439}">
      <dgm:prSet/>
      <dgm:spPr/>
      <dgm:t>
        <a:bodyPr/>
        <a:lstStyle/>
        <a:p>
          <a:endParaRPr lang="en-US"/>
        </a:p>
      </dgm:t>
    </dgm:pt>
    <dgm:pt modelId="{F5CAAE20-D089-48DF-B1A0-C5EDD5EDEA8D}" type="sibTrans" cxnId="{091840C4-6573-46FD-BFB0-D59E603C3439}">
      <dgm:prSet/>
      <dgm:spPr/>
      <dgm:t>
        <a:bodyPr/>
        <a:lstStyle/>
        <a:p>
          <a:endParaRPr lang="en-US"/>
        </a:p>
      </dgm:t>
    </dgm:pt>
    <dgm:pt modelId="{465146B8-399A-49D8-9983-9421F1B6A2E0}">
      <dgm:prSet/>
      <dgm:spPr/>
      <dgm:t>
        <a:bodyPr/>
        <a:lstStyle/>
        <a:p>
          <a:pPr>
            <a:lnSpc>
              <a:spcPct val="100000"/>
            </a:lnSpc>
          </a:pPr>
          <a:r>
            <a:rPr lang="en-GB" b="0" i="0" dirty="0"/>
            <a:t>Because logistic regression models are sensitive to feature scale, we created a standardised set of feature data. This helped our logistic regression model learn more effectively and improved its performance.</a:t>
          </a:r>
          <a:endParaRPr lang="en-US" dirty="0"/>
        </a:p>
      </dgm:t>
    </dgm:pt>
    <dgm:pt modelId="{E95CAAAE-4917-4AC5-BE57-539866CDC9A7}" type="parTrans" cxnId="{C2544508-DA2B-4566-9BE2-254652778471}">
      <dgm:prSet/>
      <dgm:spPr/>
      <dgm:t>
        <a:bodyPr/>
        <a:lstStyle/>
        <a:p>
          <a:endParaRPr lang="en-US"/>
        </a:p>
      </dgm:t>
    </dgm:pt>
    <dgm:pt modelId="{647BF87C-89A4-4045-B031-9611FC5D3155}" type="sibTrans" cxnId="{C2544508-DA2B-4566-9BE2-254652778471}">
      <dgm:prSet/>
      <dgm:spPr/>
      <dgm:t>
        <a:bodyPr/>
        <a:lstStyle/>
        <a:p>
          <a:endParaRPr lang="en-US"/>
        </a:p>
      </dgm:t>
    </dgm:pt>
    <dgm:pt modelId="{6AB764DC-0E61-4CBB-8DE5-694785AE9B68}" type="pres">
      <dgm:prSet presAssocID="{49680756-4BD3-4F84-8A5D-4B964453A280}" presName="root" presStyleCnt="0">
        <dgm:presLayoutVars>
          <dgm:dir/>
          <dgm:resizeHandles val="exact"/>
        </dgm:presLayoutVars>
      </dgm:prSet>
      <dgm:spPr/>
    </dgm:pt>
    <dgm:pt modelId="{D463E207-701B-4F04-A8B0-E9884CD5262A}" type="pres">
      <dgm:prSet presAssocID="{75DC09F0-8E03-44E9-A3D6-D31D3A15C9C3}" presName="compNode" presStyleCnt="0"/>
      <dgm:spPr/>
    </dgm:pt>
    <dgm:pt modelId="{8D2E263E-EDF6-452B-9CB6-2B5582E5081D}" type="pres">
      <dgm:prSet presAssocID="{75DC09F0-8E03-44E9-A3D6-D31D3A15C9C3}" presName="bgRect" presStyleLbl="bgShp" presStyleIdx="0" presStyleCnt="4"/>
      <dgm:spPr/>
    </dgm:pt>
    <dgm:pt modelId="{D0ACD794-ACEA-4982-8D1C-6CCC65EB83E1}" type="pres">
      <dgm:prSet presAssocID="{75DC09F0-8E03-44E9-A3D6-D31D3A15C9C3}"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Smoking"/>
        </a:ext>
      </dgm:extLst>
    </dgm:pt>
    <dgm:pt modelId="{BF3CF92D-B0F8-47B5-8A4F-345AF778473A}" type="pres">
      <dgm:prSet presAssocID="{75DC09F0-8E03-44E9-A3D6-D31D3A15C9C3}" presName="spaceRect" presStyleCnt="0"/>
      <dgm:spPr/>
    </dgm:pt>
    <dgm:pt modelId="{E86FA69C-A857-4539-8AB4-C8683D0EC16E}" type="pres">
      <dgm:prSet presAssocID="{75DC09F0-8E03-44E9-A3D6-D31D3A15C9C3}" presName="parTx" presStyleLbl="revTx" presStyleIdx="0" presStyleCnt="8">
        <dgm:presLayoutVars>
          <dgm:chMax val="0"/>
          <dgm:chPref val="0"/>
        </dgm:presLayoutVars>
      </dgm:prSet>
      <dgm:spPr/>
    </dgm:pt>
    <dgm:pt modelId="{0A06CC47-B981-45C2-A94F-BF6AF14E987E}" type="pres">
      <dgm:prSet presAssocID="{75DC09F0-8E03-44E9-A3D6-D31D3A15C9C3}" presName="desTx" presStyleLbl="revTx" presStyleIdx="1" presStyleCnt="8">
        <dgm:presLayoutVars/>
      </dgm:prSet>
      <dgm:spPr/>
    </dgm:pt>
    <dgm:pt modelId="{E5D4656C-146F-40B8-BA68-3FCD488058ED}" type="pres">
      <dgm:prSet presAssocID="{D60A2AEF-5472-47C2-84AF-EAC0B153A42D}" presName="sibTrans" presStyleCnt="0"/>
      <dgm:spPr/>
    </dgm:pt>
    <dgm:pt modelId="{FE684952-45F8-4133-9F7F-1BEB8285B9F3}" type="pres">
      <dgm:prSet presAssocID="{74D560CC-34BE-4550-8737-A05713897D0C}" presName="compNode" presStyleCnt="0"/>
      <dgm:spPr/>
    </dgm:pt>
    <dgm:pt modelId="{591D4A88-298A-4D98-96CD-F862B39A61F4}" type="pres">
      <dgm:prSet presAssocID="{74D560CC-34BE-4550-8737-A05713897D0C}" presName="bgRect" presStyleLbl="bgShp" presStyleIdx="1" presStyleCnt="4"/>
      <dgm:spPr/>
    </dgm:pt>
    <dgm:pt modelId="{BB85D6B5-9009-4A8F-A5A1-4E0EDB8CFC6E}" type="pres">
      <dgm:prSet presAssocID="{74D560CC-34BE-4550-8737-A05713897D0C}" presName="iconRect" presStyleLbl="node1" presStyleIdx="1" presStyleCnt="4"/>
      <dgm:spPr>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Decision chart with solid fill"/>
        </a:ext>
      </dgm:extLst>
    </dgm:pt>
    <dgm:pt modelId="{133AE7E8-F71D-4B0F-9396-22F2BB788CB2}" type="pres">
      <dgm:prSet presAssocID="{74D560CC-34BE-4550-8737-A05713897D0C}" presName="spaceRect" presStyleCnt="0"/>
      <dgm:spPr/>
    </dgm:pt>
    <dgm:pt modelId="{23001468-A7D8-450C-918D-8DC7DCD6DC2D}" type="pres">
      <dgm:prSet presAssocID="{74D560CC-34BE-4550-8737-A05713897D0C}" presName="parTx" presStyleLbl="revTx" presStyleIdx="2" presStyleCnt="8">
        <dgm:presLayoutVars>
          <dgm:chMax val="0"/>
          <dgm:chPref val="0"/>
        </dgm:presLayoutVars>
      </dgm:prSet>
      <dgm:spPr/>
    </dgm:pt>
    <dgm:pt modelId="{13BF9963-FC3D-40C6-B594-46E1D79DA245}" type="pres">
      <dgm:prSet presAssocID="{74D560CC-34BE-4550-8737-A05713897D0C}" presName="desTx" presStyleLbl="revTx" presStyleIdx="3" presStyleCnt="8">
        <dgm:presLayoutVars/>
      </dgm:prSet>
      <dgm:spPr/>
    </dgm:pt>
    <dgm:pt modelId="{BCF8DB5F-3F7C-46D7-8D89-2483C0F58A3B}" type="pres">
      <dgm:prSet presAssocID="{B0AD3191-E348-4AE7-AB67-2F46727E8878}" presName="sibTrans" presStyleCnt="0"/>
      <dgm:spPr/>
    </dgm:pt>
    <dgm:pt modelId="{1E7C8DBF-E768-4B30-BC4F-7CCDC54EC11D}" type="pres">
      <dgm:prSet presAssocID="{FFCE8147-13CA-449B-B3B2-71D15AAB19D2}" presName="compNode" presStyleCnt="0"/>
      <dgm:spPr/>
    </dgm:pt>
    <dgm:pt modelId="{E95796B8-CB4A-44F8-ACBF-9F41AF6F350E}" type="pres">
      <dgm:prSet presAssocID="{FFCE8147-13CA-449B-B3B2-71D15AAB19D2}" presName="bgRect" presStyleLbl="bgShp" presStyleIdx="2" presStyleCnt="4"/>
      <dgm:spPr/>
    </dgm:pt>
    <dgm:pt modelId="{7BCF4D80-84DA-4FB4-88D1-E9E82A9F2EBF}" type="pres">
      <dgm:prSet presAssocID="{FFCE8147-13CA-449B-B3B2-71D15AAB19D2}"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Disconnected"/>
        </a:ext>
      </dgm:extLst>
    </dgm:pt>
    <dgm:pt modelId="{5347E5CB-3CED-43F7-8686-FA282084C54B}" type="pres">
      <dgm:prSet presAssocID="{FFCE8147-13CA-449B-B3B2-71D15AAB19D2}" presName="spaceRect" presStyleCnt="0"/>
      <dgm:spPr/>
    </dgm:pt>
    <dgm:pt modelId="{4B4E4611-E3F0-41B6-9E5C-7D2555D3FB68}" type="pres">
      <dgm:prSet presAssocID="{FFCE8147-13CA-449B-B3B2-71D15AAB19D2}" presName="parTx" presStyleLbl="revTx" presStyleIdx="4" presStyleCnt="8">
        <dgm:presLayoutVars>
          <dgm:chMax val="0"/>
          <dgm:chPref val="0"/>
        </dgm:presLayoutVars>
      </dgm:prSet>
      <dgm:spPr/>
    </dgm:pt>
    <dgm:pt modelId="{207F25EA-76C1-4FC2-A295-FF5F7249C1D4}" type="pres">
      <dgm:prSet presAssocID="{FFCE8147-13CA-449B-B3B2-71D15AAB19D2}" presName="desTx" presStyleLbl="revTx" presStyleIdx="5" presStyleCnt="8">
        <dgm:presLayoutVars/>
      </dgm:prSet>
      <dgm:spPr/>
    </dgm:pt>
    <dgm:pt modelId="{4BF1341B-749E-4DDB-8E8A-5EE468337041}" type="pres">
      <dgm:prSet presAssocID="{72C9ED2E-D976-48FF-94FC-587E20F98CD7}" presName="sibTrans" presStyleCnt="0"/>
      <dgm:spPr/>
    </dgm:pt>
    <dgm:pt modelId="{6D8DA2A8-8A73-4948-BFFB-E10687684566}" type="pres">
      <dgm:prSet presAssocID="{6006ED6E-EF26-4773-8249-3C268B49A4F3}" presName="compNode" presStyleCnt="0"/>
      <dgm:spPr/>
    </dgm:pt>
    <dgm:pt modelId="{D39E7134-0899-4778-AA52-AD38D575CE2F}" type="pres">
      <dgm:prSet presAssocID="{6006ED6E-EF26-4773-8249-3C268B49A4F3}" presName="bgRect" presStyleLbl="bgShp" presStyleIdx="3" presStyleCnt="4"/>
      <dgm:spPr/>
    </dgm:pt>
    <dgm:pt modelId="{F79F01F7-0898-4489-A103-3CFBAD58B283}" type="pres">
      <dgm:prSet presAssocID="{6006ED6E-EF26-4773-8249-3C268B49A4F3}" presName="iconRect" presStyleLbl="node1" presStyleIdx="3" presStyleCnt="4" custLinFactNeighborY="-2454"/>
      <dgm:spPr>
        <a:blipFill>
          <a:blip xmlns:r="http://schemas.openxmlformats.org/officeDocument/2006/relationships">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Network with solid fill"/>
        </a:ext>
      </dgm:extLst>
    </dgm:pt>
    <dgm:pt modelId="{9E12CC23-F492-4456-9F38-B77EF8C9D37B}" type="pres">
      <dgm:prSet presAssocID="{6006ED6E-EF26-4773-8249-3C268B49A4F3}" presName="spaceRect" presStyleCnt="0"/>
      <dgm:spPr/>
    </dgm:pt>
    <dgm:pt modelId="{C14E2CDE-0BB6-47C4-B536-CF16F3FF1ED4}" type="pres">
      <dgm:prSet presAssocID="{6006ED6E-EF26-4773-8249-3C268B49A4F3}" presName="parTx" presStyleLbl="revTx" presStyleIdx="6" presStyleCnt="8">
        <dgm:presLayoutVars>
          <dgm:chMax val="0"/>
          <dgm:chPref val="0"/>
        </dgm:presLayoutVars>
      </dgm:prSet>
      <dgm:spPr/>
    </dgm:pt>
    <dgm:pt modelId="{31B96AEB-6F14-4E85-9147-2DB06D2B3421}" type="pres">
      <dgm:prSet presAssocID="{6006ED6E-EF26-4773-8249-3C268B49A4F3}" presName="desTx" presStyleLbl="revTx" presStyleIdx="7" presStyleCnt="8">
        <dgm:presLayoutVars/>
      </dgm:prSet>
      <dgm:spPr/>
    </dgm:pt>
  </dgm:ptLst>
  <dgm:cxnLst>
    <dgm:cxn modelId="{C2544508-DA2B-4566-9BE2-254652778471}" srcId="{6006ED6E-EF26-4773-8249-3C268B49A4F3}" destId="{465146B8-399A-49D8-9983-9421F1B6A2E0}" srcOrd="0" destOrd="0" parTransId="{E95CAAAE-4917-4AC5-BE57-539866CDC9A7}" sibTransId="{647BF87C-89A4-4045-B031-9611FC5D3155}"/>
    <dgm:cxn modelId="{0AD4FC0D-48AE-4DC7-B9E3-7A64720D8B51}" type="presOf" srcId="{FFCE8147-13CA-449B-B3B2-71D15AAB19D2}" destId="{4B4E4611-E3F0-41B6-9E5C-7D2555D3FB68}" srcOrd="0" destOrd="0" presId="urn:microsoft.com/office/officeart/2018/2/layout/IconVerticalSolidList"/>
    <dgm:cxn modelId="{0C029E14-9CFE-4BCC-BB2C-48E7A4EBA78D}" type="presOf" srcId="{49680756-4BD3-4F84-8A5D-4B964453A280}" destId="{6AB764DC-0E61-4CBB-8DE5-694785AE9B68}" srcOrd="0" destOrd="0" presId="urn:microsoft.com/office/officeart/2018/2/layout/IconVerticalSolidList"/>
    <dgm:cxn modelId="{11368B19-14DC-4322-95EB-9CD55644AB90}" srcId="{75DC09F0-8E03-44E9-A3D6-D31D3A15C9C3}" destId="{9EC0802F-283C-4DF6-A974-ECC0CF60EC59}" srcOrd="0" destOrd="0" parTransId="{8EBD0758-5141-4F19-ABB5-5157A615629B}" sibTransId="{4C43970A-CE4A-4168-9906-2BF245EF3D13}"/>
    <dgm:cxn modelId="{877DD226-8AF4-4600-80A0-2EB8C117CCCA}" type="presOf" srcId="{00DCD73A-AB96-4525-A883-0F03A2273298}" destId="{13BF9963-FC3D-40C6-B594-46E1D79DA245}" srcOrd="0" destOrd="0" presId="urn:microsoft.com/office/officeart/2018/2/layout/IconVerticalSolidList"/>
    <dgm:cxn modelId="{16741E2F-0C1F-4652-BC48-5672990F8323}" srcId="{49680756-4BD3-4F84-8A5D-4B964453A280}" destId="{FFCE8147-13CA-449B-B3B2-71D15AAB19D2}" srcOrd="2" destOrd="0" parTransId="{0DB07463-79E4-4125-ADC4-170F0C599508}" sibTransId="{72C9ED2E-D976-48FF-94FC-587E20F98CD7}"/>
    <dgm:cxn modelId="{25883542-1CA7-4C4A-8DAA-FE7B2C4BD671}" type="presOf" srcId="{74D560CC-34BE-4550-8737-A05713897D0C}" destId="{23001468-A7D8-450C-918D-8DC7DCD6DC2D}" srcOrd="0" destOrd="0" presId="urn:microsoft.com/office/officeart/2018/2/layout/IconVerticalSolidList"/>
    <dgm:cxn modelId="{99426C67-CDF2-4676-AD2E-E1CB0D9DECFB}" type="presOf" srcId="{6006ED6E-EF26-4773-8249-3C268B49A4F3}" destId="{C14E2CDE-0BB6-47C4-B536-CF16F3FF1ED4}" srcOrd="0" destOrd="0" presId="urn:microsoft.com/office/officeart/2018/2/layout/IconVerticalSolidList"/>
    <dgm:cxn modelId="{80EE7649-529D-458C-A1B3-F0D0B49CE7BD}" type="presOf" srcId="{9EC0802F-283C-4DF6-A974-ECC0CF60EC59}" destId="{0A06CC47-B981-45C2-A94F-BF6AF14E987E}" srcOrd="0" destOrd="0" presId="urn:microsoft.com/office/officeart/2018/2/layout/IconVerticalSolidList"/>
    <dgm:cxn modelId="{D1140789-4D63-4FAD-A4C0-FB3223C560F1}" type="presOf" srcId="{75DC09F0-8E03-44E9-A3D6-D31D3A15C9C3}" destId="{E86FA69C-A857-4539-8AB4-C8683D0EC16E}" srcOrd="0" destOrd="0" presId="urn:microsoft.com/office/officeart/2018/2/layout/IconVerticalSolidList"/>
    <dgm:cxn modelId="{339B5594-1D00-47C1-9B8F-A5E3BD214B30}" type="presOf" srcId="{465146B8-399A-49D8-9983-9421F1B6A2E0}" destId="{31B96AEB-6F14-4E85-9147-2DB06D2B3421}" srcOrd="0" destOrd="0" presId="urn:microsoft.com/office/officeart/2018/2/layout/IconVerticalSolidList"/>
    <dgm:cxn modelId="{6284149A-2A3F-40BC-92CF-F5E1E0ADA693}" srcId="{49680756-4BD3-4F84-8A5D-4B964453A280}" destId="{74D560CC-34BE-4550-8737-A05713897D0C}" srcOrd="1" destOrd="0" parTransId="{7B582DB2-50D3-431E-A39F-E2EEF6CFBF1A}" sibTransId="{B0AD3191-E348-4AE7-AB67-2F46727E8878}"/>
    <dgm:cxn modelId="{D50705BC-A2FF-4D92-9BA2-86C9ABF7DDB4}" srcId="{74D560CC-34BE-4550-8737-A05713897D0C}" destId="{00DCD73A-AB96-4525-A883-0F03A2273298}" srcOrd="0" destOrd="0" parTransId="{44446489-8C50-4A76-9081-0D2C119AC6C2}" sibTransId="{FE57C30B-4255-40C2-ABD0-3E116B734535}"/>
    <dgm:cxn modelId="{745C17BF-CDFD-4871-8439-BCE8939E7EF2}" srcId="{49680756-4BD3-4F84-8A5D-4B964453A280}" destId="{75DC09F0-8E03-44E9-A3D6-D31D3A15C9C3}" srcOrd="0" destOrd="0" parTransId="{9A5596AA-83B4-4804-9A4C-4B2B131B2E7B}" sibTransId="{D60A2AEF-5472-47C2-84AF-EAC0B153A42D}"/>
    <dgm:cxn modelId="{091840C4-6573-46FD-BFB0-D59E603C3439}" srcId="{49680756-4BD3-4F84-8A5D-4B964453A280}" destId="{6006ED6E-EF26-4773-8249-3C268B49A4F3}" srcOrd="3" destOrd="0" parTransId="{BF2E5147-E9F4-4F9A-9C53-7C722296905A}" sibTransId="{F5CAAE20-D089-48DF-B1A0-C5EDD5EDEA8D}"/>
    <dgm:cxn modelId="{8DAAC2ED-0ECC-4F72-827D-898F48EFD2E7}" srcId="{FFCE8147-13CA-449B-B3B2-71D15AAB19D2}" destId="{F2C30BC1-8BB4-4B16-B190-72CE8A6CA3AD}" srcOrd="0" destOrd="0" parTransId="{2B7B291E-8EA6-4B5C-992D-D4C7BBE3A5A7}" sibTransId="{824468B0-0665-48BE-9773-36A8F55D0BB2}"/>
    <dgm:cxn modelId="{7D1ABFF5-D662-4E4D-8131-A3BAE5A5177D}" type="presOf" srcId="{F2C30BC1-8BB4-4B16-B190-72CE8A6CA3AD}" destId="{207F25EA-76C1-4FC2-A295-FF5F7249C1D4}" srcOrd="0" destOrd="0" presId="urn:microsoft.com/office/officeart/2018/2/layout/IconVerticalSolidList"/>
    <dgm:cxn modelId="{AC3C5378-65E9-4035-B97B-C5A23F47446E}" type="presParOf" srcId="{6AB764DC-0E61-4CBB-8DE5-694785AE9B68}" destId="{D463E207-701B-4F04-A8B0-E9884CD5262A}" srcOrd="0" destOrd="0" presId="urn:microsoft.com/office/officeart/2018/2/layout/IconVerticalSolidList"/>
    <dgm:cxn modelId="{4ADA4954-CA19-4EBB-94A9-981E8FED9083}" type="presParOf" srcId="{D463E207-701B-4F04-A8B0-E9884CD5262A}" destId="{8D2E263E-EDF6-452B-9CB6-2B5582E5081D}" srcOrd="0" destOrd="0" presId="urn:microsoft.com/office/officeart/2018/2/layout/IconVerticalSolidList"/>
    <dgm:cxn modelId="{6D46C8A3-9C37-4E4B-BCFE-C0FA00538C46}" type="presParOf" srcId="{D463E207-701B-4F04-A8B0-E9884CD5262A}" destId="{D0ACD794-ACEA-4982-8D1C-6CCC65EB83E1}" srcOrd="1" destOrd="0" presId="urn:microsoft.com/office/officeart/2018/2/layout/IconVerticalSolidList"/>
    <dgm:cxn modelId="{EC76EA89-E869-434E-B89C-633E31900CD1}" type="presParOf" srcId="{D463E207-701B-4F04-A8B0-E9884CD5262A}" destId="{BF3CF92D-B0F8-47B5-8A4F-345AF778473A}" srcOrd="2" destOrd="0" presId="urn:microsoft.com/office/officeart/2018/2/layout/IconVerticalSolidList"/>
    <dgm:cxn modelId="{25F7C755-A34B-4F33-A24C-1ABA4F214D9C}" type="presParOf" srcId="{D463E207-701B-4F04-A8B0-E9884CD5262A}" destId="{E86FA69C-A857-4539-8AB4-C8683D0EC16E}" srcOrd="3" destOrd="0" presId="urn:microsoft.com/office/officeart/2018/2/layout/IconVerticalSolidList"/>
    <dgm:cxn modelId="{8AEBF203-9336-45B9-9AA4-04F1D1B48938}" type="presParOf" srcId="{D463E207-701B-4F04-A8B0-E9884CD5262A}" destId="{0A06CC47-B981-45C2-A94F-BF6AF14E987E}" srcOrd="4" destOrd="0" presId="urn:microsoft.com/office/officeart/2018/2/layout/IconVerticalSolidList"/>
    <dgm:cxn modelId="{33A1CB40-2715-42C9-90C7-FC4EBA0773EE}" type="presParOf" srcId="{6AB764DC-0E61-4CBB-8DE5-694785AE9B68}" destId="{E5D4656C-146F-40B8-BA68-3FCD488058ED}" srcOrd="1" destOrd="0" presId="urn:microsoft.com/office/officeart/2018/2/layout/IconVerticalSolidList"/>
    <dgm:cxn modelId="{28C4266F-8ACC-4B05-AC28-DB4AEA27C8EC}" type="presParOf" srcId="{6AB764DC-0E61-4CBB-8DE5-694785AE9B68}" destId="{FE684952-45F8-4133-9F7F-1BEB8285B9F3}" srcOrd="2" destOrd="0" presId="urn:microsoft.com/office/officeart/2018/2/layout/IconVerticalSolidList"/>
    <dgm:cxn modelId="{ED9258AE-83B0-44BC-A9C5-83C3CEC2C538}" type="presParOf" srcId="{FE684952-45F8-4133-9F7F-1BEB8285B9F3}" destId="{591D4A88-298A-4D98-96CD-F862B39A61F4}" srcOrd="0" destOrd="0" presId="urn:microsoft.com/office/officeart/2018/2/layout/IconVerticalSolidList"/>
    <dgm:cxn modelId="{3B46EB09-2C8C-4CB0-B3B4-6CFBE38B9BC7}" type="presParOf" srcId="{FE684952-45F8-4133-9F7F-1BEB8285B9F3}" destId="{BB85D6B5-9009-4A8F-A5A1-4E0EDB8CFC6E}" srcOrd="1" destOrd="0" presId="urn:microsoft.com/office/officeart/2018/2/layout/IconVerticalSolidList"/>
    <dgm:cxn modelId="{763B1358-DD96-43AA-AC94-BC6656DCB64C}" type="presParOf" srcId="{FE684952-45F8-4133-9F7F-1BEB8285B9F3}" destId="{133AE7E8-F71D-4B0F-9396-22F2BB788CB2}" srcOrd="2" destOrd="0" presId="urn:microsoft.com/office/officeart/2018/2/layout/IconVerticalSolidList"/>
    <dgm:cxn modelId="{B955F760-3944-475E-BF2C-F8710CF090F5}" type="presParOf" srcId="{FE684952-45F8-4133-9F7F-1BEB8285B9F3}" destId="{23001468-A7D8-450C-918D-8DC7DCD6DC2D}" srcOrd="3" destOrd="0" presId="urn:microsoft.com/office/officeart/2018/2/layout/IconVerticalSolidList"/>
    <dgm:cxn modelId="{9D2A9DA6-ED57-4353-8944-F136D6052AC9}" type="presParOf" srcId="{FE684952-45F8-4133-9F7F-1BEB8285B9F3}" destId="{13BF9963-FC3D-40C6-B594-46E1D79DA245}" srcOrd="4" destOrd="0" presId="urn:microsoft.com/office/officeart/2018/2/layout/IconVerticalSolidList"/>
    <dgm:cxn modelId="{1D9493B8-7392-4101-AED0-08817E0C5B0E}" type="presParOf" srcId="{6AB764DC-0E61-4CBB-8DE5-694785AE9B68}" destId="{BCF8DB5F-3F7C-46D7-8D89-2483C0F58A3B}" srcOrd="3" destOrd="0" presId="urn:microsoft.com/office/officeart/2018/2/layout/IconVerticalSolidList"/>
    <dgm:cxn modelId="{C7101856-C364-46D5-8AAA-E39C3A2ED69D}" type="presParOf" srcId="{6AB764DC-0E61-4CBB-8DE5-694785AE9B68}" destId="{1E7C8DBF-E768-4B30-BC4F-7CCDC54EC11D}" srcOrd="4" destOrd="0" presId="urn:microsoft.com/office/officeart/2018/2/layout/IconVerticalSolidList"/>
    <dgm:cxn modelId="{F3A06213-C4D3-43A6-8257-C09BC67CD33A}" type="presParOf" srcId="{1E7C8DBF-E768-4B30-BC4F-7CCDC54EC11D}" destId="{E95796B8-CB4A-44F8-ACBF-9F41AF6F350E}" srcOrd="0" destOrd="0" presId="urn:microsoft.com/office/officeart/2018/2/layout/IconVerticalSolidList"/>
    <dgm:cxn modelId="{E63DB9B7-5872-474C-8D44-1E09F6A5FA37}" type="presParOf" srcId="{1E7C8DBF-E768-4B30-BC4F-7CCDC54EC11D}" destId="{7BCF4D80-84DA-4FB4-88D1-E9E82A9F2EBF}" srcOrd="1" destOrd="0" presId="urn:microsoft.com/office/officeart/2018/2/layout/IconVerticalSolidList"/>
    <dgm:cxn modelId="{7348D66F-433F-4CCE-917B-8C30313B4E67}" type="presParOf" srcId="{1E7C8DBF-E768-4B30-BC4F-7CCDC54EC11D}" destId="{5347E5CB-3CED-43F7-8686-FA282084C54B}" srcOrd="2" destOrd="0" presId="urn:microsoft.com/office/officeart/2018/2/layout/IconVerticalSolidList"/>
    <dgm:cxn modelId="{2361CC94-9641-4A84-AD4C-BCF71D83E5B4}" type="presParOf" srcId="{1E7C8DBF-E768-4B30-BC4F-7CCDC54EC11D}" destId="{4B4E4611-E3F0-41B6-9E5C-7D2555D3FB68}" srcOrd="3" destOrd="0" presId="urn:microsoft.com/office/officeart/2018/2/layout/IconVerticalSolidList"/>
    <dgm:cxn modelId="{9881BD72-665F-4342-A2BB-B2ED3ACA6EEE}" type="presParOf" srcId="{1E7C8DBF-E768-4B30-BC4F-7CCDC54EC11D}" destId="{207F25EA-76C1-4FC2-A295-FF5F7249C1D4}" srcOrd="4" destOrd="0" presId="urn:microsoft.com/office/officeart/2018/2/layout/IconVerticalSolidList"/>
    <dgm:cxn modelId="{922B5F5A-D2E3-4F37-8D8E-741781824523}" type="presParOf" srcId="{6AB764DC-0E61-4CBB-8DE5-694785AE9B68}" destId="{4BF1341B-749E-4DDB-8E8A-5EE468337041}" srcOrd="5" destOrd="0" presId="urn:microsoft.com/office/officeart/2018/2/layout/IconVerticalSolidList"/>
    <dgm:cxn modelId="{BB4E79A6-D6AA-47BE-A830-44C1FBCFE120}" type="presParOf" srcId="{6AB764DC-0E61-4CBB-8DE5-694785AE9B68}" destId="{6D8DA2A8-8A73-4948-BFFB-E10687684566}" srcOrd="6" destOrd="0" presId="urn:microsoft.com/office/officeart/2018/2/layout/IconVerticalSolidList"/>
    <dgm:cxn modelId="{6A3C1DA4-7A80-414D-859C-88A9FB0E9719}" type="presParOf" srcId="{6D8DA2A8-8A73-4948-BFFB-E10687684566}" destId="{D39E7134-0899-4778-AA52-AD38D575CE2F}" srcOrd="0" destOrd="0" presId="urn:microsoft.com/office/officeart/2018/2/layout/IconVerticalSolidList"/>
    <dgm:cxn modelId="{AA9F9895-D0FB-446D-9D31-FAFA147DC493}" type="presParOf" srcId="{6D8DA2A8-8A73-4948-BFFB-E10687684566}" destId="{F79F01F7-0898-4489-A103-3CFBAD58B283}" srcOrd="1" destOrd="0" presId="urn:microsoft.com/office/officeart/2018/2/layout/IconVerticalSolidList"/>
    <dgm:cxn modelId="{59E0C568-846D-4B93-A11B-E6A03CE07516}" type="presParOf" srcId="{6D8DA2A8-8A73-4948-BFFB-E10687684566}" destId="{9E12CC23-F492-4456-9F38-B77EF8C9D37B}" srcOrd="2" destOrd="0" presId="urn:microsoft.com/office/officeart/2018/2/layout/IconVerticalSolidList"/>
    <dgm:cxn modelId="{C14CD7A8-3CF3-44DF-85E8-B19545395171}" type="presParOf" srcId="{6D8DA2A8-8A73-4948-BFFB-E10687684566}" destId="{C14E2CDE-0BB6-47C4-B536-CF16F3FF1ED4}" srcOrd="3" destOrd="0" presId="urn:microsoft.com/office/officeart/2018/2/layout/IconVerticalSolidList"/>
    <dgm:cxn modelId="{03C5FB77-0645-47FD-ACDB-EBF0357DE38A}" type="presParOf" srcId="{6D8DA2A8-8A73-4948-BFFB-E10687684566}" destId="{31B96AEB-6F14-4E85-9147-2DB06D2B3421}"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BB313E4A-8B87-4AAD-AEEE-9B1435558CB9}" type="doc">
      <dgm:prSet loTypeId="urn:microsoft.com/office/officeart/2008/layout/LinedList" loCatId="list" qsTypeId="urn:microsoft.com/office/officeart/2005/8/quickstyle/simple1#2" qsCatId="simple" csTypeId="urn:microsoft.com/office/officeart/2005/8/colors/accent1_2#2" csCatId="accent1" phldr="1"/>
      <dgm:spPr/>
      <dgm:t>
        <a:bodyPr/>
        <a:lstStyle/>
        <a:p>
          <a:endParaRPr lang="en-US"/>
        </a:p>
      </dgm:t>
    </dgm:pt>
    <dgm:pt modelId="{527C33A0-D4CE-48C2-812A-2152C182D6D8}">
      <dgm:prSet phldrT="[Text]" custT="1"/>
      <dgm:spPr>
        <a:ln>
          <a:noFill/>
        </a:ln>
      </dgm:spPr>
      <dgm:t>
        <a:bodyPr anchor="ctr"/>
        <a:lstStyle/>
        <a:p>
          <a:r>
            <a:rPr lang="en-US" sz="1600" b="0" i="0" kern="1200" cap="all" spc="300" baseline="0" dirty="0">
              <a:solidFill>
                <a:schemeClr val="tx1"/>
              </a:solidFill>
              <a:latin typeface="Yu Gothic UI Semilight" panose="020B0400000000000000" pitchFamily="34" charset="-128"/>
              <a:ea typeface="+mn-ea"/>
              <a:cs typeface="+mn-cs"/>
            </a:rPr>
            <a:t>Binomial Logistic regression</a:t>
          </a:r>
        </a:p>
      </dgm:t>
    </dgm:pt>
    <dgm:pt modelId="{051EA6F1-57D0-42F2-BD63-8D741E1935F1}" type="parTrans" cxnId="{67CDFC22-3852-49AA-846F-62CFC47D4773}">
      <dgm:prSet/>
      <dgm:spPr/>
      <dgm:t>
        <a:bodyPr/>
        <a:lstStyle/>
        <a:p>
          <a:endParaRPr lang="en-US" sz="1400">
            <a:solidFill>
              <a:schemeClr val="accent3"/>
            </a:solidFill>
          </a:endParaRPr>
        </a:p>
      </dgm:t>
    </dgm:pt>
    <dgm:pt modelId="{E3167961-4CF2-4300-9C4A-A70246E015B1}" type="sibTrans" cxnId="{67CDFC22-3852-49AA-846F-62CFC47D4773}">
      <dgm:prSet/>
      <dgm:spPr/>
      <dgm:t>
        <a:bodyPr/>
        <a:lstStyle/>
        <a:p>
          <a:endParaRPr lang="en-US" sz="1400">
            <a:solidFill>
              <a:schemeClr val="accent3"/>
            </a:solidFill>
          </a:endParaRPr>
        </a:p>
      </dgm:t>
    </dgm:pt>
    <dgm:pt modelId="{B6769171-B80C-4F5B-90C7-EC3BDB7E9754}">
      <dgm:prSet phldrT="[Text]" custT="1"/>
      <dgm:spPr/>
      <dgm:t>
        <a:bodyPr anchor="ctr"/>
        <a:lstStyle/>
        <a:p>
          <a:pPr marL="0" lvl="0" indent="0" algn="l" defTabSz="711200">
            <a:lnSpc>
              <a:spcPct val="90000"/>
            </a:lnSpc>
            <a:spcBef>
              <a:spcPct val="0"/>
            </a:spcBef>
            <a:spcAft>
              <a:spcPct val="35000"/>
            </a:spcAft>
            <a:buNone/>
          </a:pPr>
          <a:r>
            <a:rPr lang="en-US" sz="1600" b="0" i="0" kern="1200" cap="all" spc="300" baseline="0" dirty="0">
              <a:solidFill>
                <a:prstClr val="black"/>
              </a:solidFill>
              <a:latin typeface="Yu Gothic UI Semilight" panose="020B0400000000000000" pitchFamily="34" charset="-128"/>
              <a:ea typeface="+mn-ea"/>
              <a:cs typeface="+mn-cs"/>
            </a:rPr>
            <a:t>K-nearest </a:t>
          </a:r>
          <a:r>
            <a:rPr lang="en-US" sz="1600" b="0" i="0" kern="1200" cap="all" spc="300" baseline="0" dirty="0" err="1">
              <a:solidFill>
                <a:prstClr val="black"/>
              </a:solidFill>
              <a:latin typeface="Yu Gothic UI Semilight" panose="020B0400000000000000" pitchFamily="34" charset="-128"/>
              <a:ea typeface="+mn-ea"/>
              <a:cs typeface="+mn-cs"/>
            </a:rPr>
            <a:t>neigbours</a:t>
          </a:r>
          <a:r>
            <a:rPr lang="en-US" sz="1600" b="0" i="0" kern="1200" cap="all" spc="300" baseline="0" dirty="0">
              <a:solidFill>
                <a:prstClr val="black"/>
              </a:solidFill>
              <a:latin typeface="Yu Gothic UI Semilight" panose="020B0400000000000000" pitchFamily="34" charset="-128"/>
              <a:ea typeface="+mn-ea"/>
              <a:cs typeface="+mn-cs"/>
            </a:rPr>
            <a:t> classifier</a:t>
          </a:r>
        </a:p>
      </dgm:t>
    </dgm:pt>
    <dgm:pt modelId="{EBFED7B5-6EA8-4A9E-BFDD-4F059EEEF6B1}" type="parTrans" cxnId="{DE2646DB-D133-4C29-A2FC-663797E2947F}">
      <dgm:prSet/>
      <dgm:spPr/>
      <dgm:t>
        <a:bodyPr/>
        <a:lstStyle/>
        <a:p>
          <a:endParaRPr lang="en-US" sz="1400">
            <a:solidFill>
              <a:schemeClr val="accent3"/>
            </a:solidFill>
          </a:endParaRPr>
        </a:p>
      </dgm:t>
    </dgm:pt>
    <dgm:pt modelId="{15DA4E02-04FA-4A21-9790-F88305AE1DDF}" type="sibTrans" cxnId="{DE2646DB-D133-4C29-A2FC-663797E2947F}">
      <dgm:prSet/>
      <dgm:spPr/>
      <dgm:t>
        <a:bodyPr/>
        <a:lstStyle/>
        <a:p>
          <a:endParaRPr lang="en-US" sz="1400">
            <a:solidFill>
              <a:schemeClr val="accent3"/>
            </a:solidFill>
          </a:endParaRPr>
        </a:p>
      </dgm:t>
    </dgm:pt>
    <dgm:pt modelId="{D005F7E6-D3D7-4736-A565-5597C92EEA6E}">
      <dgm:prSet phldrT="[Text]" custT="1"/>
      <dgm:spPr/>
      <dgm:t>
        <a:bodyPr anchor="ctr"/>
        <a:lstStyle/>
        <a:p>
          <a:r>
            <a:rPr lang="en-US" sz="3600" dirty="0">
              <a:solidFill>
                <a:schemeClr val="accent3"/>
              </a:solidFill>
              <a:latin typeface="+mj-lt"/>
            </a:rPr>
            <a:t>M1</a:t>
          </a:r>
        </a:p>
      </dgm:t>
    </dgm:pt>
    <dgm:pt modelId="{5488EE6F-940A-406A-80A3-42C5A10B4269}" type="parTrans" cxnId="{EB93DE1A-F1C2-46BB-91EC-F2BFD558BDCD}">
      <dgm:prSet/>
      <dgm:spPr/>
      <dgm:t>
        <a:bodyPr/>
        <a:lstStyle/>
        <a:p>
          <a:endParaRPr lang="en-US" sz="1400">
            <a:solidFill>
              <a:schemeClr val="accent3"/>
            </a:solidFill>
          </a:endParaRPr>
        </a:p>
      </dgm:t>
    </dgm:pt>
    <dgm:pt modelId="{52810DCF-3FEF-47BA-9560-DDA76F05622B}" type="sibTrans" cxnId="{EB93DE1A-F1C2-46BB-91EC-F2BFD558BDCD}">
      <dgm:prSet/>
      <dgm:spPr/>
      <dgm:t>
        <a:bodyPr/>
        <a:lstStyle/>
        <a:p>
          <a:endParaRPr lang="en-US" sz="1400">
            <a:solidFill>
              <a:schemeClr val="accent3"/>
            </a:solidFill>
          </a:endParaRPr>
        </a:p>
      </dgm:t>
    </dgm:pt>
    <dgm:pt modelId="{6F977B38-B94F-4762-9FA8-43006E979831}">
      <dgm:prSet phldrT="[Text]" custT="1"/>
      <dgm:spPr/>
      <dgm:t>
        <a:bodyPr anchor="ctr"/>
        <a:lstStyle/>
        <a:p>
          <a:r>
            <a:rPr lang="en-US" sz="3600" dirty="0">
              <a:solidFill>
                <a:schemeClr val="accent3"/>
              </a:solidFill>
              <a:latin typeface="+mj-lt"/>
            </a:rPr>
            <a:t>M2</a:t>
          </a:r>
        </a:p>
      </dgm:t>
    </dgm:pt>
    <dgm:pt modelId="{D645353D-A275-487B-92A0-06F88FEAB990}" type="parTrans" cxnId="{F2E15CDB-CF08-4E99-9BB4-FE8B9862B0BE}">
      <dgm:prSet/>
      <dgm:spPr/>
      <dgm:t>
        <a:bodyPr/>
        <a:lstStyle/>
        <a:p>
          <a:endParaRPr lang="en-US" sz="1400">
            <a:solidFill>
              <a:schemeClr val="accent3"/>
            </a:solidFill>
          </a:endParaRPr>
        </a:p>
      </dgm:t>
    </dgm:pt>
    <dgm:pt modelId="{C116B6CE-0E45-468A-8FCD-98B3260F6E2B}" type="sibTrans" cxnId="{F2E15CDB-CF08-4E99-9BB4-FE8B9862B0BE}">
      <dgm:prSet/>
      <dgm:spPr/>
      <dgm:t>
        <a:bodyPr/>
        <a:lstStyle/>
        <a:p>
          <a:endParaRPr lang="en-US" sz="1400">
            <a:solidFill>
              <a:schemeClr val="accent3"/>
            </a:solidFill>
          </a:endParaRPr>
        </a:p>
      </dgm:t>
    </dgm:pt>
    <dgm:pt modelId="{D1DFD31E-EBD3-4332-8636-6D8373C48843}">
      <dgm:prSet phldrT="[Text]" custT="1"/>
      <dgm:spPr/>
      <dgm:t>
        <a:bodyPr anchor="ctr"/>
        <a:lstStyle/>
        <a:p>
          <a:r>
            <a:rPr lang="en-US" sz="3600" dirty="0">
              <a:solidFill>
                <a:schemeClr val="accent3"/>
              </a:solidFill>
              <a:latin typeface="+mj-lt"/>
            </a:rPr>
            <a:t>M3</a:t>
          </a:r>
        </a:p>
      </dgm:t>
    </dgm:pt>
    <dgm:pt modelId="{6DD3ACB7-7BFD-4F02-8143-F4245AB3D242}" type="parTrans" cxnId="{A3E8F565-D509-4242-89E5-F545BD9B39AF}">
      <dgm:prSet/>
      <dgm:spPr/>
      <dgm:t>
        <a:bodyPr/>
        <a:lstStyle/>
        <a:p>
          <a:endParaRPr lang="en-US" sz="1400">
            <a:solidFill>
              <a:schemeClr val="accent3"/>
            </a:solidFill>
          </a:endParaRPr>
        </a:p>
      </dgm:t>
    </dgm:pt>
    <dgm:pt modelId="{8A67AB22-1ED0-4C87-93DD-EC8BA8AC9DE1}" type="sibTrans" cxnId="{A3E8F565-D509-4242-89E5-F545BD9B39AF}">
      <dgm:prSet/>
      <dgm:spPr/>
      <dgm:t>
        <a:bodyPr/>
        <a:lstStyle/>
        <a:p>
          <a:endParaRPr lang="en-US" sz="1400">
            <a:solidFill>
              <a:schemeClr val="accent3"/>
            </a:solidFill>
          </a:endParaRPr>
        </a:p>
      </dgm:t>
    </dgm:pt>
    <dgm:pt modelId="{19F861D7-06D0-4475-8396-2F5BA32F3667}">
      <dgm:prSet phldrT="[Text]" custT="1"/>
      <dgm:spPr/>
      <dgm:t>
        <a:bodyPr anchor="ctr"/>
        <a:lstStyle/>
        <a:p>
          <a:r>
            <a:rPr lang="en-US" sz="1600" b="0" i="0" kern="1200" cap="all" spc="300" baseline="0" dirty="0">
              <a:solidFill>
                <a:prstClr val="black"/>
              </a:solidFill>
              <a:latin typeface="Yu Gothic UI Semilight" panose="020B0400000000000000" pitchFamily="34" charset="-128"/>
              <a:ea typeface="+mn-ea"/>
              <a:cs typeface="+mn-cs"/>
            </a:rPr>
            <a:t>Random Forests Classifier</a:t>
          </a:r>
        </a:p>
      </dgm:t>
    </dgm:pt>
    <dgm:pt modelId="{E600A78F-D810-48FA-BA62-69BAA380AFC0}" type="sibTrans" cxnId="{1BBF4133-48CE-4EF2-B1A9-2D15BDAD32DA}">
      <dgm:prSet/>
      <dgm:spPr/>
      <dgm:t>
        <a:bodyPr/>
        <a:lstStyle/>
        <a:p>
          <a:endParaRPr lang="en-US" sz="1400">
            <a:solidFill>
              <a:schemeClr val="accent3"/>
            </a:solidFill>
          </a:endParaRPr>
        </a:p>
      </dgm:t>
    </dgm:pt>
    <dgm:pt modelId="{688591F3-C9FA-4E02-ACDA-6F3849A6023D}" type="parTrans" cxnId="{1BBF4133-48CE-4EF2-B1A9-2D15BDAD32DA}">
      <dgm:prSet/>
      <dgm:spPr/>
      <dgm:t>
        <a:bodyPr/>
        <a:lstStyle/>
        <a:p>
          <a:endParaRPr lang="en-US" sz="1400">
            <a:solidFill>
              <a:schemeClr val="accent3"/>
            </a:solidFill>
          </a:endParaRPr>
        </a:p>
      </dgm:t>
    </dgm:pt>
    <dgm:pt modelId="{D342E22F-EB29-4FAD-9B28-4C34502171B9}" type="pres">
      <dgm:prSet presAssocID="{BB313E4A-8B87-4AAD-AEEE-9B1435558CB9}" presName="vert0" presStyleCnt="0">
        <dgm:presLayoutVars>
          <dgm:dir/>
          <dgm:animOne val="branch"/>
          <dgm:animLvl val="lvl"/>
        </dgm:presLayoutVars>
      </dgm:prSet>
      <dgm:spPr/>
    </dgm:pt>
    <dgm:pt modelId="{4E247E96-070B-4744-96B3-E1F97A845C9F}" type="pres">
      <dgm:prSet presAssocID="{D005F7E6-D3D7-4736-A565-5597C92EEA6E}" presName="thickLine" presStyleLbl="alignNode1" presStyleIdx="0" presStyleCnt="3"/>
      <dgm:spPr/>
    </dgm:pt>
    <dgm:pt modelId="{27343992-1E43-4DD5-A34F-B5C1356DFE59}" type="pres">
      <dgm:prSet presAssocID="{D005F7E6-D3D7-4736-A565-5597C92EEA6E}" presName="horz1" presStyleCnt="0"/>
      <dgm:spPr/>
    </dgm:pt>
    <dgm:pt modelId="{794A25E5-C31E-4F51-977B-29908E4DED60}" type="pres">
      <dgm:prSet presAssocID="{D005F7E6-D3D7-4736-A565-5597C92EEA6E}" presName="tx1" presStyleLbl="revTx" presStyleIdx="0" presStyleCnt="6"/>
      <dgm:spPr/>
    </dgm:pt>
    <dgm:pt modelId="{D7852091-6875-4A46-BEE1-63E8C2BCD888}" type="pres">
      <dgm:prSet presAssocID="{D005F7E6-D3D7-4736-A565-5597C92EEA6E}" presName="vert1" presStyleCnt="0"/>
      <dgm:spPr/>
    </dgm:pt>
    <dgm:pt modelId="{CA417A59-A3FF-4C11-905B-2547DCEE95E1}" type="pres">
      <dgm:prSet presAssocID="{527C33A0-D4CE-48C2-812A-2152C182D6D8}" presName="vertSpace2a" presStyleCnt="0"/>
      <dgm:spPr/>
    </dgm:pt>
    <dgm:pt modelId="{A1C33D26-B435-488C-8EC8-B15795800AB8}" type="pres">
      <dgm:prSet presAssocID="{527C33A0-D4CE-48C2-812A-2152C182D6D8}" presName="horz2" presStyleCnt="0"/>
      <dgm:spPr/>
    </dgm:pt>
    <dgm:pt modelId="{19CA6B4E-4FAF-4EBF-B6AC-6C65343D6240}" type="pres">
      <dgm:prSet presAssocID="{527C33A0-D4CE-48C2-812A-2152C182D6D8}" presName="horzSpace2" presStyleCnt="0"/>
      <dgm:spPr/>
    </dgm:pt>
    <dgm:pt modelId="{E375414F-0076-4C00-857D-10F60768B5A1}" type="pres">
      <dgm:prSet presAssocID="{527C33A0-D4CE-48C2-812A-2152C182D6D8}" presName="tx2" presStyleLbl="revTx" presStyleIdx="1" presStyleCnt="6"/>
      <dgm:spPr/>
    </dgm:pt>
    <dgm:pt modelId="{BC0F0F45-6B28-47F0-8900-09203954EE61}" type="pres">
      <dgm:prSet presAssocID="{527C33A0-D4CE-48C2-812A-2152C182D6D8}" presName="vert2" presStyleCnt="0"/>
      <dgm:spPr/>
    </dgm:pt>
    <dgm:pt modelId="{A71BDFB5-6117-4C8B-8D80-B6049D42BB45}" type="pres">
      <dgm:prSet presAssocID="{527C33A0-D4CE-48C2-812A-2152C182D6D8}" presName="thinLine2b" presStyleLbl="callout" presStyleIdx="0" presStyleCnt="3"/>
      <dgm:spPr>
        <a:ln>
          <a:noFill/>
        </a:ln>
      </dgm:spPr>
    </dgm:pt>
    <dgm:pt modelId="{36DFEE74-46AE-42CD-985F-3A8B5BF4A7E1}" type="pres">
      <dgm:prSet presAssocID="{527C33A0-D4CE-48C2-812A-2152C182D6D8}" presName="vertSpace2b" presStyleCnt="0"/>
      <dgm:spPr/>
    </dgm:pt>
    <dgm:pt modelId="{0466FBD4-672A-478D-B685-49046823EBFF}" type="pres">
      <dgm:prSet presAssocID="{6F977B38-B94F-4762-9FA8-43006E979831}" presName="thickLine" presStyleLbl="alignNode1" presStyleIdx="1" presStyleCnt="3"/>
      <dgm:spPr/>
    </dgm:pt>
    <dgm:pt modelId="{CD94F179-39E0-448F-85E4-129118A1510A}" type="pres">
      <dgm:prSet presAssocID="{6F977B38-B94F-4762-9FA8-43006E979831}" presName="horz1" presStyleCnt="0"/>
      <dgm:spPr/>
    </dgm:pt>
    <dgm:pt modelId="{27AE1F8E-D743-4045-8E99-EDACF531D229}" type="pres">
      <dgm:prSet presAssocID="{6F977B38-B94F-4762-9FA8-43006E979831}" presName="tx1" presStyleLbl="revTx" presStyleIdx="2" presStyleCnt="6"/>
      <dgm:spPr/>
    </dgm:pt>
    <dgm:pt modelId="{C56D60A2-1EF5-4EE8-B59E-9BC24794D33B}" type="pres">
      <dgm:prSet presAssocID="{6F977B38-B94F-4762-9FA8-43006E979831}" presName="vert1" presStyleCnt="0"/>
      <dgm:spPr/>
    </dgm:pt>
    <dgm:pt modelId="{15EE5929-195E-4B10-8CF0-5DC291C7CAFB}" type="pres">
      <dgm:prSet presAssocID="{19F861D7-06D0-4475-8396-2F5BA32F3667}" presName="vertSpace2a" presStyleCnt="0"/>
      <dgm:spPr/>
    </dgm:pt>
    <dgm:pt modelId="{A5FA039E-B5A1-41D2-8633-32CBFE09F2B5}" type="pres">
      <dgm:prSet presAssocID="{19F861D7-06D0-4475-8396-2F5BA32F3667}" presName="horz2" presStyleCnt="0"/>
      <dgm:spPr/>
    </dgm:pt>
    <dgm:pt modelId="{8C5F1764-6F85-4D78-A3C4-66EE7325AC88}" type="pres">
      <dgm:prSet presAssocID="{19F861D7-06D0-4475-8396-2F5BA32F3667}" presName="horzSpace2" presStyleCnt="0"/>
      <dgm:spPr/>
    </dgm:pt>
    <dgm:pt modelId="{8F8B6AF1-ABF7-490E-91F4-D9BF1971E612}" type="pres">
      <dgm:prSet presAssocID="{19F861D7-06D0-4475-8396-2F5BA32F3667}" presName="tx2" presStyleLbl="revTx" presStyleIdx="3" presStyleCnt="6"/>
      <dgm:spPr/>
    </dgm:pt>
    <dgm:pt modelId="{58C08AD8-0A53-4FA4-A089-A58442D0DF2C}" type="pres">
      <dgm:prSet presAssocID="{19F861D7-06D0-4475-8396-2F5BA32F3667}" presName="vert2" presStyleCnt="0"/>
      <dgm:spPr/>
    </dgm:pt>
    <dgm:pt modelId="{ED686FDA-E1A9-411A-922C-3304600C1C77}" type="pres">
      <dgm:prSet presAssocID="{19F861D7-06D0-4475-8396-2F5BA32F3667}" presName="thinLine2b" presStyleLbl="callout" presStyleIdx="1" presStyleCnt="3"/>
      <dgm:spPr>
        <a:ln>
          <a:noFill/>
        </a:ln>
      </dgm:spPr>
    </dgm:pt>
    <dgm:pt modelId="{1AF213DD-22E5-427E-A57B-51F9FCFF35FC}" type="pres">
      <dgm:prSet presAssocID="{19F861D7-06D0-4475-8396-2F5BA32F3667}" presName="vertSpace2b" presStyleCnt="0"/>
      <dgm:spPr/>
    </dgm:pt>
    <dgm:pt modelId="{B28246E4-7BC5-45AF-BA42-DDBC1C2C2E2A}" type="pres">
      <dgm:prSet presAssocID="{D1DFD31E-EBD3-4332-8636-6D8373C48843}" presName="thickLine" presStyleLbl="alignNode1" presStyleIdx="2" presStyleCnt="3"/>
      <dgm:spPr/>
    </dgm:pt>
    <dgm:pt modelId="{238C59FC-EE92-495D-8535-280132FE3CC8}" type="pres">
      <dgm:prSet presAssocID="{D1DFD31E-EBD3-4332-8636-6D8373C48843}" presName="horz1" presStyleCnt="0"/>
      <dgm:spPr/>
    </dgm:pt>
    <dgm:pt modelId="{94243B8C-4525-4765-A713-E2F4D7D955D2}" type="pres">
      <dgm:prSet presAssocID="{D1DFD31E-EBD3-4332-8636-6D8373C48843}" presName="tx1" presStyleLbl="revTx" presStyleIdx="4" presStyleCnt="6"/>
      <dgm:spPr/>
    </dgm:pt>
    <dgm:pt modelId="{C5CBCA6D-774E-4CF6-843F-95660CCF6404}" type="pres">
      <dgm:prSet presAssocID="{D1DFD31E-EBD3-4332-8636-6D8373C48843}" presName="vert1" presStyleCnt="0"/>
      <dgm:spPr/>
    </dgm:pt>
    <dgm:pt modelId="{1C7384DC-2BAD-45CD-A31F-9A38EC5B601E}" type="pres">
      <dgm:prSet presAssocID="{B6769171-B80C-4F5B-90C7-EC3BDB7E9754}" presName="vertSpace2a" presStyleCnt="0"/>
      <dgm:spPr/>
    </dgm:pt>
    <dgm:pt modelId="{E3873E4A-935D-4571-90E1-50623F2F0CED}" type="pres">
      <dgm:prSet presAssocID="{B6769171-B80C-4F5B-90C7-EC3BDB7E9754}" presName="horz2" presStyleCnt="0"/>
      <dgm:spPr/>
    </dgm:pt>
    <dgm:pt modelId="{950C5154-3C5B-4CB7-838A-18C7E9FD5E76}" type="pres">
      <dgm:prSet presAssocID="{B6769171-B80C-4F5B-90C7-EC3BDB7E9754}" presName="horzSpace2" presStyleCnt="0"/>
      <dgm:spPr/>
    </dgm:pt>
    <dgm:pt modelId="{9A0947CA-0828-427D-806E-BCC9C040AB48}" type="pres">
      <dgm:prSet presAssocID="{B6769171-B80C-4F5B-90C7-EC3BDB7E9754}" presName="tx2" presStyleLbl="revTx" presStyleIdx="5" presStyleCnt="6"/>
      <dgm:spPr/>
    </dgm:pt>
    <dgm:pt modelId="{6A24333E-5826-47ED-8DEB-F4CB79DB5CF5}" type="pres">
      <dgm:prSet presAssocID="{B6769171-B80C-4F5B-90C7-EC3BDB7E9754}" presName="vert2" presStyleCnt="0"/>
      <dgm:spPr/>
    </dgm:pt>
    <dgm:pt modelId="{58AEF715-538E-4FCF-B500-3EDFACBD68A6}" type="pres">
      <dgm:prSet presAssocID="{B6769171-B80C-4F5B-90C7-EC3BDB7E9754}" presName="thinLine2b" presStyleLbl="callout" presStyleIdx="2" presStyleCnt="3"/>
      <dgm:spPr>
        <a:ln>
          <a:noFill/>
        </a:ln>
      </dgm:spPr>
    </dgm:pt>
    <dgm:pt modelId="{44F457FD-5A06-4D21-A44F-72B7CDEE607A}" type="pres">
      <dgm:prSet presAssocID="{B6769171-B80C-4F5B-90C7-EC3BDB7E9754}" presName="vertSpace2b" presStyleCnt="0"/>
      <dgm:spPr/>
    </dgm:pt>
  </dgm:ptLst>
  <dgm:cxnLst>
    <dgm:cxn modelId="{EB93DE1A-F1C2-46BB-91EC-F2BFD558BDCD}" srcId="{BB313E4A-8B87-4AAD-AEEE-9B1435558CB9}" destId="{D005F7E6-D3D7-4736-A565-5597C92EEA6E}" srcOrd="0" destOrd="0" parTransId="{5488EE6F-940A-406A-80A3-42C5A10B4269}" sibTransId="{52810DCF-3FEF-47BA-9560-DDA76F05622B}"/>
    <dgm:cxn modelId="{67CDFC22-3852-49AA-846F-62CFC47D4773}" srcId="{D005F7E6-D3D7-4736-A565-5597C92EEA6E}" destId="{527C33A0-D4CE-48C2-812A-2152C182D6D8}" srcOrd="0" destOrd="0" parTransId="{051EA6F1-57D0-42F2-BD63-8D741E1935F1}" sibTransId="{E3167961-4CF2-4300-9C4A-A70246E015B1}"/>
    <dgm:cxn modelId="{1BBF4133-48CE-4EF2-B1A9-2D15BDAD32DA}" srcId="{6F977B38-B94F-4762-9FA8-43006E979831}" destId="{19F861D7-06D0-4475-8396-2F5BA32F3667}" srcOrd="0" destOrd="0" parTransId="{688591F3-C9FA-4E02-ACDA-6F3849A6023D}" sibTransId="{E600A78F-D810-48FA-BA62-69BAA380AFC0}"/>
    <dgm:cxn modelId="{61DFE55D-38EF-4731-902C-3E6F606D8B40}" type="presOf" srcId="{6F977B38-B94F-4762-9FA8-43006E979831}" destId="{27AE1F8E-D743-4045-8E99-EDACF531D229}" srcOrd="0" destOrd="0" presId="urn:microsoft.com/office/officeart/2008/layout/LinedList"/>
    <dgm:cxn modelId="{A3E8F565-D509-4242-89E5-F545BD9B39AF}" srcId="{BB313E4A-8B87-4AAD-AEEE-9B1435558CB9}" destId="{D1DFD31E-EBD3-4332-8636-6D8373C48843}" srcOrd="2" destOrd="0" parTransId="{6DD3ACB7-7BFD-4F02-8143-F4245AB3D242}" sibTransId="{8A67AB22-1ED0-4C87-93DD-EC8BA8AC9DE1}"/>
    <dgm:cxn modelId="{AA8FBB77-5FA8-493F-94A2-8786EB5B3083}" type="presOf" srcId="{BB313E4A-8B87-4AAD-AEEE-9B1435558CB9}" destId="{D342E22F-EB29-4FAD-9B28-4C34502171B9}" srcOrd="0" destOrd="0" presId="urn:microsoft.com/office/officeart/2008/layout/LinedList"/>
    <dgm:cxn modelId="{88FF1C7F-80D6-42CE-B602-E852DA6E791B}" type="presOf" srcId="{D005F7E6-D3D7-4736-A565-5597C92EEA6E}" destId="{794A25E5-C31E-4F51-977B-29908E4DED60}" srcOrd="0" destOrd="0" presId="urn:microsoft.com/office/officeart/2008/layout/LinedList"/>
    <dgm:cxn modelId="{D5D21386-72BD-4C27-BD5D-A96F8EDD0079}" type="presOf" srcId="{B6769171-B80C-4F5B-90C7-EC3BDB7E9754}" destId="{9A0947CA-0828-427D-806E-BCC9C040AB48}" srcOrd="0" destOrd="0" presId="urn:microsoft.com/office/officeart/2008/layout/LinedList"/>
    <dgm:cxn modelId="{FA89F48A-741D-43D6-AF9F-272E94B50C1D}" type="presOf" srcId="{19F861D7-06D0-4475-8396-2F5BA32F3667}" destId="{8F8B6AF1-ABF7-490E-91F4-D9BF1971E612}" srcOrd="0" destOrd="0" presId="urn:microsoft.com/office/officeart/2008/layout/LinedList"/>
    <dgm:cxn modelId="{21A593B1-0C91-4039-82CE-6A28EA2C42D4}" type="presOf" srcId="{527C33A0-D4CE-48C2-812A-2152C182D6D8}" destId="{E375414F-0076-4C00-857D-10F60768B5A1}" srcOrd="0" destOrd="0" presId="urn:microsoft.com/office/officeart/2008/layout/LinedList"/>
    <dgm:cxn modelId="{F2E15CDB-CF08-4E99-9BB4-FE8B9862B0BE}" srcId="{BB313E4A-8B87-4AAD-AEEE-9B1435558CB9}" destId="{6F977B38-B94F-4762-9FA8-43006E979831}" srcOrd="1" destOrd="0" parTransId="{D645353D-A275-487B-92A0-06F88FEAB990}" sibTransId="{C116B6CE-0E45-468A-8FCD-98B3260F6E2B}"/>
    <dgm:cxn modelId="{DE2646DB-D133-4C29-A2FC-663797E2947F}" srcId="{D1DFD31E-EBD3-4332-8636-6D8373C48843}" destId="{B6769171-B80C-4F5B-90C7-EC3BDB7E9754}" srcOrd="0" destOrd="0" parTransId="{EBFED7B5-6EA8-4A9E-BFDD-4F059EEEF6B1}" sibTransId="{15DA4E02-04FA-4A21-9790-F88305AE1DDF}"/>
    <dgm:cxn modelId="{CF589EF9-D950-4C6E-88E8-E1C3FCBFC083}" type="presOf" srcId="{D1DFD31E-EBD3-4332-8636-6D8373C48843}" destId="{94243B8C-4525-4765-A713-E2F4D7D955D2}" srcOrd="0" destOrd="0" presId="urn:microsoft.com/office/officeart/2008/layout/LinedList"/>
    <dgm:cxn modelId="{74A84CA4-958F-4DE3-BBE1-527F547E86D9}" type="presParOf" srcId="{D342E22F-EB29-4FAD-9B28-4C34502171B9}" destId="{4E247E96-070B-4744-96B3-E1F97A845C9F}" srcOrd="0" destOrd="0" presId="urn:microsoft.com/office/officeart/2008/layout/LinedList"/>
    <dgm:cxn modelId="{0AE7CEA7-07D9-4238-86A0-740F040A4A31}" type="presParOf" srcId="{D342E22F-EB29-4FAD-9B28-4C34502171B9}" destId="{27343992-1E43-4DD5-A34F-B5C1356DFE59}" srcOrd="1" destOrd="0" presId="urn:microsoft.com/office/officeart/2008/layout/LinedList"/>
    <dgm:cxn modelId="{EC6210FC-B12A-4095-A206-A0B3CFA54A84}" type="presParOf" srcId="{27343992-1E43-4DD5-A34F-B5C1356DFE59}" destId="{794A25E5-C31E-4F51-977B-29908E4DED60}" srcOrd="0" destOrd="0" presId="urn:microsoft.com/office/officeart/2008/layout/LinedList"/>
    <dgm:cxn modelId="{D2067632-2A22-46EB-91F0-6D28AA53AE00}" type="presParOf" srcId="{27343992-1E43-4DD5-A34F-B5C1356DFE59}" destId="{D7852091-6875-4A46-BEE1-63E8C2BCD888}" srcOrd="1" destOrd="0" presId="urn:microsoft.com/office/officeart/2008/layout/LinedList"/>
    <dgm:cxn modelId="{CDA776F5-D9D7-41D9-81FC-5CC63AF9203D}" type="presParOf" srcId="{D7852091-6875-4A46-BEE1-63E8C2BCD888}" destId="{CA417A59-A3FF-4C11-905B-2547DCEE95E1}" srcOrd="0" destOrd="0" presId="urn:microsoft.com/office/officeart/2008/layout/LinedList"/>
    <dgm:cxn modelId="{7910B4F4-F882-45D9-9788-12D7FD59A904}" type="presParOf" srcId="{D7852091-6875-4A46-BEE1-63E8C2BCD888}" destId="{A1C33D26-B435-488C-8EC8-B15795800AB8}" srcOrd="1" destOrd="0" presId="urn:microsoft.com/office/officeart/2008/layout/LinedList"/>
    <dgm:cxn modelId="{410BDD2C-0EE6-4A2D-82EF-D032360740E8}" type="presParOf" srcId="{A1C33D26-B435-488C-8EC8-B15795800AB8}" destId="{19CA6B4E-4FAF-4EBF-B6AC-6C65343D6240}" srcOrd="0" destOrd="0" presId="urn:microsoft.com/office/officeart/2008/layout/LinedList"/>
    <dgm:cxn modelId="{FD651275-D6ED-40AF-AFF4-36309396031D}" type="presParOf" srcId="{A1C33D26-B435-488C-8EC8-B15795800AB8}" destId="{E375414F-0076-4C00-857D-10F60768B5A1}" srcOrd="1" destOrd="0" presId="urn:microsoft.com/office/officeart/2008/layout/LinedList"/>
    <dgm:cxn modelId="{E5DFF5C6-7488-439F-BB39-4FF98C9C85E4}" type="presParOf" srcId="{A1C33D26-B435-488C-8EC8-B15795800AB8}" destId="{BC0F0F45-6B28-47F0-8900-09203954EE61}" srcOrd="2" destOrd="0" presId="urn:microsoft.com/office/officeart/2008/layout/LinedList"/>
    <dgm:cxn modelId="{B6997354-3A39-4598-8EC7-9C9BAE2F7FB8}" type="presParOf" srcId="{D7852091-6875-4A46-BEE1-63E8C2BCD888}" destId="{A71BDFB5-6117-4C8B-8D80-B6049D42BB45}" srcOrd="2" destOrd="0" presId="urn:microsoft.com/office/officeart/2008/layout/LinedList"/>
    <dgm:cxn modelId="{D80C7FB6-1B1E-4243-8458-72DC3CA7309D}" type="presParOf" srcId="{D7852091-6875-4A46-BEE1-63E8C2BCD888}" destId="{36DFEE74-46AE-42CD-985F-3A8B5BF4A7E1}" srcOrd="3" destOrd="0" presId="urn:microsoft.com/office/officeart/2008/layout/LinedList"/>
    <dgm:cxn modelId="{D2E634E4-408D-4601-880B-2E78845F9E07}" type="presParOf" srcId="{D342E22F-EB29-4FAD-9B28-4C34502171B9}" destId="{0466FBD4-672A-478D-B685-49046823EBFF}" srcOrd="2" destOrd="0" presId="urn:microsoft.com/office/officeart/2008/layout/LinedList"/>
    <dgm:cxn modelId="{C1451749-48A5-4165-838A-A700F439413C}" type="presParOf" srcId="{D342E22F-EB29-4FAD-9B28-4C34502171B9}" destId="{CD94F179-39E0-448F-85E4-129118A1510A}" srcOrd="3" destOrd="0" presId="urn:microsoft.com/office/officeart/2008/layout/LinedList"/>
    <dgm:cxn modelId="{168FABD3-7C0B-4122-B47E-6CCA459836E1}" type="presParOf" srcId="{CD94F179-39E0-448F-85E4-129118A1510A}" destId="{27AE1F8E-D743-4045-8E99-EDACF531D229}" srcOrd="0" destOrd="0" presId="urn:microsoft.com/office/officeart/2008/layout/LinedList"/>
    <dgm:cxn modelId="{BEF7CCA0-9236-4168-9DF5-614B58AE61F3}" type="presParOf" srcId="{CD94F179-39E0-448F-85E4-129118A1510A}" destId="{C56D60A2-1EF5-4EE8-B59E-9BC24794D33B}" srcOrd="1" destOrd="0" presId="urn:microsoft.com/office/officeart/2008/layout/LinedList"/>
    <dgm:cxn modelId="{FE37D9A8-3030-4B0E-AB6A-6F69650FCE4C}" type="presParOf" srcId="{C56D60A2-1EF5-4EE8-B59E-9BC24794D33B}" destId="{15EE5929-195E-4B10-8CF0-5DC291C7CAFB}" srcOrd="0" destOrd="0" presId="urn:microsoft.com/office/officeart/2008/layout/LinedList"/>
    <dgm:cxn modelId="{AAD37329-1F77-455A-8556-88D3116DFBC3}" type="presParOf" srcId="{C56D60A2-1EF5-4EE8-B59E-9BC24794D33B}" destId="{A5FA039E-B5A1-41D2-8633-32CBFE09F2B5}" srcOrd="1" destOrd="0" presId="urn:microsoft.com/office/officeart/2008/layout/LinedList"/>
    <dgm:cxn modelId="{335276F0-D830-48C5-9B4B-B1031C1425EE}" type="presParOf" srcId="{A5FA039E-B5A1-41D2-8633-32CBFE09F2B5}" destId="{8C5F1764-6F85-4D78-A3C4-66EE7325AC88}" srcOrd="0" destOrd="0" presId="urn:microsoft.com/office/officeart/2008/layout/LinedList"/>
    <dgm:cxn modelId="{6F4ED73E-7943-487C-A1C3-316B6608383E}" type="presParOf" srcId="{A5FA039E-B5A1-41D2-8633-32CBFE09F2B5}" destId="{8F8B6AF1-ABF7-490E-91F4-D9BF1971E612}" srcOrd="1" destOrd="0" presId="urn:microsoft.com/office/officeart/2008/layout/LinedList"/>
    <dgm:cxn modelId="{E931BE4E-A861-42C7-8529-9A31B34DAEF5}" type="presParOf" srcId="{A5FA039E-B5A1-41D2-8633-32CBFE09F2B5}" destId="{58C08AD8-0A53-4FA4-A089-A58442D0DF2C}" srcOrd="2" destOrd="0" presId="urn:microsoft.com/office/officeart/2008/layout/LinedList"/>
    <dgm:cxn modelId="{E0D90694-6586-4109-84EF-BD3B88FBDBD6}" type="presParOf" srcId="{C56D60A2-1EF5-4EE8-B59E-9BC24794D33B}" destId="{ED686FDA-E1A9-411A-922C-3304600C1C77}" srcOrd="2" destOrd="0" presId="urn:microsoft.com/office/officeart/2008/layout/LinedList"/>
    <dgm:cxn modelId="{F7D13C2D-7708-4D00-A0A1-94876294F074}" type="presParOf" srcId="{C56D60A2-1EF5-4EE8-B59E-9BC24794D33B}" destId="{1AF213DD-22E5-427E-A57B-51F9FCFF35FC}" srcOrd="3" destOrd="0" presId="urn:microsoft.com/office/officeart/2008/layout/LinedList"/>
    <dgm:cxn modelId="{0E95FE36-CBB5-4059-8398-BA999D61F84D}" type="presParOf" srcId="{D342E22F-EB29-4FAD-9B28-4C34502171B9}" destId="{B28246E4-7BC5-45AF-BA42-DDBC1C2C2E2A}" srcOrd="4" destOrd="0" presId="urn:microsoft.com/office/officeart/2008/layout/LinedList"/>
    <dgm:cxn modelId="{A454C2EB-C133-48F5-A844-8274A837113A}" type="presParOf" srcId="{D342E22F-EB29-4FAD-9B28-4C34502171B9}" destId="{238C59FC-EE92-495D-8535-280132FE3CC8}" srcOrd="5" destOrd="0" presId="urn:microsoft.com/office/officeart/2008/layout/LinedList"/>
    <dgm:cxn modelId="{07DCA3D0-BDAB-4C37-9988-5E50EEC8AC28}" type="presParOf" srcId="{238C59FC-EE92-495D-8535-280132FE3CC8}" destId="{94243B8C-4525-4765-A713-E2F4D7D955D2}" srcOrd="0" destOrd="0" presId="urn:microsoft.com/office/officeart/2008/layout/LinedList"/>
    <dgm:cxn modelId="{2CD295E3-7BE0-4A0D-B0D0-9942E82D019F}" type="presParOf" srcId="{238C59FC-EE92-495D-8535-280132FE3CC8}" destId="{C5CBCA6D-774E-4CF6-843F-95660CCF6404}" srcOrd="1" destOrd="0" presId="urn:microsoft.com/office/officeart/2008/layout/LinedList"/>
    <dgm:cxn modelId="{10815701-B628-4182-960B-BAE79527C8FC}" type="presParOf" srcId="{C5CBCA6D-774E-4CF6-843F-95660CCF6404}" destId="{1C7384DC-2BAD-45CD-A31F-9A38EC5B601E}" srcOrd="0" destOrd="0" presId="urn:microsoft.com/office/officeart/2008/layout/LinedList"/>
    <dgm:cxn modelId="{63DD5706-C05B-4218-89B5-AB5F914702DC}" type="presParOf" srcId="{C5CBCA6D-774E-4CF6-843F-95660CCF6404}" destId="{E3873E4A-935D-4571-90E1-50623F2F0CED}" srcOrd="1" destOrd="0" presId="urn:microsoft.com/office/officeart/2008/layout/LinedList"/>
    <dgm:cxn modelId="{E6AB1689-9CDE-4DAD-B1F1-595040E1739C}" type="presParOf" srcId="{E3873E4A-935D-4571-90E1-50623F2F0CED}" destId="{950C5154-3C5B-4CB7-838A-18C7E9FD5E76}" srcOrd="0" destOrd="0" presId="urn:microsoft.com/office/officeart/2008/layout/LinedList"/>
    <dgm:cxn modelId="{B8E04278-8C5B-4426-A360-5345DDE2320D}" type="presParOf" srcId="{E3873E4A-935D-4571-90E1-50623F2F0CED}" destId="{9A0947CA-0828-427D-806E-BCC9C040AB48}" srcOrd="1" destOrd="0" presId="urn:microsoft.com/office/officeart/2008/layout/LinedList"/>
    <dgm:cxn modelId="{4C21A011-0D73-4F9C-8C5B-A1E1D280952A}" type="presParOf" srcId="{E3873E4A-935D-4571-90E1-50623F2F0CED}" destId="{6A24333E-5826-47ED-8DEB-F4CB79DB5CF5}" srcOrd="2" destOrd="0" presId="urn:microsoft.com/office/officeart/2008/layout/LinedList"/>
    <dgm:cxn modelId="{BDA38931-F4C6-40CC-98C4-964F50A66E19}" type="presParOf" srcId="{C5CBCA6D-774E-4CF6-843F-95660CCF6404}" destId="{58AEF715-538E-4FCF-B500-3EDFACBD68A6}" srcOrd="2" destOrd="0" presId="urn:microsoft.com/office/officeart/2008/layout/LinedList"/>
    <dgm:cxn modelId="{18271D40-3AEE-446C-8CCE-37535173FB28}" type="presParOf" srcId="{C5CBCA6D-774E-4CF6-843F-95660CCF6404}" destId="{44F457FD-5A06-4D21-A44F-72B7CDEE607A}" srcOrd="3"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A59CC7A5-D768-46BB-881E-38135F09791D}" type="doc">
      <dgm:prSet loTypeId="urn:microsoft.com/office/officeart/2005/8/layout/pList1" loCatId="list" qsTypeId="urn:microsoft.com/office/officeart/2005/8/quickstyle/simple1" qsCatId="simple" csTypeId="urn:microsoft.com/office/officeart/2005/8/colors/accent1_2" csCatId="accent1" phldr="1"/>
      <dgm:spPr/>
      <dgm:t>
        <a:bodyPr/>
        <a:lstStyle/>
        <a:p>
          <a:endParaRPr lang="en-GB"/>
        </a:p>
      </dgm:t>
    </dgm:pt>
    <dgm:pt modelId="{B3B4F47B-5B48-4C4E-9F05-9621EFDE957F}">
      <dgm:prSet phldrT="[Text]" phldr="0"/>
      <dgm:spPr/>
      <dgm:t>
        <a:bodyPr/>
        <a:lstStyle/>
        <a:p>
          <a:r>
            <a:rPr lang="en-GB" dirty="0">
              <a:latin typeface="+mj-lt"/>
            </a:rPr>
            <a:t>Logistic Regression</a:t>
          </a:r>
        </a:p>
      </dgm:t>
    </dgm:pt>
    <dgm:pt modelId="{FBF1FDBF-DEF2-4D93-8B36-32035F0C0D88}" type="parTrans" cxnId="{C11A2446-5A27-4240-9176-0A328E1B0CD9}">
      <dgm:prSet/>
      <dgm:spPr/>
      <dgm:t>
        <a:bodyPr/>
        <a:lstStyle/>
        <a:p>
          <a:endParaRPr lang="en-GB"/>
        </a:p>
      </dgm:t>
    </dgm:pt>
    <dgm:pt modelId="{AD04AFC8-63F3-4D28-8CCD-455D8770DF05}" type="sibTrans" cxnId="{C11A2446-5A27-4240-9176-0A328E1B0CD9}">
      <dgm:prSet/>
      <dgm:spPr/>
      <dgm:t>
        <a:bodyPr/>
        <a:lstStyle/>
        <a:p>
          <a:endParaRPr lang="en-GB"/>
        </a:p>
      </dgm:t>
    </dgm:pt>
    <dgm:pt modelId="{FEA849CA-A795-40B2-BEF6-C81709EA7183}">
      <dgm:prSet phldrT="[Text]" phldr="0"/>
      <dgm:spPr/>
      <dgm:t>
        <a:bodyPr/>
        <a:lstStyle/>
        <a:p>
          <a:r>
            <a:rPr lang="en-GB" dirty="0">
              <a:latin typeface="+mj-lt"/>
            </a:rPr>
            <a:t>K-Nearest Neighbours</a:t>
          </a:r>
        </a:p>
      </dgm:t>
    </dgm:pt>
    <dgm:pt modelId="{FA4D5A3F-01D0-4F14-B4AF-8FC71782959C}" type="parTrans" cxnId="{8C847E2A-4F5A-4C1A-B297-223C997C7F6C}">
      <dgm:prSet/>
      <dgm:spPr/>
      <dgm:t>
        <a:bodyPr/>
        <a:lstStyle/>
        <a:p>
          <a:endParaRPr lang="en-GB"/>
        </a:p>
      </dgm:t>
    </dgm:pt>
    <dgm:pt modelId="{C282E216-DCB9-4505-BFAE-611DC1FD6E1A}" type="sibTrans" cxnId="{8C847E2A-4F5A-4C1A-B297-223C997C7F6C}">
      <dgm:prSet/>
      <dgm:spPr/>
      <dgm:t>
        <a:bodyPr/>
        <a:lstStyle/>
        <a:p>
          <a:endParaRPr lang="en-GB"/>
        </a:p>
      </dgm:t>
    </dgm:pt>
    <dgm:pt modelId="{6D941E3E-BA87-4A3D-87B1-3C2E68BBF106}">
      <dgm:prSet phldrT="[Text]" phldr="0"/>
      <dgm:spPr/>
      <dgm:t>
        <a:bodyPr/>
        <a:lstStyle/>
        <a:p>
          <a:r>
            <a:rPr lang="en-GB" dirty="0">
              <a:latin typeface="+mj-lt"/>
            </a:rPr>
            <a:t>Random Forests</a:t>
          </a:r>
        </a:p>
      </dgm:t>
    </dgm:pt>
    <dgm:pt modelId="{742BD4B2-06D3-48EF-906E-46E1F0FB830A}" type="parTrans" cxnId="{F0C70428-F241-4A28-8349-4A2AF6F403DF}">
      <dgm:prSet/>
      <dgm:spPr/>
      <dgm:t>
        <a:bodyPr/>
        <a:lstStyle/>
        <a:p>
          <a:endParaRPr lang="en-GB"/>
        </a:p>
      </dgm:t>
    </dgm:pt>
    <dgm:pt modelId="{0008EA42-0234-4CE5-BE35-EA74B8E92192}" type="sibTrans" cxnId="{F0C70428-F241-4A28-8349-4A2AF6F403DF}">
      <dgm:prSet/>
      <dgm:spPr/>
      <dgm:t>
        <a:bodyPr/>
        <a:lstStyle/>
        <a:p>
          <a:endParaRPr lang="en-GB"/>
        </a:p>
      </dgm:t>
    </dgm:pt>
    <dgm:pt modelId="{A09CE610-2605-4F96-9146-10F4BDC12089}" type="pres">
      <dgm:prSet presAssocID="{A59CC7A5-D768-46BB-881E-38135F09791D}" presName="Name0" presStyleCnt="0">
        <dgm:presLayoutVars>
          <dgm:dir/>
          <dgm:resizeHandles val="exact"/>
        </dgm:presLayoutVars>
      </dgm:prSet>
      <dgm:spPr/>
    </dgm:pt>
    <dgm:pt modelId="{BA14BA05-080A-407D-B214-E01CDF501204}" type="pres">
      <dgm:prSet presAssocID="{B3B4F47B-5B48-4C4E-9F05-9621EFDE957F}" presName="compNode" presStyleCnt="0"/>
      <dgm:spPr/>
    </dgm:pt>
    <dgm:pt modelId="{7032BB5A-2D8A-4300-838D-C47B2F2E4BA7}" type="pres">
      <dgm:prSet presAssocID="{B3B4F47B-5B48-4C4E-9F05-9621EFDE957F}" presName="pictRect" presStyleLbl="node1" presStyleIdx="0" presStyleCnt="3" custScaleX="68989"/>
      <dgm:spPr>
        <a:blipFill>
          <a:blip xmlns:r="http://schemas.openxmlformats.org/officeDocument/2006/relationships" r:embed="rId1"/>
          <a:srcRect/>
          <a:stretch>
            <a:fillRect/>
          </a:stretch>
        </a:blipFill>
      </dgm:spPr>
    </dgm:pt>
    <dgm:pt modelId="{01781F16-0C2D-4586-8AFB-F87900D9A657}" type="pres">
      <dgm:prSet presAssocID="{B3B4F47B-5B48-4C4E-9F05-9621EFDE957F}" presName="textRect" presStyleLbl="revTx" presStyleIdx="0" presStyleCnt="3">
        <dgm:presLayoutVars>
          <dgm:bulletEnabled val="1"/>
        </dgm:presLayoutVars>
      </dgm:prSet>
      <dgm:spPr/>
    </dgm:pt>
    <dgm:pt modelId="{2C402089-8E84-4972-BD95-0ECFA8C7CDD0}" type="pres">
      <dgm:prSet presAssocID="{AD04AFC8-63F3-4D28-8CCD-455D8770DF05}" presName="sibTrans" presStyleLbl="sibTrans2D1" presStyleIdx="0" presStyleCnt="0"/>
      <dgm:spPr/>
    </dgm:pt>
    <dgm:pt modelId="{55A9F854-E901-4D34-8982-91E3434C47A0}" type="pres">
      <dgm:prSet presAssocID="{6D941E3E-BA87-4A3D-87B1-3C2E68BBF106}" presName="compNode" presStyleCnt="0"/>
      <dgm:spPr/>
    </dgm:pt>
    <dgm:pt modelId="{E57FDBEA-07CD-4EE0-B9F6-B3513C800D23}" type="pres">
      <dgm:prSet presAssocID="{6D941E3E-BA87-4A3D-87B1-3C2E68BBF106}" presName="pictRect" presStyleLbl="node1" presStyleIdx="1" presStyleCnt="3" custScaleX="68989"/>
      <dgm:spPr>
        <a:blipFill>
          <a:blip xmlns:r="http://schemas.openxmlformats.org/officeDocument/2006/relationships" r:embed="rId2"/>
          <a:srcRect/>
          <a:stretch>
            <a:fillRect/>
          </a:stretch>
        </a:blipFill>
      </dgm:spPr>
    </dgm:pt>
    <dgm:pt modelId="{5A2326FB-9C5F-4C93-94B6-3F68487EE15B}" type="pres">
      <dgm:prSet presAssocID="{6D941E3E-BA87-4A3D-87B1-3C2E68BBF106}" presName="textRect" presStyleLbl="revTx" presStyleIdx="1" presStyleCnt="3">
        <dgm:presLayoutVars>
          <dgm:bulletEnabled val="1"/>
        </dgm:presLayoutVars>
      </dgm:prSet>
      <dgm:spPr/>
    </dgm:pt>
    <dgm:pt modelId="{FBB6A2C1-ABDE-4364-BDF9-6EBC88D5F2AF}" type="pres">
      <dgm:prSet presAssocID="{0008EA42-0234-4CE5-BE35-EA74B8E92192}" presName="sibTrans" presStyleLbl="sibTrans2D1" presStyleIdx="0" presStyleCnt="0"/>
      <dgm:spPr/>
    </dgm:pt>
    <dgm:pt modelId="{5600010E-AFAD-4192-9F26-4CA4FBF925C4}" type="pres">
      <dgm:prSet presAssocID="{FEA849CA-A795-40B2-BEF6-C81709EA7183}" presName="compNode" presStyleCnt="0"/>
      <dgm:spPr/>
    </dgm:pt>
    <dgm:pt modelId="{48E9D8B7-C615-4785-9984-18582DDB6C31}" type="pres">
      <dgm:prSet presAssocID="{FEA849CA-A795-40B2-BEF6-C81709EA7183}" presName="pictRect" presStyleLbl="node1" presStyleIdx="2" presStyleCnt="3" custScaleX="68989"/>
      <dgm:spPr>
        <a:blipFill>
          <a:blip xmlns:r="http://schemas.openxmlformats.org/officeDocument/2006/relationships" r:embed="rId3"/>
          <a:srcRect/>
          <a:stretch>
            <a:fillRect/>
          </a:stretch>
        </a:blipFill>
      </dgm:spPr>
    </dgm:pt>
    <dgm:pt modelId="{D267D666-2C35-4EC6-8B1E-910B727C725A}" type="pres">
      <dgm:prSet presAssocID="{FEA849CA-A795-40B2-BEF6-C81709EA7183}" presName="textRect" presStyleLbl="revTx" presStyleIdx="2" presStyleCnt="3">
        <dgm:presLayoutVars>
          <dgm:bulletEnabled val="1"/>
        </dgm:presLayoutVars>
      </dgm:prSet>
      <dgm:spPr/>
    </dgm:pt>
  </dgm:ptLst>
  <dgm:cxnLst>
    <dgm:cxn modelId="{65C8C90C-45C3-4357-8265-5E32875ECCBB}" type="presOf" srcId="{0008EA42-0234-4CE5-BE35-EA74B8E92192}" destId="{FBB6A2C1-ABDE-4364-BDF9-6EBC88D5F2AF}" srcOrd="0" destOrd="0" presId="urn:microsoft.com/office/officeart/2005/8/layout/pList1"/>
    <dgm:cxn modelId="{F0C70428-F241-4A28-8349-4A2AF6F403DF}" srcId="{A59CC7A5-D768-46BB-881E-38135F09791D}" destId="{6D941E3E-BA87-4A3D-87B1-3C2E68BBF106}" srcOrd="1" destOrd="0" parTransId="{742BD4B2-06D3-48EF-906E-46E1F0FB830A}" sibTransId="{0008EA42-0234-4CE5-BE35-EA74B8E92192}"/>
    <dgm:cxn modelId="{8C847E2A-4F5A-4C1A-B297-223C997C7F6C}" srcId="{A59CC7A5-D768-46BB-881E-38135F09791D}" destId="{FEA849CA-A795-40B2-BEF6-C81709EA7183}" srcOrd="2" destOrd="0" parTransId="{FA4D5A3F-01D0-4F14-B4AF-8FC71782959C}" sibTransId="{C282E216-DCB9-4505-BFAE-611DC1FD6E1A}"/>
    <dgm:cxn modelId="{F134583A-3336-446D-BB3D-ADC33509CB74}" type="presOf" srcId="{FEA849CA-A795-40B2-BEF6-C81709EA7183}" destId="{D267D666-2C35-4EC6-8B1E-910B727C725A}" srcOrd="0" destOrd="0" presId="urn:microsoft.com/office/officeart/2005/8/layout/pList1"/>
    <dgm:cxn modelId="{C11A2446-5A27-4240-9176-0A328E1B0CD9}" srcId="{A59CC7A5-D768-46BB-881E-38135F09791D}" destId="{B3B4F47B-5B48-4C4E-9F05-9621EFDE957F}" srcOrd="0" destOrd="0" parTransId="{FBF1FDBF-DEF2-4D93-8B36-32035F0C0D88}" sibTransId="{AD04AFC8-63F3-4D28-8CCD-455D8770DF05}"/>
    <dgm:cxn modelId="{51D3E899-B148-4056-B613-1128211D5D3C}" type="presOf" srcId="{AD04AFC8-63F3-4D28-8CCD-455D8770DF05}" destId="{2C402089-8E84-4972-BD95-0ECFA8C7CDD0}" srcOrd="0" destOrd="0" presId="urn:microsoft.com/office/officeart/2005/8/layout/pList1"/>
    <dgm:cxn modelId="{EEEA90B9-B54B-40AE-897F-F0C96D829DC0}" type="presOf" srcId="{6D941E3E-BA87-4A3D-87B1-3C2E68BBF106}" destId="{5A2326FB-9C5F-4C93-94B6-3F68487EE15B}" srcOrd="0" destOrd="0" presId="urn:microsoft.com/office/officeart/2005/8/layout/pList1"/>
    <dgm:cxn modelId="{A303D6C6-D8B5-4773-8EAA-6A04F2738817}" type="presOf" srcId="{B3B4F47B-5B48-4C4E-9F05-9621EFDE957F}" destId="{01781F16-0C2D-4586-8AFB-F87900D9A657}" srcOrd="0" destOrd="0" presId="urn:microsoft.com/office/officeart/2005/8/layout/pList1"/>
    <dgm:cxn modelId="{C67E65D9-3B14-4112-AFF2-7351062D9252}" type="presOf" srcId="{A59CC7A5-D768-46BB-881E-38135F09791D}" destId="{A09CE610-2605-4F96-9146-10F4BDC12089}" srcOrd="0" destOrd="0" presId="urn:microsoft.com/office/officeart/2005/8/layout/pList1"/>
    <dgm:cxn modelId="{DEB80D80-F589-435F-8E52-CA70F3DF82EC}" type="presParOf" srcId="{A09CE610-2605-4F96-9146-10F4BDC12089}" destId="{BA14BA05-080A-407D-B214-E01CDF501204}" srcOrd="0" destOrd="0" presId="urn:microsoft.com/office/officeart/2005/8/layout/pList1"/>
    <dgm:cxn modelId="{1EFAA57C-C4FA-41BE-924B-BD2B1AE4EE50}" type="presParOf" srcId="{BA14BA05-080A-407D-B214-E01CDF501204}" destId="{7032BB5A-2D8A-4300-838D-C47B2F2E4BA7}" srcOrd="0" destOrd="0" presId="urn:microsoft.com/office/officeart/2005/8/layout/pList1"/>
    <dgm:cxn modelId="{AB1A2F32-08FD-43C7-9C68-B38192DD4BBA}" type="presParOf" srcId="{BA14BA05-080A-407D-B214-E01CDF501204}" destId="{01781F16-0C2D-4586-8AFB-F87900D9A657}" srcOrd="1" destOrd="0" presId="urn:microsoft.com/office/officeart/2005/8/layout/pList1"/>
    <dgm:cxn modelId="{FF09DF6B-EFC0-4E58-810C-154A35D0A21A}" type="presParOf" srcId="{A09CE610-2605-4F96-9146-10F4BDC12089}" destId="{2C402089-8E84-4972-BD95-0ECFA8C7CDD0}" srcOrd="1" destOrd="0" presId="urn:microsoft.com/office/officeart/2005/8/layout/pList1"/>
    <dgm:cxn modelId="{66B40D53-1DF6-4753-80B4-FAC3F82B9046}" type="presParOf" srcId="{A09CE610-2605-4F96-9146-10F4BDC12089}" destId="{55A9F854-E901-4D34-8982-91E3434C47A0}" srcOrd="2" destOrd="0" presId="urn:microsoft.com/office/officeart/2005/8/layout/pList1"/>
    <dgm:cxn modelId="{FBF20499-73BB-4B33-A13B-5600E9B1CFE8}" type="presParOf" srcId="{55A9F854-E901-4D34-8982-91E3434C47A0}" destId="{E57FDBEA-07CD-4EE0-B9F6-B3513C800D23}" srcOrd="0" destOrd="0" presId="urn:microsoft.com/office/officeart/2005/8/layout/pList1"/>
    <dgm:cxn modelId="{476D9C86-D72E-442D-A217-49D4DE1CEE35}" type="presParOf" srcId="{55A9F854-E901-4D34-8982-91E3434C47A0}" destId="{5A2326FB-9C5F-4C93-94B6-3F68487EE15B}" srcOrd="1" destOrd="0" presId="urn:microsoft.com/office/officeart/2005/8/layout/pList1"/>
    <dgm:cxn modelId="{2BC41412-C7FC-4C4C-8A8E-FF3B9FB3330D}" type="presParOf" srcId="{A09CE610-2605-4F96-9146-10F4BDC12089}" destId="{FBB6A2C1-ABDE-4364-BDF9-6EBC88D5F2AF}" srcOrd="3" destOrd="0" presId="urn:microsoft.com/office/officeart/2005/8/layout/pList1"/>
    <dgm:cxn modelId="{27711C6D-6B9B-4C9C-92C6-67AFB4CD0498}" type="presParOf" srcId="{A09CE610-2605-4F96-9146-10F4BDC12089}" destId="{5600010E-AFAD-4192-9F26-4CA4FBF925C4}" srcOrd="4" destOrd="0" presId="urn:microsoft.com/office/officeart/2005/8/layout/pList1"/>
    <dgm:cxn modelId="{22283B7E-98F7-4F81-87EC-507CEB50333D}" type="presParOf" srcId="{5600010E-AFAD-4192-9F26-4CA4FBF925C4}" destId="{48E9D8B7-C615-4785-9984-18582DDB6C31}" srcOrd="0" destOrd="0" presId="urn:microsoft.com/office/officeart/2005/8/layout/pList1"/>
    <dgm:cxn modelId="{74638D9A-D647-4BBD-A2E1-AEE5BAA8F0D1}" type="presParOf" srcId="{5600010E-AFAD-4192-9F26-4CA4FBF925C4}" destId="{D267D666-2C35-4EC6-8B1E-910B727C725A}" srcOrd="1" destOrd="0" presId="urn:microsoft.com/office/officeart/2005/8/layout/pList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E3B3DE9-9986-4CF9-BD2A-7EE019AE550F}">
      <dsp:nvSpPr>
        <dsp:cNvPr id="0" name=""/>
        <dsp:cNvSpPr/>
      </dsp:nvSpPr>
      <dsp:spPr>
        <a:xfrm>
          <a:off x="286024" y="714189"/>
          <a:ext cx="694029" cy="34332"/>
        </a:xfrm>
        <a:prstGeom prst="rect">
          <a:avLst/>
        </a:prstGeom>
        <a:solidFill>
          <a:schemeClr val="accent1">
            <a:shade val="8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FC7AB3E-E33E-41A8-8E53-0F5D4B0FD2B6}">
      <dsp:nvSpPr>
        <dsp:cNvPr id="0" name=""/>
        <dsp:cNvSpPr/>
      </dsp:nvSpPr>
      <dsp:spPr>
        <a:xfrm>
          <a:off x="286024" y="951656"/>
          <a:ext cx="3154680" cy="6380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90000"/>
            </a:lnSpc>
            <a:spcBef>
              <a:spcPct val="0"/>
            </a:spcBef>
            <a:spcAft>
              <a:spcPct val="35000"/>
            </a:spcAft>
            <a:buNone/>
            <a:defRPr b="1"/>
          </a:pPr>
          <a:r>
            <a:rPr lang="en-GB" sz="1800" kern="1200" dirty="0"/>
            <a:t>Overview</a:t>
          </a:r>
        </a:p>
      </dsp:txBody>
      <dsp:txXfrm>
        <a:off x="286024" y="951656"/>
        <a:ext cx="3154680" cy="638013"/>
      </dsp:txXfrm>
    </dsp:sp>
    <dsp:sp modelId="{C941D104-F19D-4F79-BECB-6E0F02117D51}">
      <dsp:nvSpPr>
        <dsp:cNvPr id="0" name=""/>
        <dsp:cNvSpPr/>
      </dsp:nvSpPr>
      <dsp:spPr>
        <a:xfrm>
          <a:off x="286024" y="1589669"/>
          <a:ext cx="3154680" cy="19855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533400">
            <a:lnSpc>
              <a:spcPct val="90000"/>
            </a:lnSpc>
            <a:spcBef>
              <a:spcPct val="0"/>
            </a:spcBef>
            <a:spcAft>
              <a:spcPct val="35000"/>
            </a:spcAft>
            <a:buNone/>
          </a:pPr>
          <a:r>
            <a:rPr lang="en-GB" sz="1200" b="0" i="0" kern="1200" dirty="0">
              <a:latin typeface="Yu Gothic UI Semilight" panose="020B0400000000000000" pitchFamily="34" charset="-128"/>
              <a:ea typeface="Yu Gothic UI Semilight" panose="020B0400000000000000" pitchFamily="34" charset="-128"/>
            </a:rPr>
            <a:t>The </a:t>
          </a:r>
          <a:r>
            <a:rPr lang="en-GB" sz="1200" b="0" i="0" kern="1200" dirty="0" err="1">
              <a:latin typeface="Yu Gothic UI Semilight" panose="020B0400000000000000" pitchFamily="34" charset="-128"/>
              <a:ea typeface="Yu Gothic UI Semilight" panose="020B0400000000000000" pitchFamily="34" charset="-128"/>
            </a:rPr>
            <a:t>OKCupid</a:t>
          </a:r>
          <a:r>
            <a:rPr lang="en-GB" sz="1200" b="0" i="0" kern="1200" dirty="0">
              <a:latin typeface="Yu Gothic UI Semilight" panose="020B0400000000000000" pitchFamily="34" charset="-128"/>
              <a:ea typeface="Yu Gothic UI Semilight" panose="020B0400000000000000" pitchFamily="34" charset="-128"/>
            </a:rPr>
            <a:t> dataset, </a:t>
          </a:r>
          <a:r>
            <a:rPr lang="en-GB" sz="1100" b="0" i="0" kern="1200" dirty="0">
              <a:latin typeface="Courier New" panose="02070309020205020404" pitchFamily="49" charset="0"/>
              <a:cs typeface="Courier New" panose="02070309020205020404" pitchFamily="49" charset="0"/>
            </a:rPr>
            <a:t>profiles.csv</a:t>
          </a:r>
          <a:r>
            <a:rPr lang="en-GB" sz="1200" b="0" i="0" kern="1200" dirty="0">
              <a:latin typeface="Yu Gothic UI Semilight" panose="020B0400000000000000" pitchFamily="34" charset="-128"/>
              <a:ea typeface="Yu Gothic UI Semilight" panose="020B0400000000000000" pitchFamily="34" charset="-128"/>
            </a:rPr>
            <a:t>,</a:t>
          </a:r>
          <a:r>
            <a:rPr lang="en-GB" sz="1400" b="0" i="0" kern="1200" dirty="0">
              <a:latin typeface="Yu Gothic UI Semilight" panose="020B0400000000000000" pitchFamily="34" charset="-128"/>
              <a:ea typeface="Yu Gothic UI Semilight" panose="020B0400000000000000" pitchFamily="34" charset="-128"/>
            </a:rPr>
            <a:t> </a:t>
          </a:r>
          <a:r>
            <a:rPr lang="en-GB" sz="1200" b="0" i="0" kern="1200" dirty="0">
              <a:latin typeface="Yu Gothic UI Semilight" panose="020B0400000000000000" pitchFamily="34" charset="-128"/>
              <a:ea typeface="Yu Gothic UI Semilight" panose="020B0400000000000000" pitchFamily="34" charset="-128"/>
            </a:rPr>
            <a:t>contained over 59,946 rows of user data. Most features were short answers to multiple-choice questions, while some were unrestricted </a:t>
          </a:r>
          <a:r>
            <a:rPr lang="en-GB" sz="1200" b="1" i="0" kern="1200" dirty="0">
              <a:latin typeface="Yu Gothic UI Semilight" panose="020B0400000000000000" pitchFamily="34" charset="-128"/>
              <a:ea typeface="Yu Gothic UI Semilight" panose="020B0400000000000000" pitchFamily="34" charset="-128"/>
            </a:rPr>
            <a:t>essay</a:t>
          </a:r>
          <a:r>
            <a:rPr lang="en-GB" sz="1200" b="0" i="0" kern="1200" dirty="0">
              <a:latin typeface="Yu Gothic UI Semilight" panose="020B0400000000000000" pitchFamily="34" charset="-128"/>
              <a:ea typeface="Yu Gothic UI Semilight" panose="020B0400000000000000" pitchFamily="34" charset="-128"/>
            </a:rPr>
            <a:t> responses. As the </a:t>
          </a:r>
          <a:r>
            <a:rPr lang="en-GB" sz="1200" b="1" i="0" kern="1200" dirty="0">
              <a:latin typeface="Yu Gothic UI Semilight" panose="020B0400000000000000" pitchFamily="34" charset="-128"/>
              <a:ea typeface="Yu Gothic UI Semilight" panose="020B0400000000000000" pitchFamily="34" charset="-128"/>
            </a:rPr>
            <a:t>essay</a:t>
          </a:r>
          <a:r>
            <a:rPr lang="en-GB" sz="1200" b="0" i="0" kern="1200" dirty="0">
              <a:latin typeface="Yu Gothic UI Semilight" panose="020B0400000000000000" pitchFamily="34" charset="-128"/>
              <a:ea typeface="Yu Gothic UI Semilight" panose="020B0400000000000000" pitchFamily="34" charset="-128"/>
            </a:rPr>
            <a:t> questions were open-ended, they were not relevant to the project goals.</a:t>
          </a:r>
          <a:endParaRPr lang="en-GB" sz="1200" kern="1200" dirty="0">
            <a:latin typeface="Yu Gothic UI Semilight" panose="020B0400000000000000" pitchFamily="34" charset="-128"/>
            <a:ea typeface="Yu Gothic UI Semilight" panose="020B0400000000000000" pitchFamily="34" charset="-128"/>
          </a:endParaRPr>
        </a:p>
      </dsp:txBody>
      <dsp:txXfrm>
        <a:off x="286024" y="1589669"/>
        <a:ext cx="3154680" cy="1985566"/>
      </dsp:txXfrm>
    </dsp:sp>
    <dsp:sp modelId="{C10799AD-B342-4043-9539-303F3880E6B3}">
      <dsp:nvSpPr>
        <dsp:cNvPr id="0" name=""/>
        <dsp:cNvSpPr/>
      </dsp:nvSpPr>
      <dsp:spPr>
        <a:xfrm>
          <a:off x="3680460" y="714189"/>
          <a:ext cx="694029" cy="34332"/>
        </a:xfrm>
        <a:prstGeom prst="rect">
          <a:avLst/>
        </a:prstGeom>
        <a:solidFill>
          <a:schemeClr val="accent1">
            <a:shade val="8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1290FA1-DECB-491E-A978-4A5D42FAC6F8}">
      <dsp:nvSpPr>
        <dsp:cNvPr id="0" name=""/>
        <dsp:cNvSpPr/>
      </dsp:nvSpPr>
      <dsp:spPr>
        <a:xfrm>
          <a:off x="3680460" y="951656"/>
          <a:ext cx="3154680" cy="6380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90000"/>
            </a:lnSpc>
            <a:spcBef>
              <a:spcPct val="0"/>
            </a:spcBef>
            <a:spcAft>
              <a:spcPct val="35000"/>
            </a:spcAft>
            <a:buNone/>
            <a:defRPr b="1"/>
          </a:pPr>
          <a:r>
            <a:rPr lang="en-GB" sz="1800" kern="1200" dirty="0"/>
            <a:t>Details</a:t>
          </a:r>
        </a:p>
      </dsp:txBody>
      <dsp:txXfrm>
        <a:off x="3680460" y="951656"/>
        <a:ext cx="3154680" cy="638013"/>
      </dsp:txXfrm>
    </dsp:sp>
    <dsp:sp modelId="{A2E6A667-C4F5-4489-8AB4-8791A31ACB42}">
      <dsp:nvSpPr>
        <dsp:cNvPr id="0" name=""/>
        <dsp:cNvSpPr/>
      </dsp:nvSpPr>
      <dsp:spPr>
        <a:xfrm>
          <a:off x="3680460" y="1589669"/>
          <a:ext cx="3154680" cy="19855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533400">
            <a:lnSpc>
              <a:spcPct val="90000"/>
            </a:lnSpc>
            <a:spcBef>
              <a:spcPct val="0"/>
            </a:spcBef>
            <a:spcAft>
              <a:spcPct val="35000"/>
            </a:spcAft>
            <a:buNone/>
          </a:pPr>
          <a:r>
            <a:rPr lang="en-GB" sz="1200" kern="1200" dirty="0">
              <a:latin typeface="Yu Gothic UI Semilight" panose="020B0400000000000000" pitchFamily="34" charset="-128"/>
              <a:ea typeface="Yu Gothic UI Semilight" panose="020B0400000000000000" pitchFamily="34" charset="-128"/>
            </a:rPr>
            <a:t>Using the Python </a:t>
          </a:r>
          <a:r>
            <a:rPr lang="en-GB" sz="1200" kern="1200" dirty="0">
              <a:latin typeface="Courier New" panose="02070309020205020404" pitchFamily="49" charset="0"/>
              <a:cs typeface="Courier New" panose="02070309020205020404" pitchFamily="49" charset="0"/>
            </a:rPr>
            <a:t>pandas</a:t>
          </a:r>
          <a:r>
            <a:rPr lang="en-GB" sz="1400" kern="1200" dirty="0"/>
            <a:t> </a:t>
          </a:r>
          <a:r>
            <a:rPr lang="en-GB" sz="1200" kern="1200" dirty="0">
              <a:latin typeface="Yu Gothic UI Semilight" panose="020B0400000000000000" pitchFamily="34" charset="-128"/>
              <a:ea typeface="Yu Gothic UI Semilight" panose="020B0400000000000000" pitchFamily="34" charset="-128"/>
            </a:rPr>
            <a:t>library, we imported the dataset into a </a:t>
          </a:r>
          <a:r>
            <a:rPr lang="en-GB" sz="1200" kern="1200" dirty="0" err="1">
              <a:latin typeface="Yu Gothic UI Semilight" panose="020B0400000000000000" pitchFamily="34" charset="-128"/>
              <a:ea typeface="Yu Gothic UI Semilight" panose="020B0400000000000000" pitchFamily="34" charset="-128"/>
            </a:rPr>
            <a:t>DataFrame</a:t>
          </a:r>
          <a:r>
            <a:rPr lang="en-GB" sz="1200" kern="1200" dirty="0">
              <a:latin typeface="Yu Gothic UI Semilight" panose="020B0400000000000000" pitchFamily="34" charset="-128"/>
              <a:ea typeface="Yu Gothic UI Semilight" panose="020B0400000000000000" pitchFamily="34" charset="-128"/>
            </a:rPr>
            <a:t> called</a:t>
          </a:r>
          <a:r>
            <a:rPr lang="en-GB" sz="1400" kern="1200" dirty="0">
              <a:latin typeface="Yu Gothic UI Semilight" panose="020B0400000000000000" pitchFamily="34" charset="-128"/>
              <a:ea typeface="Yu Gothic UI Semilight" panose="020B0400000000000000" pitchFamily="34" charset="-128"/>
            </a:rPr>
            <a:t> </a:t>
          </a:r>
          <a:r>
            <a:rPr lang="en-GB" sz="1200" kern="1200" dirty="0">
              <a:latin typeface="Courier New" panose="02070309020205020404" pitchFamily="49" charset="0"/>
              <a:cs typeface="Courier New" panose="02070309020205020404" pitchFamily="49" charset="0"/>
            </a:rPr>
            <a:t>profiles</a:t>
          </a:r>
          <a:r>
            <a:rPr lang="en-GB" sz="1400" kern="1200" dirty="0">
              <a:latin typeface="Yu Gothic UI Semilight" panose="020B0400000000000000" pitchFamily="34" charset="-128"/>
              <a:ea typeface="Yu Gothic UI Semilight" panose="020B0400000000000000" pitchFamily="34" charset="-128"/>
            </a:rPr>
            <a:t>. </a:t>
          </a:r>
          <a:r>
            <a:rPr lang="en-GB" sz="1200" kern="1200" dirty="0">
              <a:latin typeface="Yu Gothic UI Semilight" panose="020B0400000000000000" pitchFamily="34" charset="-128"/>
              <a:ea typeface="Yu Gothic UI Semilight" panose="020B0400000000000000" pitchFamily="34" charset="-128"/>
            </a:rPr>
            <a:t>This </a:t>
          </a:r>
          <a:r>
            <a:rPr lang="en-GB" sz="1200" kern="1200" dirty="0" err="1">
              <a:latin typeface="Yu Gothic UI Semilight" panose="020B0400000000000000" pitchFamily="34" charset="-128"/>
              <a:ea typeface="Yu Gothic UI Semilight" panose="020B0400000000000000" pitchFamily="34" charset="-128"/>
            </a:rPr>
            <a:t>DataFrame</a:t>
          </a:r>
          <a:r>
            <a:rPr lang="en-GB" sz="1200" kern="1200" dirty="0">
              <a:latin typeface="Yu Gothic UI Semilight" panose="020B0400000000000000" pitchFamily="34" charset="-128"/>
              <a:ea typeface="Yu Gothic UI Semilight" panose="020B0400000000000000" pitchFamily="34" charset="-128"/>
            </a:rPr>
            <a:t> had 31 columns, which included numeric data, such as </a:t>
          </a:r>
          <a:r>
            <a:rPr lang="en-GB" sz="1200" b="1" kern="1200" dirty="0">
              <a:latin typeface="Yu Gothic UI Semilight" panose="020B0400000000000000" pitchFamily="34" charset="-128"/>
              <a:ea typeface="Yu Gothic UI Semilight" panose="020B0400000000000000" pitchFamily="34" charset="-128"/>
            </a:rPr>
            <a:t>income</a:t>
          </a:r>
          <a:r>
            <a:rPr lang="en-GB" sz="1200" kern="1200" dirty="0">
              <a:latin typeface="Yu Gothic UI Semilight" panose="020B0400000000000000" pitchFamily="34" charset="-128"/>
              <a:ea typeface="Yu Gothic UI Semilight" panose="020B0400000000000000" pitchFamily="34" charset="-128"/>
            </a:rPr>
            <a:t> and </a:t>
          </a:r>
          <a:r>
            <a:rPr lang="en-GB" sz="1200" b="1" kern="1200" dirty="0">
              <a:latin typeface="Yu Gothic UI Semilight" panose="020B0400000000000000" pitchFamily="34" charset="-128"/>
              <a:ea typeface="Yu Gothic UI Semilight" panose="020B0400000000000000" pitchFamily="34" charset="-128"/>
            </a:rPr>
            <a:t>age</a:t>
          </a:r>
          <a:r>
            <a:rPr lang="en-GB" sz="1200" kern="1200" dirty="0">
              <a:latin typeface="Yu Gothic UI Semilight" panose="020B0400000000000000" pitchFamily="34" charset="-128"/>
              <a:ea typeface="Yu Gothic UI Semilight" panose="020B0400000000000000" pitchFamily="34" charset="-128"/>
            </a:rPr>
            <a:t>, and categorical data, such as </a:t>
          </a:r>
          <a:r>
            <a:rPr lang="en-GB" sz="1200" b="1" kern="1200" dirty="0">
              <a:latin typeface="Yu Gothic UI Semilight" panose="020B0400000000000000" pitchFamily="34" charset="-128"/>
              <a:ea typeface="Yu Gothic UI Semilight" panose="020B0400000000000000" pitchFamily="34" charset="-128"/>
            </a:rPr>
            <a:t>diet</a:t>
          </a:r>
          <a:r>
            <a:rPr lang="en-GB" sz="1200" kern="1200" dirty="0">
              <a:latin typeface="Yu Gothic UI Semilight" panose="020B0400000000000000" pitchFamily="34" charset="-128"/>
              <a:ea typeface="Yu Gothic UI Semilight" panose="020B0400000000000000" pitchFamily="34" charset="-128"/>
            </a:rPr>
            <a:t>, </a:t>
          </a:r>
          <a:r>
            <a:rPr lang="en-GB" sz="1200" b="1" kern="1200" dirty="0">
              <a:latin typeface="Yu Gothic UI Semilight" panose="020B0400000000000000" pitchFamily="34" charset="-128"/>
              <a:ea typeface="Yu Gothic UI Semilight" panose="020B0400000000000000" pitchFamily="34" charset="-128"/>
            </a:rPr>
            <a:t>religion</a:t>
          </a:r>
          <a:r>
            <a:rPr lang="en-GB" sz="1200" kern="1200" dirty="0">
              <a:latin typeface="Yu Gothic UI Semilight" panose="020B0400000000000000" pitchFamily="34" charset="-128"/>
              <a:ea typeface="Yu Gothic UI Semilight" panose="020B0400000000000000" pitchFamily="34" charset="-128"/>
            </a:rPr>
            <a:t>, </a:t>
          </a:r>
          <a:r>
            <a:rPr lang="en-GB" sz="1200" b="1" kern="1200" dirty="0">
              <a:latin typeface="Yu Gothic UI Semilight" panose="020B0400000000000000" pitchFamily="34" charset="-128"/>
              <a:ea typeface="Yu Gothic UI Semilight" panose="020B0400000000000000" pitchFamily="34" charset="-128"/>
            </a:rPr>
            <a:t>smoker</a:t>
          </a:r>
          <a:r>
            <a:rPr lang="en-GB" sz="1200" kern="1200" dirty="0">
              <a:latin typeface="Yu Gothic UI Semilight" panose="020B0400000000000000" pitchFamily="34" charset="-128"/>
              <a:ea typeface="Yu Gothic UI Semilight" panose="020B0400000000000000" pitchFamily="34" charset="-128"/>
            </a:rPr>
            <a:t> status, and zodiac </a:t>
          </a:r>
          <a:r>
            <a:rPr lang="en-GB" sz="1200" b="1" kern="1200" dirty="0">
              <a:latin typeface="Yu Gothic UI Semilight" panose="020B0400000000000000" pitchFamily="34" charset="-128"/>
              <a:ea typeface="Yu Gothic UI Semilight" panose="020B0400000000000000" pitchFamily="34" charset="-128"/>
            </a:rPr>
            <a:t>sign</a:t>
          </a:r>
          <a:r>
            <a:rPr lang="en-GB" sz="1200" kern="1200" dirty="0">
              <a:latin typeface="Yu Gothic UI Semilight" panose="020B0400000000000000" pitchFamily="34" charset="-128"/>
              <a:ea typeface="Yu Gothic UI Semilight" panose="020B0400000000000000" pitchFamily="34" charset="-128"/>
            </a:rPr>
            <a:t>.</a:t>
          </a:r>
          <a:endParaRPr lang="en-GB" sz="1400" kern="1200" dirty="0">
            <a:latin typeface="Yu Gothic UI Semilight" panose="020B0400000000000000" pitchFamily="34" charset="-128"/>
            <a:ea typeface="Yu Gothic UI Semilight" panose="020B0400000000000000" pitchFamily="34" charset="-128"/>
          </a:endParaRPr>
        </a:p>
      </dsp:txBody>
      <dsp:txXfrm>
        <a:off x="3680460" y="1589669"/>
        <a:ext cx="3154680" cy="1985566"/>
      </dsp:txXfrm>
    </dsp:sp>
    <dsp:sp modelId="{74C0B1B6-AD43-4A09-AED3-C9E5DEF4C7A9}">
      <dsp:nvSpPr>
        <dsp:cNvPr id="0" name=""/>
        <dsp:cNvSpPr/>
      </dsp:nvSpPr>
      <dsp:spPr>
        <a:xfrm>
          <a:off x="7074895" y="714189"/>
          <a:ext cx="694029" cy="34332"/>
        </a:xfrm>
        <a:prstGeom prst="rect">
          <a:avLst/>
        </a:prstGeom>
        <a:solidFill>
          <a:schemeClr val="accent1">
            <a:shade val="8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9A4B3A6-53AE-4919-A589-F48A8820CACF}">
      <dsp:nvSpPr>
        <dsp:cNvPr id="0" name=""/>
        <dsp:cNvSpPr/>
      </dsp:nvSpPr>
      <dsp:spPr>
        <a:xfrm>
          <a:off x="7074895" y="951656"/>
          <a:ext cx="3154680" cy="6380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90000"/>
            </a:lnSpc>
            <a:spcBef>
              <a:spcPct val="0"/>
            </a:spcBef>
            <a:spcAft>
              <a:spcPct val="35000"/>
            </a:spcAft>
            <a:buNone/>
            <a:defRPr b="1"/>
          </a:pPr>
          <a:r>
            <a:rPr lang="en-GB" sz="1800" kern="1200" dirty="0"/>
            <a:t>Obstacles</a:t>
          </a:r>
        </a:p>
      </dsp:txBody>
      <dsp:txXfrm>
        <a:off x="7074895" y="951656"/>
        <a:ext cx="3154680" cy="638013"/>
      </dsp:txXfrm>
    </dsp:sp>
    <dsp:sp modelId="{E55A895E-BE01-4E48-B5E0-4A42D74DA1C1}">
      <dsp:nvSpPr>
        <dsp:cNvPr id="0" name=""/>
        <dsp:cNvSpPr/>
      </dsp:nvSpPr>
      <dsp:spPr>
        <a:xfrm>
          <a:off x="7074895" y="1589669"/>
          <a:ext cx="3154680" cy="19855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533400">
            <a:lnSpc>
              <a:spcPct val="90000"/>
            </a:lnSpc>
            <a:spcBef>
              <a:spcPct val="0"/>
            </a:spcBef>
            <a:spcAft>
              <a:spcPct val="35000"/>
            </a:spcAft>
            <a:buNone/>
          </a:pPr>
          <a:r>
            <a:rPr lang="en-GB" sz="1200" kern="1200" dirty="0">
              <a:latin typeface="Yu Gothic UI Semilight" panose="020B0400000000000000" pitchFamily="34" charset="-128"/>
              <a:ea typeface="Yu Gothic UI Semilight" panose="020B0400000000000000" pitchFamily="34" charset="-128"/>
            </a:rPr>
            <a:t>Many of the features contained missing rows of data. Some features, such as the </a:t>
          </a:r>
          <a:r>
            <a:rPr lang="en-GB" sz="1200" b="1" i="0" kern="1200" dirty="0">
              <a:latin typeface="Yu Gothic UI Semilight" panose="020B0400000000000000" pitchFamily="34" charset="-128"/>
              <a:ea typeface="Yu Gothic UI Semilight" panose="020B0400000000000000" pitchFamily="34" charset="-128"/>
            </a:rPr>
            <a:t>diet</a:t>
          </a:r>
          <a:r>
            <a:rPr lang="en-GB" sz="1200" b="0" i="0" kern="1200" dirty="0">
              <a:latin typeface="Yu Gothic UI Semilight" panose="020B0400000000000000" pitchFamily="34" charset="-128"/>
              <a:ea typeface="Yu Gothic UI Semilight" panose="020B0400000000000000" pitchFamily="34" charset="-128"/>
            </a:rPr>
            <a:t>, </a:t>
          </a:r>
          <a:r>
            <a:rPr lang="en-GB" sz="1200" b="1" i="0" kern="1200" dirty="0">
              <a:latin typeface="Yu Gothic UI Semilight" panose="020B0400000000000000" pitchFamily="34" charset="-128"/>
              <a:ea typeface="Yu Gothic UI Semilight" panose="020B0400000000000000" pitchFamily="34" charset="-128"/>
            </a:rPr>
            <a:t>offspring</a:t>
          </a:r>
          <a:r>
            <a:rPr lang="en-GB" sz="1200" b="0" i="0" kern="1200" dirty="0">
              <a:latin typeface="Yu Gothic UI Semilight" panose="020B0400000000000000" pitchFamily="34" charset="-128"/>
              <a:ea typeface="Yu Gothic UI Semilight" panose="020B0400000000000000" pitchFamily="34" charset="-128"/>
            </a:rPr>
            <a:t> and </a:t>
          </a:r>
          <a:r>
            <a:rPr lang="en-GB" sz="1200" b="1" i="0" kern="1200" dirty="0">
              <a:latin typeface="Yu Gothic UI Semilight" panose="020B0400000000000000" pitchFamily="34" charset="-128"/>
              <a:ea typeface="Yu Gothic UI Semilight" panose="020B0400000000000000" pitchFamily="34" charset="-128"/>
            </a:rPr>
            <a:t>religion</a:t>
          </a:r>
          <a:r>
            <a:rPr lang="en-GB" sz="1200" b="0" i="0" kern="1200" dirty="0">
              <a:latin typeface="Yu Gothic UI Semilight" panose="020B0400000000000000" pitchFamily="34" charset="-128"/>
              <a:ea typeface="Yu Gothic UI Semilight" panose="020B0400000000000000" pitchFamily="34" charset="-128"/>
            </a:rPr>
            <a:t> columns, had many missing entries, possibly due to the sensitivity of the topics. The </a:t>
          </a:r>
          <a:r>
            <a:rPr lang="en-GB" sz="1200" b="1" i="0" kern="1200" dirty="0">
              <a:latin typeface="Yu Gothic UI Semilight" panose="020B0400000000000000" pitchFamily="34" charset="-128"/>
              <a:ea typeface="Yu Gothic UI Semilight" panose="020B0400000000000000" pitchFamily="34" charset="-128"/>
            </a:rPr>
            <a:t>age</a:t>
          </a:r>
          <a:r>
            <a:rPr lang="en-GB" sz="1200" b="0" i="0" kern="1200" dirty="0">
              <a:latin typeface="Yu Gothic UI Semilight" panose="020B0400000000000000" pitchFamily="34" charset="-128"/>
              <a:ea typeface="Yu Gothic UI Semilight" panose="020B0400000000000000" pitchFamily="34" charset="-128"/>
            </a:rPr>
            <a:t> and </a:t>
          </a:r>
          <a:r>
            <a:rPr lang="en-GB" sz="1200" b="1" i="0" kern="1200" dirty="0">
              <a:latin typeface="Yu Gothic UI Semilight" panose="020B0400000000000000" pitchFamily="34" charset="-128"/>
              <a:ea typeface="Yu Gothic UI Semilight" panose="020B0400000000000000" pitchFamily="34" charset="-128"/>
            </a:rPr>
            <a:t>height</a:t>
          </a:r>
          <a:r>
            <a:rPr lang="en-GB" sz="1200" b="0" i="0" kern="1200" dirty="0">
              <a:latin typeface="Yu Gothic UI Semilight" panose="020B0400000000000000" pitchFamily="34" charset="-128"/>
              <a:ea typeface="Yu Gothic UI Semilight" panose="020B0400000000000000" pitchFamily="34" charset="-128"/>
            </a:rPr>
            <a:t> columns also contained some outliers unlikely to be correct entries. </a:t>
          </a:r>
          <a:endParaRPr lang="en-GB" sz="1200" kern="1200" dirty="0">
            <a:latin typeface="Yu Gothic UI Semilight" panose="020B0400000000000000" pitchFamily="34" charset="-128"/>
            <a:ea typeface="Yu Gothic UI Semilight" panose="020B0400000000000000" pitchFamily="34" charset="-128"/>
          </a:endParaRPr>
        </a:p>
      </dsp:txBody>
      <dsp:txXfrm>
        <a:off x="7074895" y="1589669"/>
        <a:ext cx="3154680" cy="198556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1CC66D-F365-4C6C-8796-5EEA587FC234}">
      <dsp:nvSpPr>
        <dsp:cNvPr id="0" name=""/>
        <dsp:cNvSpPr/>
      </dsp:nvSpPr>
      <dsp:spPr>
        <a:xfrm>
          <a:off x="600" y="233219"/>
          <a:ext cx="2342447" cy="1405468"/>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b="1" kern="1200" dirty="0"/>
            <a:t>Age:</a:t>
          </a:r>
          <a:r>
            <a:rPr lang="en-GB" sz="1200" kern="1200" dirty="0"/>
            <a:t> Most users are in their late 20s to early 30s, with a mean age of about 32 years.</a:t>
          </a:r>
          <a:endParaRPr lang="en-US" sz="1200" kern="1200" dirty="0"/>
        </a:p>
      </dsp:txBody>
      <dsp:txXfrm>
        <a:off x="600" y="233219"/>
        <a:ext cx="2342447" cy="1405468"/>
      </dsp:txXfrm>
    </dsp:sp>
    <dsp:sp modelId="{4C0B00DE-EEF7-4A71-9046-D3F50C318FBE}">
      <dsp:nvSpPr>
        <dsp:cNvPr id="0" name=""/>
        <dsp:cNvSpPr/>
      </dsp:nvSpPr>
      <dsp:spPr>
        <a:xfrm>
          <a:off x="2577293" y="233219"/>
          <a:ext cx="2342447" cy="1405468"/>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b="1" kern="1200"/>
            <a:t>Gender:</a:t>
          </a:r>
          <a:r>
            <a:rPr lang="en-GB" sz="1200" kern="1200"/>
            <a:t> There are more men than women in the dataset.</a:t>
          </a:r>
          <a:endParaRPr lang="en-US" sz="1200" kern="1200"/>
        </a:p>
      </dsp:txBody>
      <dsp:txXfrm>
        <a:off x="2577293" y="233219"/>
        <a:ext cx="2342447" cy="1405468"/>
      </dsp:txXfrm>
    </dsp:sp>
    <dsp:sp modelId="{533D7804-1771-4E33-93BA-61445D8301E1}">
      <dsp:nvSpPr>
        <dsp:cNvPr id="0" name=""/>
        <dsp:cNvSpPr/>
      </dsp:nvSpPr>
      <dsp:spPr>
        <a:xfrm>
          <a:off x="600" y="1872932"/>
          <a:ext cx="2342447" cy="1405468"/>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b="1" kern="1200" dirty="0"/>
            <a:t>Religion, Job, and Zodiac:</a:t>
          </a:r>
          <a:r>
            <a:rPr lang="en-GB" sz="1200" kern="1200" dirty="0"/>
            <a:t> There is a wide range of religions and job roles among users in the dataset, with unequal distributions. Zodiac signs are relatively equally distributed.</a:t>
          </a:r>
          <a:endParaRPr lang="en-US" sz="1200" kern="1200" dirty="0"/>
        </a:p>
      </dsp:txBody>
      <dsp:txXfrm>
        <a:off x="600" y="1872932"/>
        <a:ext cx="2342447" cy="1405468"/>
      </dsp:txXfrm>
    </dsp:sp>
    <dsp:sp modelId="{84722377-7139-42AF-B3BD-F9DBB7CE4F95}">
      <dsp:nvSpPr>
        <dsp:cNvPr id="0" name=""/>
        <dsp:cNvSpPr/>
      </dsp:nvSpPr>
      <dsp:spPr>
        <a:xfrm>
          <a:off x="2577293" y="1872932"/>
          <a:ext cx="2342447" cy="1405468"/>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b="1" kern="1200"/>
            <a:t>Pets, Offspring and Orientation:</a:t>
          </a:r>
          <a:r>
            <a:rPr lang="en-GB" sz="1200" kern="1200"/>
            <a:t> Most of the users like both dogs and cats, and most are childless. The majority of users are straight, but other orientations are present.</a:t>
          </a:r>
          <a:endParaRPr lang="en-US" sz="1200" kern="1200"/>
        </a:p>
      </dsp:txBody>
      <dsp:txXfrm>
        <a:off x="2577293" y="1872932"/>
        <a:ext cx="2342447" cy="1405468"/>
      </dsp:txXfrm>
    </dsp:sp>
    <dsp:sp modelId="{A8E33BAF-C742-4161-9B21-93AF8323FC9B}">
      <dsp:nvSpPr>
        <dsp:cNvPr id="0" name=""/>
        <dsp:cNvSpPr/>
      </dsp:nvSpPr>
      <dsp:spPr>
        <a:xfrm>
          <a:off x="600" y="3512646"/>
          <a:ext cx="2342447" cy="1405468"/>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b="1" kern="1200"/>
            <a:t>Status:</a:t>
          </a:r>
          <a:r>
            <a:rPr lang="en-GB" sz="1200" kern="1200"/>
            <a:t> Most of the users are single, but curiously, there are exceptions.</a:t>
          </a:r>
          <a:endParaRPr lang="en-US" sz="1200" kern="1200"/>
        </a:p>
      </dsp:txBody>
      <dsp:txXfrm>
        <a:off x="600" y="3512646"/>
        <a:ext cx="2342447" cy="1405468"/>
      </dsp:txXfrm>
    </dsp:sp>
    <dsp:sp modelId="{CD0016FB-506C-4C54-BEF4-88D589CEFB6D}">
      <dsp:nvSpPr>
        <dsp:cNvPr id="0" name=""/>
        <dsp:cNvSpPr/>
      </dsp:nvSpPr>
      <dsp:spPr>
        <a:xfrm>
          <a:off x="2577293" y="3512646"/>
          <a:ext cx="2342447" cy="1405468"/>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b="1" kern="1200"/>
            <a:t>Smokes:</a:t>
          </a:r>
          <a:r>
            <a:rPr lang="en-GB" sz="1200" kern="1200"/>
            <a:t> Most of the users do not smoke, but there are a range who do smoke conditionally or otherwise.</a:t>
          </a:r>
          <a:endParaRPr lang="en-US" sz="1200" kern="1200"/>
        </a:p>
      </dsp:txBody>
      <dsp:txXfrm>
        <a:off x="2577293" y="3512646"/>
        <a:ext cx="2342447" cy="140546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88B47F-6809-4EC9-9F2F-B45A236E24AF}">
      <dsp:nvSpPr>
        <dsp:cNvPr id="0" name=""/>
        <dsp:cNvSpPr/>
      </dsp:nvSpPr>
      <dsp:spPr>
        <a:xfrm>
          <a:off x="2194974" y="707477"/>
          <a:ext cx="474421" cy="91440"/>
        </a:xfrm>
        <a:custGeom>
          <a:avLst/>
          <a:gdLst/>
          <a:ahLst/>
          <a:cxnLst/>
          <a:rect l="0" t="0" r="0" b="0"/>
          <a:pathLst>
            <a:path>
              <a:moveTo>
                <a:pt x="0" y="45720"/>
              </a:moveTo>
              <a:lnTo>
                <a:pt x="474421"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419559" y="750672"/>
        <a:ext cx="25251" cy="5050"/>
      </dsp:txXfrm>
    </dsp:sp>
    <dsp:sp modelId="{B41DC3FC-9087-4844-ACC8-A8E0F5EBB45C}">
      <dsp:nvSpPr>
        <dsp:cNvPr id="0" name=""/>
        <dsp:cNvSpPr/>
      </dsp:nvSpPr>
      <dsp:spPr>
        <a:xfrm>
          <a:off x="1028" y="94473"/>
          <a:ext cx="2195746" cy="1317447"/>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593" tIns="112938" rIns="107593" bIns="112938" numCol="1" spcCol="1270" anchor="ctr" anchorCtr="0">
          <a:noAutofit/>
        </a:bodyPr>
        <a:lstStyle/>
        <a:p>
          <a:pPr marL="0" lvl="0" indent="0" algn="ctr" defTabSz="933450">
            <a:lnSpc>
              <a:spcPct val="90000"/>
            </a:lnSpc>
            <a:spcBef>
              <a:spcPct val="0"/>
            </a:spcBef>
            <a:spcAft>
              <a:spcPct val="35000"/>
            </a:spcAft>
            <a:buNone/>
          </a:pPr>
          <a:r>
            <a:rPr lang="en-GB" sz="2100" b="1" kern="1200" dirty="0"/>
            <a:t>Data Cleaning</a:t>
          </a:r>
          <a:endParaRPr lang="en-US" sz="2100" kern="1200" dirty="0"/>
        </a:p>
      </dsp:txBody>
      <dsp:txXfrm>
        <a:off x="1028" y="94473"/>
        <a:ext cx="2195746" cy="1317447"/>
      </dsp:txXfrm>
    </dsp:sp>
    <dsp:sp modelId="{D63AE0C0-BF48-4B00-AA99-33664AAB6AD3}">
      <dsp:nvSpPr>
        <dsp:cNvPr id="0" name=""/>
        <dsp:cNvSpPr/>
      </dsp:nvSpPr>
      <dsp:spPr>
        <a:xfrm>
          <a:off x="1098901" y="1410121"/>
          <a:ext cx="2700767" cy="474421"/>
        </a:xfrm>
        <a:custGeom>
          <a:avLst/>
          <a:gdLst/>
          <a:ahLst/>
          <a:cxnLst/>
          <a:rect l="0" t="0" r="0" b="0"/>
          <a:pathLst>
            <a:path>
              <a:moveTo>
                <a:pt x="2700767" y="0"/>
              </a:moveTo>
              <a:lnTo>
                <a:pt x="2700767" y="254310"/>
              </a:lnTo>
              <a:lnTo>
                <a:pt x="0" y="254310"/>
              </a:lnTo>
              <a:lnTo>
                <a:pt x="0" y="474421"/>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380596" y="1644807"/>
        <a:ext cx="137378" cy="5050"/>
      </dsp:txXfrm>
    </dsp:sp>
    <dsp:sp modelId="{D38DB5D4-1E93-4FD2-80D5-196306A30D63}">
      <dsp:nvSpPr>
        <dsp:cNvPr id="0" name=""/>
        <dsp:cNvSpPr/>
      </dsp:nvSpPr>
      <dsp:spPr>
        <a:xfrm>
          <a:off x="2701796" y="94473"/>
          <a:ext cx="2195746" cy="1317447"/>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593" tIns="112938" rIns="107593" bIns="112938" numCol="1" spcCol="1270" anchor="ctr" anchorCtr="0">
          <a:noAutofit/>
        </a:bodyPr>
        <a:lstStyle/>
        <a:p>
          <a:pPr marL="0" lvl="0" indent="0" algn="ctr" defTabSz="933450">
            <a:lnSpc>
              <a:spcPct val="90000"/>
            </a:lnSpc>
            <a:spcBef>
              <a:spcPct val="0"/>
            </a:spcBef>
            <a:spcAft>
              <a:spcPct val="35000"/>
            </a:spcAft>
            <a:buNone/>
          </a:pPr>
          <a:r>
            <a:rPr lang="en-GB" sz="2100" b="1" kern="1200" dirty="0"/>
            <a:t>Feature Selection</a:t>
          </a:r>
          <a:endParaRPr lang="en-US" sz="2100" kern="1200" dirty="0"/>
        </a:p>
      </dsp:txBody>
      <dsp:txXfrm>
        <a:off x="2701796" y="94473"/>
        <a:ext cx="2195746" cy="1317447"/>
      </dsp:txXfrm>
    </dsp:sp>
    <dsp:sp modelId="{D25A71F0-779F-43FD-A24E-F4DAFFD14307}">
      <dsp:nvSpPr>
        <dsp:cNvPr id="0" name=""/>
        <dsp:cNvSpPr/>
      </dsp:nvSpPr>
      <dsp:spPr>
        <a:xfrm>
          <a:off x="2194974" y="2529947"/>
          <a:ext cx="474421" cy="91440"/>
        </a:xfrm>
        <a:custGeom>
          <a:avLst/>
          <a:gdLst/>
          <a:ahLst/>
          <a:cxnLst/>
          <a:rect l="0" t="0" r="0" b="0"/>
          <a:pathLst>
            <a:path>
              <a:moveTo>
                <a:pt x="0" y="45720"/>
              </a:moveTo>
              <a:lnTo>
                <a:pt x="474421"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419559" y="2573141"/>
        <a:ext cx="25251" cy="5050"/>
      </dsp:txXfrm>
    </dsp:sp>
    <dsp:sp modelId="{AB0EE6DA-9B3E-4DC5-9C22-58E1849771A4}">
      <dsp:nvSpPr>
        <dsp:cNvPr id="0" name=""/>
        <dsp:cNvSpPr/>
      </dsp:nvSpPr>
      <dsp:spPr>
        <a:xfrm>
          <a:off x="1028" y="1916943"/>
          <a:ext cx="2195746" cy="1317447"/>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593" tIns="112938" rIns="107593" bIns="112938" numCol="1" spcCol="1270" anchor="ctr" anchorCtr="0">
          <a:noAutofit/>
        </a:bodyPr>
        <a:lstStyle/>
        <a:p>
          <a:pPr marL="0" lvl="0" indent="0" algn="ctr" defTabSz="933450">
            <a:lnSpc>
              <a:spcPct val="90000"/>
            </a:lnSpc>
            <a:spcBef>
              <a:spcPct val="0"/>
            </a:spcBef>
            <a:spcAft>
              <a:spcPct val="35000"/>
            </a:spcAft>
            <a:buNone/>
          </a:pPr>
          <a:r>
            <a:rPr lang="en-GB" sz="2100" b="1" kern="1200" dirty="0"/>
            <a:t>Target Label Encoding</a:t>
          </a:r>
          <a:endParaRPr lang="en-US" sz="2100" kern="1200" dirty="0"/>
        </a:p>
      </dsp:txBody>
      <dsp:txXfrm>
        <a:off x="1028" y="1916943"/>
        <a:ext cx="2195746" cy="1317447"/>
      </dsp:txXfrm>
    </dsp:sp>
    <dsp:sp modelId="{03C70E5C-91DD-4799-A157-53F96611BC2D}">
      <dsp:nvSpPr>
        <dsp:cNvPr id="0" name=""/>
        <dsp:cNvSpPr/>
      </dsp:nvSpPr>
      <dsp:spPr>
        <a:xfrm>
          <a:off x="1098901" y="3232590"/>
          <a:ext cx="2700767" cy="474421"/>
        </a:xfrm>
        <a:custGeom>
          <a:avLst/>
          <a:gdLst/>
          <a:ahLst/>
          <a:cxnLst/>
          <a:rect l="0" t="0" r="0" b="0"/>
          <a:pathLst>
            <a:path>
              <a:moveTo>
                <a:pt x="2700767" y="0"/>
              </a:moveTo>
              <a:lnTo>
                <a:pt x="2700767" y="254310"/>
              </a:lnTo>
              <a:lnTo>
                <a:pt x="0" y="254310"/>
              </a:lnTo>
              <a:lnTo>
                <a:pt x="0" y="474421"/>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380596" y="3467276"/>
        <a:ext cx="137378" cy="5050"/>
      </dsp:txXfrm>
    </dsp:sp>
    <dsp:sp modelId="{A7232C29-23C6-48E1-A0AC-1A1514180F01}">
      <dsp:nvSpPr>
        <dsp:cNvPr id="0" name=""/>
        <dsp:cNvSpPr/>
      </dsp:nvSpPr>
      <dsp:spPr>
        <a:xfrm>
          <a:off x="2701796" y="1916943"/>
          <a:ext cx="2195746" cy="1317447"/>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593" tIns="112938" rIns="107593" bIns="112938" numCol="1" spcCol="1270" anchor="ctr" anchorCtr="0">
          <a:noAutofit/>
        </a:bodyPr>
        <a:lstStyle/>
        <a:p>
          <a:pPr marL="0" lvl="0" indent="0" algn="ctr" defTabSz="933450">
            <a:lnSpc>
              <a:spcPct val="90000"/>
            </a:lnSpc>
            <a:spcBef>
              <a:spcPct val="0"/>
            </a:spcBef>
            <a:spcAft>
              <a:spcPct val="35000"/>
            </a:spcAft>
            <a:buNone/>
          </a:pPr>
          <a:r>
            <a:rPr lang="en-GB" sz="2100" b="1" kern="1200" dirty="0"/>
            <a:t>Train-test Split</a:t>
          </a:r>
          <a:endParaRPr lang="en-US" sz="2100" kern="1200" dirty="0"/>
        </a:p>
      </dsp:txBody>
      <dsp:txXfrm>
        <a:off x="2701796" y="1916943"/>
        <a:ext cx="2195746" cy="1317447"/>
      </dsp:txXfrm>
    </dsp:sp>
    <dsp:sp modelId="{9C7DC8E7-398B-4FDB-BA69-3FF9A1D0B8CC}">
      <dsp:nvSpPr>
        <dsp:cNvPr id="0" name=""/>
        <dsp:cNvSpPr/>
      </dsp:nvSpPr>
      <dsp:spPr>
        <a:xfrm>
          <a:off x="2194974" y="4352416"/>
          <a:ext cx="474421" cy="91440"/>
        </a:xfrm>
        <a:custGeom>
          <a:avLst/>
          <a:gdLst/>
          <a:ahLst/>
          <a:cxnLst/>
          <a:rect l="0" t="0" r="0" b="0"/>
          <a:pathLst>
            <a:path>
              <a:moveTo>
                <a:pt x="0" y="45720"/>
              </a:moveTo>
              <a:lnTo>
                <a:pt x="474421"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419559" y="4395611"/>
        <a:ext cx="25251" cy="5050"/>
      </dsp:txXfrm>
    </dsp:sp>
    <dsp:sp modelId="{05A67DAF-A71F-4859-81D2-8B46DAEF87DF}">
      <dsp:nvSpPr>
        <dsp:cNvPr id="0" name=""/>
        <dsp:cNvSpPr/>
      </dsp:nvSpPr>
      <dsp:spPr>
        <a:xfrm>
          <a:off x="1028" y="3739412"/>
          <a:ext cx="2195746" cy="1317447"/>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593" tIns="112938" rIns="107593" bIns="112938" numCol="1" spcCol="1270" anchor="ctr" anchorCtr="0">
          <a:noAutofit/>
        </a:bodyPr>
        <a:lstStyle/>
        <a:p>
          <a:pPr marL="0" lvl="0" indent="0" algn="ctr" defTabSz="933450">
            <a:lnSpc>
              <a:spcPct val="90000"/>
            </a:lnSpc>
            <a:spcBef>
              <a:spcPct val="0"/>
            </a:spcBef>
            <a:spcAft>
              <a:spcPct val="35000"/>
            </a:spcAft>
            <a:buNone/>
          </a:pPr>
          <a:r>
            <a:rPr lang="en-GB" sz="2100" b="1" kern="1200" dirty="0"/>
            <a:t>One-Hot Encoding</a:t>
          </a:r>
          <a:endParaRPr lang="en-US" sz="2100" kern="1200" dirty="0"/>
        </a:p>
      </dsp:txBody>
      <dsp:txXfrm>
        <a:off x="1028" y="3739412"/>
        <a:ext cx="2195746" cy="1317447"/>
      </dsp:txXfrm>
    </dsp:sp>
    <dsp:sp modelId="{9A4D1993-14FE-4C5A-AA89-CCD30F66B17B}">
      <dsp:nvSpPr>
        <dsp:cNvPr id="0" name=""/>
        <dsp:cNvSpPr/>
      </dsp:nvSpPr>
      <dsp:spPr>
        <a:xfrm>
          <a:off x="2701796" y="3739412"/>
          <a:ext cx="2195746" cy="1317447"/>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593" tIns="112938" rIns="107593" bIns="112938" numCol="1" spcCol="1270" anchor="ctr" anchorCtr="0">
          <a:noAutofit/>
        </a:bodyPr>
        <a:lstStyle/>
        <a:p>
          <a:pPr marL="0" lvl="0" indent="0" algn="ctr" defTabSz="933450">
            <a:lnSpc>
              <a:spcPct val="90000"/>
            </a:lnSpc>
            <a:spcBef>
              <a:spcPct val="0"/>
            </a:spcBef>
            <a:spcAft>
              <a:spcPct val="35000"/>
            </a:spcAft>
            <a:buNone/>
          </a:pPr>
          <a:r>
            <a:rPr lang="en-GB" sz="2100" b="1" kern="1200" dirty="0"/>
            <a:t>Standardisation</a:t>
          </a:r>
          <a:endParaRPr lang="en-US" sz="2100" kern="1200" dirty="0"/>
        </a:p>
      </dsp:txBody>
      <dsp:txXfrm>
        <a:off x="2701796" y="3739412"/>
        <a:ext cx="2195746" cy="131744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AC899EE-E8E7-4206-B1F4-44A9BA820D9E}">
      <dsp:nvSpPr>
        <dsp:cNvPr id="0" name=""/>
        <dsp:cNvSpPr/>
      </dsp:nvSpPr>
      <dsp:spPr>
        <a:xfrm>
          <a:off x="0" y="314866"/>
          <a:ext cx="4997631" cy="2368800"/>
        </a:xfrm>
        <a:prstGeom prst="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7872" tIns="333248" rIns="387872" bIns="113792" numCol="1" spcCol="1270" anchor="t" anchorCtr="0">
          <a:noAutofit/>
        </a:bodyPr>
        <a:lstStyle/>
        <a:p>
          <a:pPr marL="171450" lvl="1" indent="-171450" algn="l" defTabSz="711200">
            <a:lnSpc>
              <a:spcPct val="90000"/>
            </a:lnSpc>
            <a:spcBef>
              <a:spcPct val="0"/>
            </a:spcBef>
            <a:spcAft>
              <a:spcPct val="15000"/>
            </a:spcAft>
            <a:buFont typeface="Arial" panose="020B0604020202020204" pitchFamily="34" charset="0"/>
            <a:buNone/>
          </a:pPr>
          <a:r>
            <a:rPr lang="en-GB" sz="1600" kern="1200" dirty="0">
              <a:latin typeface="Yu Gothic UI Semilight" panose="020B0400000000000000" pitchFamily="34" charset="-128"/>
              <a:ea typeface="Yu Gothic UI Semilight" panose="020B0400000000000000" pitchFamily="34" charset="-128"/>
            </a:rPr>
            <a:t>   To ensure the data fed to the machine algorithms were not missing data, we removed any rows that contained missing values. This meant that the size of our training data was significantly smaller than it could have been and is a limitation of this project. </a:t>
          </a:r>
        </a:p>
      </dsp:txBody>
      <dsp:txXfrm>
        <a:off x="0" y="314866"/>
        <a:ext cx="4997631" cy="2368800"/>
      </dsp:txXfrm>
    </dsp:sp>
    <dsp:sp modelId="{A00C8796-B0C0-496E-9E3A-9D0F12355793}">
      <dsp:nvSpPr>
        <dsp:cNvPr id="0" name=""/>
        <dsp:cNvSpPr/>
      </dsp:nvSpPr>
      <dsp:spPr>
        <a:xfrm>
          <a:off x="249881" y="78706"/>
          <a:ext cx="3498341" cy="472320"/>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2229" tIns="0" rIns="132229" bIns="0" numCol="1" spcCol="1270" anchor="ctr" anchorCtr="0">
          <a:noAutofit/>
        </a:bodyPr>
        <a:lstStyle/>
        <a:p>
          <a:pPr marL="0" lvl="0" indent="0" algn="l" defTabSz="711200">
            <a:lnSpc>
              <a:spcPct val="90000"/>
            </a:lnSpc>
            <a:spcBef>
              <a:spcPct val="0"/>
            </a:spcBef>
            <a:spcAft>
              <a:spcPct val="35000"/>
            </a:spcAft>
            <a:buNone/>
          </a:pPr>
          <a:r>
            <a:rPr lang="en-GB" sz="1600" b="1" kern="1200" dirty="0"/>
            <a:t>Nulls</a:t>
          </a:r>
          <a:endParaRPr lang="en-GB" sz="1600" kern="1200" dirty="0"/>
        </a:p>
      </dsp:txBody>
      <dsp:txXfrm>
        <a:off x="272938" y="101763"/>
        <a:ext cx="3452227" cy="426206"/>
      </dsp:txXfrm>
    </dsp:sp>
    <dsp:sp modelId="{DCAA67C2-C872-4CB4-BBE7-3A09D521528A}">
      <dsp:nvSpPr>
        <dsp:cNvPr id="0" name=""/>
        <dsp:cNvSpPr/>
      </dsp:nvSpPr>
      <dsp:spPr>
        <a:xfrm>
          <a:off x="0" y="3006227"/>
          <a:ext cx="4997631" cy="2066400"/>
        </a:xfrm>
        <a:prstGeom prst="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7872" tIns="333248" rIns="387872" bIns="113792" numCol="1" spcCol="1270" anchor="t" anchorCtr="0">
          <a:noAutofit/>
        </a:bodyPr>
        <a:lstStyle/>
        <a:p>
          <a:pPr marL="171450" lvl="1" indent="-171450" algn="l" defTabSz="711200">
            <a:lnSpc>
              <a:spcPct val="90000"/>
            </a:lnSpc>
            <a:spcBef>
              <a:spcPct val="0"/>
            </a:spcBef>
            <a:spcAft>
              <a:spcPct val="15000"/>
            </a:spcAft>
            <a:buNone/>
          </a:pPr>
          <a:r>
            <a:rPr kumimoji="0" lang="en-GB" sz="1600" b="0" i="0" u="none" strike="noStrike" kern="1200" cap="none" spc="0" normalizeH="0" baseline="0" noProof="0" dirty="0">
              <a:effectLst/>
              <a:uLnTx/>
              <a:uFillTx/>
              <a:latin typeface="Yu Gothic UI Semilight" panose="020B0400000000000000" pitchFamily="34" charset="-128"/>
              <a:ea typeface="Yu Gothic UI Semilight" panose="020B0400000000000000" pitchFamily="34" charset="-128"/>
              <a:cs typeface="+mn-cs"/>
            </a:rPr>
            <a:t>   The columns with </a:t>
          </a:r>
          <a:r>
            <a:rPr lang="en-GB" sz="1600" kern="1200" dirty="0">
              <a:latin typeface="Yu Gothic UI Semilight" panose="020B0400000000000000" pitchFamily="34" charset="-128"/>
              <a:ea typeface="Yu Gothic UI Semilight" panose="020B0400000000000000" pitchFamily="34" charset="-128"/>
            </a:rPr>
            <a:t>multiple responses that were similar or could be summarised into main categories were simplified and summarised in the EDA step. This process is considered part of data cleaning.</a:t>
          </a:r>
        </a:p>
      </dsp:txBody>
      <dsp:txXfrm>
        <a:off x="0" y="3006227"/>
        <a:ext cx="4997631" cy="2066400"/>
      </dsp:txXfrm>
    </dsp:sp>
    <dsp:sp modelId="{43D22A84-82FB-434B-BD26-7D0AD421DFD0}">
      <dsp:nvSpPr>
        <dsp:cNvPr id="0" name=""/>
        <dsp:cNvSpPr/>
      </dsp:nvSpPr>
      <dsp:spPr>
        <a:xfrm>
          <a:off x="249881" y="2770067"/>
          <a:ext cx="3498341" cy="472320"/>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2229" tIns="0" rIns="132229" bIns="0" numCol="1" spcCol="1270" anchor="ctr" anchorCtr="0">
          <a:noAutofit/>
        </a:bodyPr>
        <a:lstStyle/>
        <a:p>
          <a:pPr marL="0" lvl="0" indent="0" algn="l" defTabSz="711200">
            <a:lnSpc>
              <a:spcPct val="90000"/>
            </a:lnSpc>
            <a:spcBef>
              <a:spcPct val="0"/>
            </a:spcBef>
            <a:spcAft>
              <a:spcPct val="35000"/>
            </a:spcAft>
            <a:buNone/>
          </a:pPr>
          <a:r>
            <a:rPr lang="en-GB" sz="1600" b="1" kern="1200" dirty="0"/>
            <a:t>Summarised Features</a:t>
          </a:r>
          <a:endParaRPr lang="en-GB" sz="1600" kern="1200" dirty="0"/>
        </a:p>
      </dsp:txBody>
      <dsp:txXfrm>
        <a:off x="272938" y="2793124"/>
        <a:ext cx="3452227" cy="42620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2E263E-EDF6-452B-9CB6-2B5582E5081D}">
      <dsp:nvSpPr>
        <dsp:cNvPr id="0" name=""/>
        <dsp:cNvSpPr/>
      </dsp:nvSpPr>
      <dsp:spPr>
        <a:xfrm>
          <a:off x="0" y="1438"/>
          <a:ext cx="10515601" cy="729231"/>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0ACD794-ACEA-4982-8D1C-6CCC65EB83E1}">
      <dsp:nvSpPr>
        <dsp:cNvPr id="0" name=""/>
        <dsp:cNvSpPr/>
      </dsp:nvSpPr>
      <dsp:spPr>
        <a:xfrm>
          <a:off x="220592" y="165515"/>
          <a:ext cx="401077" cy="40107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86FA69C-A857-4539-8AB4-C8683D0EC16E}">
      <dsp:nvSpPr>
        <dsp:cNvPr id="0" name=""/>
        <dsp:cNvSpPr/>
      </dsp:nvSpPr>
      <dsp:spPr>
        <a:xfrm>
          <a:off x="842261" y="1438"/>
          <a:ext cx="4732020" cy="7292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7177" tIns="77177" rIns="77177" bIns="77177" numCol="1" spcCol="1270" anchor="ctr" anchorCtr="0">
          <a:noAutofit/>
        </a:bodyPr>
        <a:lstStyle/>
        <a:p>
          <a:pPr marL="0" lvl="0" indent="0" algn="l" defTabSz="977900">
            <a:lnSpc>
              <a:spcPct val="100000"/>
            </a:lnSpc>
            <a:spcBef>
              <a:spcPct val="0"/>
            </a:spcBef>
            <a:spcAft>
              <a:spcPct val="35000"/>
            </a:spcAft>
            <a:buNone/>
          </a:pPr>
          <a:r>
            <a:rPr lang="en-GB" sz="2200" b="1" kern="1200" dirty="0"/>
            <a:t>Target Label Encoding </a:t>
          </a:r>
          <a:endParaRPr lang="en-US" sz="2200" b="1" kern="1200" dirty="0"/>
        </a:p>
      </dsp:txBody>
      <dsp:txXfrm>
        <a:off x="842261" y="1438"/>
        <a:ext cx="4732020" cy="729231"/>
      </dsp:txXfrm>
    </dsp:sp>
    <dsp:sp modelId="{0A06CC47-B981-45C2-A94F-BF6AF14E987E}">
      <dsp:nvSpPr>
        <dsp:cNvPr id="0" name=""/>
        <dsp:cNvSpPr/>
      </dsp:nvSpPr>
      <dsp:spPr>
        <a:xfrm>
          <a:off x="5574282" y="1438"/>
          <a:ext cx="4941318" cy="7292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7177" tIns="77177" rIns="77177" bIns="77177" numCol="1" spcCol="1270" anchor="ctr" anchorCtr="0">
          <a:noAutofit/>
        </a:bodyPr>
        <a:lstStyle/>
        <a:p>
          <a:pPr marL="0" lvl="0" indent="0" algn="l" defTabSz="488950">
            <a:lnSpc>
              <a:spcPct val="100000"/>
            </a:lnSpc>
            <a:spcBef>
              <a:spcPct val="0"/>
            </a:spcBef>
            <a:spcAft>
              <a:spcPct val="35000"/>
            </a:spcAft>
            <a:buNone/>
          </a:pPr>
          <a:r>
            <a:rPr lang="en-GB" sz="1100" b="0" i="0" kern="1200" dirty="0"/>
            <a:t>The </a:t>
          </a:r>
          <a:r>
            <a:rPr lang="en-GB" sz="1100" b="1" i="0" kern="1200" dirty="0"/>
            <a:t>smokes</a:t>
          </a:r>
          <a:r>
            <a:rPr lang="en-GB" sz="1100" b="0" i="0" kern="1200" dirty="0"/>
            <a:t> column contained several categories aside from no smoker status. We converted these into a binary label: users who answered no were labelled as non-smokers, while all other responses were labelled as smokers. </a:t>
          </a:r>
          <a:endParaRPr lang="en-US" sz="1100" kern="1200" dirty="0">
            <a:latin typeface="+mn-lt"/>
            <a:ea typeface="Yu Gothic UI Semilight" panose="020B0400000000000000" pitchFamily="34" charset="-128"/>
          </a:endParaRPr>
        </a:p>
      </dsp:txBody>
      <dsp:txXfrm>
        <a:off x="5574282" y="1438"/>
        <a:ext cx="4941318" cy="729231"/>
      </dsp:txXfrm>
    </dsp:sp>
    <dsp:sp modelId="{591D4A88-298A-4D98-96CD-F862B39A61F4}">
      <dsp:nvSpPr>
        <dsp:cNvPr id="0" name=""/>
        <dsp:cNvSpPr/>
      </dsp:nvSpPr>
      <dsp:spPr>
        <a:xfrm>
          <a:off x="0" y="912977"/>
          <a:ext cx="10515601" cy="729231"/>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B85D6B5-9009-4A8F-A5A1-4E0EDB8CFC6E}">
      <dsp:nvSpPr>
        <dsp:cNvPr id="0" name=""/>
        <dsp:cNvSpPr/>
      </dsp:nvSpPr>
      <dsp:spPr>
        <a:xfrm>
          <a:off x="220592" y="1077054"/>
          <a:ext cx="401077" cy="401077"/>
        </a:xfrm>
        <a:prstGeom prst="rect">
          <a:avLst/>
        </a:prstGeom>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3001468-A7D8-450C-918D-8DC7DCD6DC2D}">
      <dsp:nvSpPr>
        <dsp:cNvPr id="0" name=""/>
        <dsp:cNvSpPr/>
      </dsp:nvSpPr>
      <dsp:spPr>
        <a:xfrm>
          <a:off x="842261" y="912977"/>
          <a:ext cx="4732020" cy="7292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7177" tIns="77177" rIns="77177" bIns="77177" numCol="1" spcCol="1270" anchor="ctr" anchorCtr="0">
          <a:noAutofit/>
        </a:bodyPr>
        <a:lstStyle/>
        <a:p>
          <a:pPr marL="0" lvl="0" indent="0" algn="l" defTabSz="977900">
            <a:lnSpc>
              <a:spcPct val="100000"/>
            </a:lnSpc>
            <a:spcBef>
              <a:spcPct val="0"/>
            </a:spcBef>
            <a:spcAft>
              <a:spcPct val="35000"/>
            </a:spcAft>
            <a:buNone/>
          </a:pPr>
          <a:r>
            <a:rPr lang="en-GB" sz="2200" b="1" i="0" kern="1200" dirty="0"/>
            <a:t>Train-test Split</a:t>
          </a:r>
          <a:endParaRPr lang="en-US" sz="2200" kern="1200" dirty="0"/>
        </a:p>
      </dsp:txBody>
      <dsp:txXfrm>
        <a:off x="842261" y="912977"/>
        <a:ext cx="4732020" cy="729231"/>
      </dsp:txXfrm>
    </dsp:sp>
    <dsp:sp modelId="{13BF9963-FC3D-40C6-B594-46E1D79DA245}">
      <dsp:nvSpPr>
        <dsp:cNvPr id="0" name=""/>
        <dsp:cNvSpPr/>
      </dsp:nvSpPr>
      <dsp:spPr>
        <a:xfrm>
          <a:off x="5574282" y="912977"/>
          <a:ext cx="4941318" cy="7292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7177" tIns="77177" rIns="77177" bIns="77177" numCol="1" spcCol="1270" anchor="ctr" anchorCtr="0">
          <a:noAutofit/>
        </a:bodyPr>
        <a:lstStyle/>
        <a:p>
          <a:pPr marL="0" lvl="0" indent="0" algn="l" defTabSz="488950">
            <a:lnSpc>
              <a:spcPct val="100000"/>
            </a:lnSpc>
            <a:spcBef>
              <a:spcPct val="0"/>
            </a:spcBef>
            <a:spcAft>
              <a:spcPct val="35000"/>
            </a:spcAft>
            <a:buNone/>
          </a:pPr>
          <a:r>
            <a:rPr lang="en-GB" sz="1100" b="0" i="0" kern="1200" dirty="0"/>
            <a:t>We split the data into features (X) and labels (Y), then used a train-test split to divide the clean dataset into training and validation sets. This was done before encoding and standardising to prevent data leakage between sets.</a:t>
          </a:r>
          <a:endParaRPr lang="en-US" sz="1100" kern="1200" dirty="0">
            <a:latin typeface="+mn-lt"/>
            <a:ea typeface="Yu Gothic UI Semilight" panose="020B0400000000000000" pitchFamily="34" charset="-128"/>
          </a:endParaRPr>
        </a:p>
      </dsp:txBody>
      <dsp:txXfrm>
        <a:off x="5574282" y="912977"/>
        <a:ext cx="4941318" cy="729231"/>
      </dsp:txXfrm>
    </dsp:sp>
    <dsp:sp modelId="{E95796B8-CB4A-44F8-ACBF-9F41AF6F350E}">
      <dsp:nvSpPr>
        <dsp:cNvPr id="0" name=""/>
        <dsp:cNvSpPr/>
      </dsp:nvSpPr>
      <dsp:spPr>
        <a:xfrm>
          <a:off x="0" y="1824516"/>
          <a:ext cx="10515601" cy="729231"/>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BCF4D80-84DA-4FB4-88D1-E9E82A9F2EBF}">
      <dsp:nvSpPr>
        <dsp:cNvPr id="0" name=""/>
        <dsp:cNvSpPr/>
      </dsp:nvSpPr>
      <dsp:spPr>
        <a:xfrm>
          <a:off x="220592" y="1988593"/>
          <a:ext cx="401077" cy="40107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B4E4611-E3F0-41B6-9E5C-7D2555D3FB68}">
      <dsp:nvSpPr>
        <dsp:cNvPr id="0" name=""/>
        <dsp:cNvSpPr/>
      </dsp:nvSpPr>
      <dsp:spPr>
        <a:xfrm>
          <a:off x="842261" y="1824516"/>
          <a:ext cx="4732020" cy="7292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7177" tIns="77177" rIns="77177" bIns="77177" numCol="1" spcCol="1270" anchor="ctr" anchorCtr="0">
          <a:noAutofit/>
        </a:bodyPr>
        <a:lstStyle/>
        <a:p>
          <a:pPr marL="0" lvl="0" indent="0" algn="l" defTabSz="977900">
            <a:lnSpc>
              <a:spcPct val="100000"/>
            </a:lnSpc>
            <a:spcBef>
              <a:spcPct val="0"/>
            </a:spcBef>
            <a:spcAft>
              <a:spcPct val="35000"/>
            </a:spcAft>
            <a:buNone/>
          </a:pPr>
          <a:r>
            <a:rPr lang="en-GB" sz="2200" b="1" i="0" kern="1200" dirty="0"/>
            <a:t>One-Hot Encoding</a:t>
          </a:r>
          <a:endParaRPr lang="en-US" sz="2200" kern="1200" dirty="0"/>
        </a:p>
      </dsp:txBody>
      <dsp:txXfrm>
        <a:off x="842261" y="1824516"/>
        <a:ext cx="4732020" cy="729231"/>
      </dsp:txXfrm>
    </dsp:sp>
    <dsp:sp modelId="{207F25EA-76C1-4FC2-A295-FF5F7249C1D4}">
      <dsp:nvSpPr>
        <dsp:cNvPr id="0" name=""/>
        <dsp:cNvSpPr/>
      </dsp:nvSpPr>
      <dsp:spPr>
        <a:xfrm>
          <a:off x="5574282" y="1824516"/>
          <a:ext cx="4941318" cy="7292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7177" tIns="77177" rIns="77177" bIns="77177" numCol="1" spcCol="1270" anchor="ctr" anchorCtr="0">
          <a:noAutofit/>
        </a:bodyPr>
        <a:lstStyle/>
        <a:p>
          <a:pPr marL="0" lvl="0" indent="0" algn="l" defTabSz="488950">
            <a:lnSpc>
              <a:spcPct val="100000"/>
            </a:lnSpc>
            <a:spcBef>
              <a:spcPct val="0"/>
            </a:spcBef>
            <a:spcAft>
              <a:spcPct val="35000"/>
            </a:spcAft>
            <a:buNone/>
          </a:pPr>
          <a:r>
            <a:rPr lang="en-GB" sz="1100" b="0" i="0" kern="1200" dirty="0"/>
            <a:t>For our categorical features, we used one-hot encoding to convert the categorical features into a numeric format that the machine learning algorithms could interpret.</a:t>
          </a:r>
          <a:endParaRPr lang="en-US" sz="1100" kern="1200" dirty="0"/>
        </a:p>
      </dsp:txBody>
      <dsp:txXfrm>
        <a:off x="5574282" y="1824516"/>
        <a:ext cx="4941318" cy="729231"/>
      </dsp:txXfrm>
    </dsp:sp>
    <dsp:sp modelId="{D39E7134-0899-4778-AA52-AD38D575CE2F}">
      <dsp:nvSpPr>
        <dsp:cNvPr id="0" name=""/>
        <dsp:cNvSpPr/>
      </dsp:nvSpPr>
      <dsp:spPr>
        <a:xfrm>
          <a:off x="0" y="2736055"/>
          <a:ext cx="10515601" cy="729231"/>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79F01F7-0898-4489-A103-3CFBAD58B283}">
      <dsp:nvSpPr>
        <dsp:cNvPr id="0" name=""/>
        <dsp:cNvSpPr/>
      </dsp:nvSpPr>
      <dsp:spPr>
        <a:xfrm>
          <a:off x="220592" y="2890289"/>
          <a:ext cx="401077" cy="401077"/>
        </a:xfrm>
        <a:prstGeom prst="rect">
          <a:avLst/>
        </a:prstGeom>
        <a:blipFill>
          <a:blip xmlns:r="http://schemas.openxmlformats.org/officeDocument/2006/relationships">
            <a:extLst>
              <a:ext uri="{96DAC541-7B7A-43D3-8B79-37D633B846F1}">
                <asvg:svgBlip xmlns:asvg="http://schemas.microsoft.com/office/drawing/2016/SVG/main" r:embed="rId4"/>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14E2CDE-0BB6-47C4-B536-CF16F3FF1ED4}">
      <dsp:nvSpPr>
        <dsp:cNvPr id="0" name=""/>
        <dsp:cNvSpPr/>
      </dsp:nvSpPr>
      <dsp:spPr>
        <a:xfrm>
          <a:off x="842261" y="2736055"/>
          <a:ext cx="4732020" cy="7292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7177" tIns="77177" rIns="77177" bIns="77177" numCol="1" spcCol="1270" anchor="ctr" anchorCtr="0">
          <a:noAutofit/>
        </a:bodyPr>
        <a:lstStyle/>
        <a:p>
          <a:pPr marL="0" lvl="0" indent="0" algn="l" defTabSz="977900">
            <a:lnSpc>
              <a:spcPct val="100000"/>
            </a:lnSpc>
            <a:spcBef>
              <a:spcPct val="0"/>
            </a:spcBef>
            <a:spcAft>
              <a:spcPct val="35000"/>
            </a:spcAft>
            <a:buNone/>
          </a:pPr>
          <a:r>
            <a:rPr lang="en-GB" sz="2200" b="1" i="0" kern="1200" dirty="0"/>
            <a:t>Standardisation</a:t>
          </a:r>
          <a:endParaRPr lang="en-US" sz="2200" kern="1200" dirty="0"/>
        </a:p>
      </dsp:txBody>
      <dsp:txXfrm>
        <a:off x="842261" y="2736055"/>
        <a:ext cx="4732020" cy="729231"/>
      </dsp:txXfrm>
    </dsp:sp>
    <dsp:sp modelId="{31B96AEB-6F14-4E85-9147-2DB06D2B3421}">
      <dsp:nvSpPr>
        <dsp:cNvPr id="0" name=""/>
        <dsp:cNvSpPr/>
      </dsp:nvSpPr>
      <dsp:spPr>
        <a:xfrm>
          <a:off x="5574282" y="2736055"/>
          <a:ext cx="4941318" cy="7292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7177" tIns="77177" rIns="77177" bIns="77177" numCol="1" spcCol="1270" anchor="ctr" anchorCtr="0">
          <a:noAutofit/>
        </a:bodyPr>
        <a:lstStyle/>
        <a:p>
          <a:pPr marL="0" lvl="0" indent="0" algn="l" defTabSz="488950">
            <a:lnSpc>
              <a:spcPct val="100000"/>
            </a:lnSpc>
            <a:spcBef>
              <a:spcPct val="0"/>
            </a:spcBef>
            <a:spcAft>
              <a:spcPct val="35000"/>
            </a:spcAft>
            <a:buNone/>
          </a:pPr>
          <a:r>
            <a:rPr lang="en-GB" sz="1100" b="0" i="0" kern="1200" dirty="0"/>
            <a:t>Because logistic regression models are sensitive to feature scale, we created a standardised set of feature data. This helped our logistic regression model learn more effectively and improved its performance.</a:t>
          </a:r>
          <a:endParaRPr lang="en-US" sz="1100" kern="1200" dirty="0"/>
        </a:p>
      </dsp:txBody>
      <dsp:txXfrm>
        <a:off x="5574282" y="2736055"/>
        <a:ext cx="4941318" cy="729231"/>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247E96-070B-4744-96B3-E1F97A845C9F}">
      <dsp:nvSpPr>
        <dsp:cNvPr id="0" name=""/>
        <dsp:cNvSpPr/>
      </dsp:nvSpPr>
      <dsp:spPr>
        <a:xfrm>
          <a:off x="0" y="2638"/>
          <a:ext cx="4843462"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94A25E5-C31E-4F51-977B-29908E4DED60}">
      <dsp:nvSpPr>
        <dsp:cNvPr id="0" name=""/>
        <dsp:cNvSpPr/>
      </dsp:nvSpPr>
      <dsp:spPr>
        <a:xfrm>
          <a:off x="0" y="2638"/>
          <a:ext cx="968692" cy="17995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kern="1200" dirty="0">
              <a:solidFill>
                <a:schemeClr val="accent3"/>
              </a:solidFill>
              <a:latin typeface="+mj-lt"/>
            </a:rPr>
            <a:t>M1</a:t>
          </a:r>
        </a:p>
      </dsp:txBody>
      <dsp:txXfrm>
        <a:off x="0" y="2638"/>
        <a:ext cx="968692" cy="1799524"/>
      </dsp:txXfrm>
    </dsp:sp>
    <dsp:sp modelId="{E375414F-0076-4C00-857D-10F60768B5A1}">
      <dsp:nvSpPr>
        <dsp:cNvPr id="0" name=""/>
        <dsp:cNvSpPr/>
      </dsp:nvSpPr>
      <dsp:spPr>
        <a:xfrm>
          <a:off x="1041344" y="84355"/>
          <a:ext cx="3802117" cy="16343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0" i="0" kern="1200" cap="all" spc="300" baseline="0" dirty="0">
              <a:solidFill>
                <a:schemeClr val="tx1"/>
              </a:solidFill>
              <a:latin typeface="Yu Gothic UI Semilight" panose="020B0400000000000000" pitchFamily="34" charset="-128"/>
              <a:ea typeface="+mn-ea"/>
              <a:cs typeface="+mn-cs"/>
            </a:rPr>
            <a:t>Binomial Logistic regression</a:t>
          </a:r>
        </a:p>
      </dsp:txBody>
      <dsp:txXfrm>
        <a:off x="1041344" y="84355"/>
        <a:ext cx="3802117" cy="1634333"/>
      </dsp:txXfrm>
    </dsp:sp>
    <dsp:sp modelId="{A71BDFB5-6117-4C8B-8D80-B6049D42BB45}">
      <dsp:nvSpPr>
        <dsp:cNvPr id="0" name=""/>
        <dsp:cNvSpPr/>
      </dsp:nvSpPr>
      <dsp:spPr>
        <a:xfrm>
          <a:off x="968692" y="1718688"/>
          <a:ext cx="3874769" cy="0"/>
        </a:xfrm>
        <a:prstGeom prst="line">
          <a:avLst/>
        </a:prstGeom>
        <a:solidFill>
          <a:schemeClr val="accent1">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0466FBD4-672A-478D-B685-49046823EBFF}">
      <dsp:nvSpPr>
        <dsp:cNvPr id="0" name=""/>
        <dsp:cNvSpPr/>
      </dsp:nvSpPr>
      <dsp:spPr>
        <a:xfrm>
          <a:off x="0" y="1802162"/>
          <a:ext cx="4843462"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7AE1F8E-D743-4045-8E99-EDACF531D229}">
      <dsp:nvSpPr>
        <dsp:cNvPr id="0" name=""/>
        <dsp:cNvSpPr/>
      </dsp:nvSpPr>
      <dsp:spPr>
        <a:xfrm>
          <a:off x="0" y="1802162"/>
          <a:ext cx="968692" cy="17995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kern="1200" dirty="0">
              <a:solidFill>
                <a:schemeClr val="accent3"/>
              </a:solidFill>
              <a:latin typeface="+mj-lt"/>
            </a:rPr>
            <a:t>M2</a:t>
          </a:r>
        </a:p>
      </dsp:txBody>
      <dsp:txXfrm>
        <a:off x="0" y="1802162"/>
        <a:ext cx="968692" cy="1799524"/>
      </dsp:txXfrm>
    </dsp:sp>
    <dsp:sp modelId="{8F8B6AF1-ABF7-490E-91F4-D9BF1971E612}">
      <dsp:nvSpPr>
        <dsp:cNvPr id="0" name=""/>
        <dsp:cNvSpPr/>
      </dsp:nvSpPr>
      <dsp:spPr>
        <a:xfrm>
          <a:off x="1041344" y="1883879"/>
          <a:ext cx="3802117" cy="16343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0" i="0" kern="1200" cap="all" spc="300" baseline="0" dirty="0">
              <a:solidFill>
                <a:prstClr val="black"/>
              </a:solidFill>
              <a:latin typeface="Yu Gothic UI Semilight" panose="020B0400000000000000" pitchFamily="34" charset="-128"/>
              <a:ea typeface="+mn-ea"/>
              <a:cs typeface="+mn-cs"/>
            </a:rPr>
            <a:t>Random Forests Classifier</a:t>
          </a:r>
        </a:p>
      </dsp:txBody>
      <dsp:txXfrm>
        <a:off x="1041344" y="1883879"/>
        <a:ext cx="3802117" cy="1634333"/>
      </dsp:txXfrm>
    </dsp:sp>
    <dsp:sp modelId="{ED686FDA-E1A9-411A-922C-3304600C1C77}">
      <dsp:nvSpPr>
        <dsp:cNvPr id="0" name=""/>
        <dsp:cNvSpPr/>
      </dsp:nvSpPr>
      <dsp:spPr>
        <a:xfrm>
          <a:off x="968692" y="3518213"/>
          <a:ext cx="3874769" cy="0"/>
        </a:xfrm>
        <a:prstGeom prst="line">
          <a:avLst/>
        </a:prstGeom>
        <a:solidFill>
          <a:schemeClr val="accent1">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B28246E4-7BC5-45AF-BA42-DDBC1C2C2E2A}">
      <dsp:nvSpPr>
        <dsp:cNvPr id="0" name=""/>
        <dsp:cNvSpPr/>
      </dsp:nvSpPr>
      <dsp:spPr>
        <a:xfrm>
          <a:off x="0" y="3601687"/>
          <a:ext cx="4843462"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4243B8C-4525-4765-A713-E2F4D7D955D2}">
      <dsp:nvSpPr>
        <dsp:cNvPr id="0" name=""/>
        <dsp:cNvSpPr/>
      </dsp:nvSpPr>
      <dsp:spPr>
        <a:xfrm>
          <a:off x="0" y="3601687"/>
          <a:ext cx="968692" cy="17995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kern="1200" dirty="0">
              <a:solidFill>
                <a:schemeClr val="accent3"/>
              </a:solidFill>
              <a:latin typeface="+mj-lt"/>
            </a:rPr>
            <a:t>M3</a:t>
          </a:r>
        </a:p>
      </dsp:txBody>
      <dsp:txXfrm>
        <a:off x="0" y="3601687"/>
        <a:ext cx="968692" cy="1799524"/>
      </dsp:txXfrm>
    </dsp:sp>
    <dsp:sp modelId="{9A0947CA-0828-427D-806E-BCC9C040AB48}">
      <dsp:nvSpPr>
        <dsp:cNvPr id="0" name=""/>
        <dsp:cNvSpPr/>
      </dsp:nvSpPr>
      <dsp:spPr>
        <a:xfrm>
          <a:off x="1041344" y="3683403"/>
          <a:ext cx="3802117" cy="16343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0" i="0" kern="1200" cap="all" spc="300" baseline="0" dirty="0">
              <a:solidFill>
                <a:prstClr val="black"/>
              </a:solidFill>
              <a:latin typeface="Yu Gothic UI Semilight" panose="020B0400000000000000" pitchFamily="34" charset="-128"/>
              <a:ea typeface="+mn-ea"/>
              <a:cs typeface="+mn-cs"/>
            </a:rPr>
            <a:t>K-nearest </a:t>
          </a:r>
          <a:r>
            <a:rPr lang="en-US" sz="1600" b="0" i="0" kern="1200" cap="all" spc="300" baseline="0" dirty="0" err="1">
              <a:solidFill>
                <a:prstClr val="black"/>
              </a:solidFill>
              <a:latin typeface="Yu Gothic UI Semilight" panose="020B0400000000000000" pitchFamily="34" charset="-128"/>
              <a:ea typeface="+mn-ea"/>
              <a:cs typeface="+mn-cs"/>
            </a:rPr>
            <a:t>neigbours</a:t>
          </a:r>
          <a:r>
            <a:rPr lang="en-US" sz="1600" b="0" i="0" kern="1200" cap="all" spc="300" baseline="0" dirty="0">
              <a:solidFill>
                <a:prstClr val="black"/>
              </a:solidFill>
              <a:latin typeface="Yu Gothic UI Semilight" panose="020B0400000000000000" pitchFamily="34" charset="-128"/>
              <a:ea typeface="+mn-ea"/>
              <a:cs typeface="+mn-cs"/>
            </a:rPr>
            <a:t> classifier</a:t>
          </a:r>
        </a:p>
      </dsp:txBody>
      <dsp:txXfrm>
        <a:off x="1041344" y="3683403"/>
        <a:ext cx="3802117" cy="1634333"/>
      </dsp:txXfrm>
    </dsp:sp>
    <dsp:sp modelId="{58AEF715-538E-4FCF-B500-3EDFACBD68A6}">
      <dsp:nvSpPr>
        <dsp:cNvPr id="0" name=""/>
        <dsp:cNvSpPr/>
      </dsp:nvSpPr>
      <dsp:spPr>
        <a:xfrm>
          <a:off x="968692" y="5317737"/>
          <a:ext cx="3874769" cy="0"/>
        </a:xfrm>
        <a:prstGeom prst="line">
          <a:avLst/>
        </a:prstGeom>
        <a:solidFill>
          <a:schemeClr val="accent1">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032BB5A-2D8A-4300-838D-C47B2F2E4BA7}">
      <dsp:nvSpPr>
        <dsp:cNvPr id="0" name=""/>
        <dsp:cNvSpPr/>
      </dsp:nvSpPr>
      <dsp:spPr>
        <a:xfrm>
          <a:off x="533635" y="795"/>
          <a:ext cx="2255490" cy="2252580"/>
        </a:xfrm>
        <a:prstGeom prst="roundRect">
          <a:avLst/>
        </a:prstGeom>
        <a:blipFill>
          <a:blip xmlns:r="http://schemas.openxmlformats.org/officeDocument/2006/relationships" r:embed="rId1"/>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1781F16-0C2D-4586-8AFB-F87900D9A657}">
      <dsp:nvSpPr>
        <dsp:cNvPr id="0" name=""/>
        <dsp:cNvSpPr/>
      </dsp:nvSpPr>
      <dsp:spPr>
        <a:xfrm>
          <a:off x="26706" y="2253376"/>
          <a:ext cx="3269347" cy="12129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0472" tIns="220472" rIns="220472" bIns="0" numCol="1" spcCol="1270" anchor="t" anchorCtr="0">
          <a:noAutofit/>
        </a:bodyPr>
        <a:lstStyle/>
        <a:p>
          <a:pPr marL="0" lvl="0" indent="0" algn="ctr" defTabSz="1377950">
            <a:lnSpc>
              <a:spcPct val="90000"/>
            </a:lnSpc>
            <a:spcBef>
              <a:spcPct val="0"/>
            </a:spcBef>
            <a:spcAft>
              <a:spcPct val="35000"/>
            </a:spcAft>
            <a:buNone/>
          </a:pPr>
          <a:r>
            <a:rPr lang="en-GB" sz="3100" kern="1200" dirty="0">
              <a:latin typeface="+mj-lt"/>
            </a:rPr>
            <a:t>Logistic Regression</a:t>
          </a:r>
        </a:p>
      </dsp:txBody>
      <dsp:txXfrm>
        <a:off x="26706" y="2253376"/>
        <a:ext cx="3269347" cy="1212927"/>
      </dsp:txXfrm>
    </dsp:sp>
    <dsp:sp modelId="{E57FDBEA-07CD-4EE0-B9F6-B3513C800D23}">
      <dsp:nvSpPr>
        <dsp:cNvPr id="0" name=""/>
        <dsp:cNvSpPr/>
      </dsp:nvSpPr>
      <dsp:spPr>
        <a:xfrm>
          <a:off x="4130054" y="795"/>
          <a:ext cx="2255490" cy="2252580"/>
        </a:xfrm>
        <a:prstGeom prst="roundRect">
          <a:avLst/>
        </a:prstGeom>
        <a:blipFill>
          <a:blip xmlns:r="http://schemas.openxmlformats.org/officeDocument/2006/relationships" r:embed="rId2"/>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A2326FB-9C5F-4C93-94B6-3F68487EE15B}">
      <dsp:nvSpPr>
        <dsp:cNvPr id="0" name=""/>
        <dsp:cNvSpPr/>
      </dsp:nvSpPr>
      <dsp:spPr>
        <a:xfrm>
          <a:off x="3623126" y="2253376"/>
          <a:ext cx="3269347" cy="12129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0472" tIns="220472" rIns="220472" bIns="0" numCol="1" spcCol="1270" anchor="t" anchorCtr="0">
          <a:noAutofit/>
        </a:bodyPr>
        <a:lstStyle/>
        <a:p>
          <a:pPr marL="0" lvl="0" indent="0" algn="ctr" defTabSz="1377950">
            <a:lnSpc>
              <a:spcPct val="90000"/>
            </a:lnSpc>
            <a:spcBef>
              <a:spcPct val="0"/>
            </a:spcBef>
            <a:spcAft>
              <a:spcPct val="35000"/>
            </a:spcAft>
            <a:buNone/>
          </a:pPr>
          <a:r>
            <a:rPr lang="en-GB" sz="3100" kern="1200" dirty="0">
              <a:latin typeface="+mj-lt"/>
            </a:rPr>
            <a:t>Random Forests</a:t>
          </a:r>
        </a:p>
      </dsp:txBody>
      <dsp:txXfrm>
        <a:off x="3623126" y="2253376"/>
        <a:ext cx="3269347" cy="1212927"/>
      </dsp:txXfrm>
    </dsp:sp>
    <dsp:sp modelId="{48E9D8B7-C615-4785-9984-18582DDB6C31}">
      <dsp:nvSpPr>
        <dsp:cNvPr id="0" name=""/>
        <dsp:cNvSpPr/>
      </dsp:nvSpPr>
      <dsp:spPr>
        <a:xfrm>
          <a:off x="7726474" y="795"/>
          <a:ext cx="2255490" cy="2252580"/>
        </a:xfrm>
        <a:prstGeom prst="roundRect">
          <a:avLst/>
        </a:prstGeom>
        <a:blipFill>
          <a:blip xmlns:r="http://schemas.openxmlformats.org/officeDocument/2006/relationships" r:embed="rId3"/>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267D666-2C35-4EC6-8B1E-910B727C725A}">
      <dsp:nvSpPr>
        <dsp:cNvPr id="0" name=""/>
        <dsp:cNvSpPr/>
      </dsp:nvSpPr>
      <dsp:spPr>
        <a:xfrm>
          <a:off x="7219545" y="2253376"/>
          <a:ext cx="3269347" cy="12129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0472" tIns="220472" rIns="220472" bIns="0" numCol="1" spcCol="1270" anchor="t" anchorCtr="0">
          <a:noAutofit/>
        </a:bodyPr>
        <a:lstStyle/>
        <a:p>
          <a:pPr marL="0" lvl="0" indent="0" algn="ctr" defTabSz="1377950">
            <a:lnSpc>
              <a:spcPct val="90000"/>
            </a:lnSpc>
            <a:spcBef>
              <a:spcPct val="0"/>
            </a:spcBef>
            <a:spcAft>
              <a:spcPct val="35000"/>
            </a:spcAft>
            <a:buNone/>
          </a:pPr>
          <a:r>
            <a:rPr lang="en-GB" sz="3100" kern="1200" dirty="0">
              <a:latin typeface="+mj-lt"/>
            </a:rPr>
            <a:t>K-Nearest Neighbours</a:t>
          </a:r>
        </a:p>
      </dsp:txBody>
      <dsp:txXfrm>
        <a:off x="7219545" y="2253376"/>
        <a:ext cx="3269347" cy="1212927"/>
      </dsp:txXfrm>
    </dsp:sp>
  </dsp:spTree>
</dsp:drawing>
</file>

<file path=ppt/diagrams/layout1.xml><?xml version="1.0" encoding="utf-8"?>
<dgm:layoutDef xmlns:dgm="http://schemas.openxmlformats.org/drawingml/2006/diagram" xmlns:a="http://schemas.openxmlformats.org/drawingml/2006/main" uniqueId="urn:microsoft.com/office/officeart/2026/layout/TextCardShortLine">
  <dgm:title val=""/>
  <dgm:desc val=""/>
  <dgm:catLst>
    <dgm:cat type="textcard" pri="104"/>
  </dgm:catLst>
  <dgm:sampData>
    <dgm:dataModel>
      <dgm:ptLst>
        <dgm:pt modelId="0" type="doc"/>
        <dgm:pt modelId="10">
          <dgm:prSet phldrT="Title" phldr="1"/>
        </dgm:pt>
        <dgm:pt modelId="11">
          <dgm:prSet phldrT="Description" phldr="1"/>
        </dgm:pt>
        <dgm:pt modelId="20">
          <dgm:prSet phldrT="Title" phldr="1"/>
        </dgm:pt>
        <dgm:pt modelId="21">
          <dgm:prSet phldrT="Description" phldr="1"/>
        </dgm:pt>
        <dgm:pt modelId="30">
          <dgm:prSet phldrT="Title" phldr="1"/>
        </dgm:pt>
        <dgm:pt modelId="31">
          <dgm:prSet phldrT="Description" phldr="1"/>
        </dgm:pt>
      </dgm:ptLst>
      <dgm:cxnLst>
        <dgm:cxn modelId="100" srcId="0" destId="10" srcOrd="0" destOrd="0"/>
        <dgm:cxn modelId="101" srcId="10" destId="11" srcOrd="0" destOrd="0"/>
        <dgm:cxn modelId="102" srcId="0" destId="20" srcOrd="1" destOrd="0"/>
        <dgm:cxn modelId="103" srcId="20" destId="21" srcOrd="0" destOrd="0"/>
        <dgm:cxn modelId="104" srcId="0" destId="30" srcOrd="2" destOrd="0"/>
        <dgm:cxn modelId="105" srcId="30" destId="31" srcOrd="0" destOrd="0"/>
      </dgm:cxn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choose name="RowBalLTR">
          <dgm:if name="RB1" axis="ch" ptType="node" func="cnt" op="lte" val="4">
            <dgm:alg type="snake">
              <dgm:param type="grDir" val="tL"/>
              <dgm:param type="flowDir" val="row"/>
              <dgm:param type="contDir" val="sameDir"/>
              <dgm:param type="off" val="off"/>
              <dgm:param type="vertAlign" val="mid"/>
              <dgm:param type="horzAlign" val="ctr"/>
            </dgm:alg>
          </dgm:if>
          <dgm:else name="RB2">
            <dgm:alg type="snake">
              <dgm:param type="grDir" val="tL"/>
              <dgm:param type="flowDir" val="row"/>
              <dgm:param type="contDir" val="sameDir"/>
              <dgm:param type="off" val="off"/>
              <dgm:param type="vertAlign" val="mid"/>
              <dgm:param type="horzAlign" val="ctr"/>
              <dgm:param type="bkpt" val="bal"/>
            </dgm:alg>
          </dgm:else>
        </dgm:choose>
      </dgm:if>
      <dgm:else name="Name2">
        <dgm:choose name="RowBalRTL">
          <dgm:if name="RB3" axis="ch" ptType="node" func="cnt" op="lte" val="4">
            <dgm:alg type="snake">
              <dgm:param type="grDir" val="tR"/>
              <dgm:param type="flowDir" val="row"/>
              <dgm:param type="contDir" val="sameDir"/>
              <dgm:param type="off" val="off"/>
              <dgm:param type="vertAlign" val="mid"/>
              <dgm:param type="horzAlign" val="ctr"/>
            </dgm:alg>
          </dgm:if>
          <dgm:else name="RB4">
            <dgm:alg type="snake">
              <dgm:param type="grDir" val="tR"/>
              <dgm:param type="flowDir" val="row"/>
              <dgm:param type="contDir" val="sameDir"/>
              <dgm:param type="off" val="off"/>
              <dgm:param type="vertAlign" val="mid"/>
              <dgm:param type="horzAlign" val="ctr"/>
              <dgm:param type="bkpt" val="bal"/>
            </dgm:alg>
          </dgm:else>
        </dgm:choose>
      </dgm:else>
    </dgm:choose>
    <dgm:shape xmlns:r="http://schemas.openxmlformats.org/officeDocument/2006/relationships" r:blip="">
      <dgm:adjLst/>
    </dgm:shape>
    <dgm:presOf/>
    <dgm:choose name="Name3">
      <dgm:if name="Name4" axis="ch" ptType="node" func="cnt" op="lte" val="2">
        <dgm:constrLst>
          <dgm:constr type="w" for="ch" forName="compNode" refType="w" fact="0.3"/>
          <dgm:constr type="h" for="ch" forName="compNode" refType="h" fact="0.667"/>
          <dgm:constr type="w" for="ch" forName="sibTrans" refType="w" refFor="ch" refForName="compNode" fact="0.076"/>
          <dgm:constr type="sp" refType="w" refFor="ch" refForName="compNode" op="equ" fact="0.06"/>
          <dgm:constr type="primFontSz" for="des" forName="titleText" op="equ" val="18"/>
          <dgm:constr type="primFontSz" for="des" forName="bodyText" op="equ" val="14"/>
          <dgm:constr type="h" for="des" forName="compNode" op="equ"/>
          <dgm:constr type="w" for="des" forName="compNode" op="equ"/>
        </dgm:constrLst>
      </dgm:if>
      <dgm:if name="Name5" axis="ch" ptType="node" func="cnt" op="lte" val="3">
        <dgm:constrLst>
          <dgm:constr type="w" for="ch" forName="compNode" refType="w" fact="0.3"/>
          <dgm:constr type="h" for="ch" forName="compNode" refType="h" fact="0.667"/>
          <dgm:constr type="w" for="ch" forName="sibTrans" refType="w" refFor="ch" refForName="compNode" fact="0.076"/>
          <dgm:constr type="sp" refType="w" refFor="ch" refForName="compNode" op="equ" fact="0.06"/>
          <dgm:constr type="primFontSz" for="des" forName="titleText" op="equ" val="18"/>
          <dgm:constr type="primFontSz" for="des" forName="bodyText" op="equ" val="14"/>
          <dgm:constr type="h" for="des" forName="compNode" op="equ"/>
          <dgm:constr type="w" for="des" forName="compNode" op="equ"/>
        </dgm:constrLst>
      </dgm:if>
      <dgm:if name="Name5b" axis="ch" ptType="node" func="cnt" op="lte" val="4">
        <dgm:constrLst>
          <dgm:constr type="w" for="ch" forName="compNode" refType="w" fact="0.22"/>
          <dgm:constr type="h" for="ch" forName="compNode" refType="h" fact="0.667"/>
          <dgm:constr type="w" for="ch" forName="sibTrans" refType="w" refFor="ch" refForName="compNode" fact="0.076"/>
          <dgm:constr type="sp" refType="w" refFor="ch" refForName="compNode" op="equ" fact="0.06"/>
          <dgm:constr type="primFontSz" for="des" forName="titleText" op="equ" val="18"/>
          <dgm:constr type="primFontSz" for="des" forName="bodyText" op="equ" val="14"/>
          <dgm:constr type="h" for="des" forName="compNode" op="equ"/>
          <dgm:constr type="w" for="des" forName="compNode" op="equ"/>
        </dgm:constrLst>
      </dgm:if>
      <dgm:if name="Name6" axis="ch" ptType="node" func="cnt" op="lte" val="6">
        <dgm:constrLst>
          <dgm:constr type="w" for="ch" forName="compNode" refType="w" fact="0.3"/>
          <dgm:constr type="h" for="ch" forName="compNode" refType="h" fact="0.667"/>
          <dgm:constr type="w" for="ch" forName="sibTrans" refType="w" refFor="ch" refForName="compNode" fact="0.076"/>
          <dgm:constr type="sp" refType="w" refFor="ch" refForName="compNode" op="equ" fact="0.06"/>
          <dgm:constr type="primFontSz" for="des" forName="titleText" op="equ" val="18"/>
          <dgm:constr type="primFontSz" for="des" forName="bodyText" op="equ" val="14"/>
          <dgm:constr type="h" for="des" forName="compNode" op="equ"/>
          <dgm:constr type="w" for="des" forName="compNode" op="equ"/>
        </dgm:constrLst>
      </dgm:if>
      <dgm:else name="Name7">
        <dgm:constrLst>
          <dgm:constr type="w" for="ch" forName="compNode" refType="w" fact="0.3"/>
          <dgm:constr type="h" for="ch" forName="compNode" refType="h" fact="0.667"/>
          <dgm:constr type="w" for="ch" forName="sibTrans" refType="w" refFor="ch" refForName="compNode" fact="0.076"/>
          <dgm:constr type="sp" refType="w" refFor="ch" refForName="compNode" op="equ" fact="0.06"/>
          <dgm:constr type="primFontSz" for="des" forName="titleText" op="equ" val="18"/>
          <dgm:constr type="primFontSz" for="des" forName="bodyText" op="equ" val="14"/>
          <dgm:constr type="h" for="des" forName="compNode" op="equ"/>
          <dgm:constr type="w" for="des" forName="compNode" op="equ"/>
        </dgm:constrLst>
      </dgm:else>
    </dgm:choose>
    <dgm:ruleLst>
      <dgm:rule type="h"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l" for="ch" forName="accentLine"/>
          <dgm:constr type="t" for="ch" forName="accentLine"/>
          <dgm:constr type="w" for="ch" forName="accentLine" refType="w" fact="0.22"/>
          <dgm:constr type="h" for="ch" forName="accentLine" refType="h" fact="0.012"/>
          <dgm:constr type="l" for="ch" forName="titleText"/>
          <dgm:constr type="t" for="ch" forName="titleText" refType="h" fact="0.083"/>
          <dgm:constr type="w" for="ch" forName="titleText" refType="w"/>
          <dgm:constr type="h" for="ch" forName="titleText" refType="h" fact="0.223"/>
          <dgm:constr type="l" for="ch" forName="bodyText"/>
          <dgm:constr type="t" for="ch" forName="bodyText" refType="h" fact="0.306"/>
          <dgm:constr type="w" for="ch" forName="bodyText" refType="w"/>
          <dgm:constr type="h" for="ch" forName="bodyText" refType="h" fact="0.694"/>
        </dgm:constrLst>
        <dgm:ruleLst/>
        <dgm:layoutNode name="accentLine" styleLbl="dkBgShp">
          <dgm:alg type="sp"/>
          <dgm:shape xmlns:r="http://schemas.openxmlformats.org/officeDocument/2006/relationships" type="rect" r:blip="">
            <dgm:adjLst/>
            <dgm:extLst>
              <a:ext uri="{B698B0E9-8C71-41B9-8309-B3DCBF30829C}">
                <dgm1612:spPr xmlns:dgm1612="http://schemas.microsoft.com/office/drawing/2016/12/diagram">
                  <a:solidFill>
                    <a:schemeClr val="accent1"/>
                  </a:solidFill>
                </dgm1612:spPr>
              </a:ext>
            </dgm:extLst>
          </dgm:shape>
          <dgm:presOf/>
          <dgm:constrLst/>
          <dgm:ruleLst/>
        </dgm:layoutNode>
        <dgm:layoutNode name="titleText" styleLbl="revTx">
          <dgm:varLst>
            <dgm:chMax val="0"/>
            <dgm:chPref val="0"/>
          </dgm:varLst>
          <dgm:alg type="tx">
            <dgm:param type="txAnchorVert" val="mid"/>
            <dgm:param type="parTxLTRAlign" val="l"/>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8" fact="NaN" max="NaN"/>
          </dgm:ruleLst>
        </dgm:layoutNode>
        <dgm:layoutNode name="bodyText" styleLbl="revTx">
          <dgm:varLst>
            <dgm:chMax val="0"/>
            <dgm:chPref val="0"/>
          </dgm:varLst>
          <dgm:alg type="tx">
            <dgm:param type="txAnchorVert" val="t"/>
            <dgm:param type="parTxLTRAlign" val="l"/>
          </dgm:alg>
          <dgm:shape xmlns:r="http://schemas.openxmlformats.org/officeDocument/2006/relationships" type="rect" r:blip="">
            <dgm:adjLst/>
          </dgm:shape>
          <dgm:presOf axis="des" ptType="node"/>
          <dgm:constrLst>
            <dgm:constr type="lMarg"/>
            <dgm:constr type="rMarg"/>
            <dgm:constr type="tMarg"/>
            <dgm:constr type="bMarg"/>
          </dgm:constrLst>
          <dgm:ruleLst>
            <dgm:rule type="primFontSz" val="7"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defRPr b="1"/>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7.xml><?xml version="1.0" encoding="utf-8"?>
<dgm:layoutDef xmlns:dgm="http://schemas.openxmlformats.org/drawingml/2006/diagram" xmlns:a="http://schemas.openxmlformats.org/drawingml/2006/main" uniqueId="urn:microsoft.com/office/officeart/2005/8/layout/pList1">
  <dgm:title val=""/>
  <dgm:desc val=""/>
  <dgm:catLst>
    <dgm:cat type="list" pri="2000"/>
    <dgm:cat type="picture" pri="2500"/>
    <dgm:cat type="pictureconvert" pri="25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off" val="ctr"/>
          <dgm:param type="vertAlign" val="mid"/>
          <dgm:param type="horzAlign" val="ctr"/>
        </dgm:alg>
      </dgm:if>
      <dgm:else name="Name3">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1"/>
      <dgm:constr type="sp" refType="w" refFor="ch" refForName="compNode" op="equ" fact="0.1"/>
      <dgm:constr type="primFontSz" for="des" ptType="node" op="equ" val="65"/>
    </dgm:constrLst>
    <dgm:ruleLst/>
    <dgm:forEach name="Name4" axis="ch" ptType="node">
      <dgm:layoutNode name="compNode">
        <dgm:alg type="composite">
          <dgm:param type="ar" val="0.943"/>
        </dgm:alg>
        <dgm:shape xmlns:r="http://schemas.openxmlformats.org/officeDocument/2006/relationships" r:blip="">
          <dgm:adjLst/>
        </dgm:shape>
        <dgm:presOf axis="self"/>
        <dgm:constrLst>
          <dgm:constr type="h" refType="w" fact="1.06"/>
          <dgm:constr type="h" for="ch" forName="pictRect" refType="h" fact="0.65"/>
          <dgm:constr type="w" for="ch" forName="pictRect" refType="w"/>
          <dgm:constr type="l" for="ch" forName="pictRect"/>
          <dgm:constr type="t" for="ch" forName="pictRect"/>
          <dgm:constr type="w" for="ch" forName="textRect" refType="w"/>
          <dgm:constr type="h" for="ch" forName="textRect" refType="h" fact="0.35"/>
          <dgm:constr type="l" for="ch" forName="textRect"/>
          <dgm:constr type="t" for="ch" forName="textRect" refType="b" refFor="ch" refForName="pictRect"/>
        </dgm:constrLst>
        <dgm:ruleLst/>
        <dgm:layoutNode name="pictRect">
          <dgm:alg type="sp"/>
          <dgm:shape xmlns:r="http://schemas.openxmlformats.org/officeDocument/2006/relationships" type="roundRect" r:blip="" blipPhldr="1">
            <dgm:adjLst/>
          </dgm:shape>
          <dgm:presOf/>
          <dgm:constrLst/>
          <dgm:ruleLst/>
        </dgm:layoutNode>
        <dgm:layoutNode name="textRect" styleLbl="revTx">
          <dgm:varLst>
            <dgm:bulletEnabled val="1"/>
          </dgm:varLst>
          <dgm:alg type="tx">
            <dgm:param type="txAnchorVert" val="t"/>
          </dgm:alg>
          <dgm:shape xmlns:r="http://schemas.openxmlformats.org/officeDocument/2006/relationships" type="rect" r:blip="">
            <dgm:adjLst/>
          </dgm:shape>
          <dgm:presOf axis="desOrSelf" ptType="node"/>
          <dgm:constrLst>
            <dgm:constr type="bMarg"/>
          </dgm:constrLst>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1">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2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43">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08B8B31-1CFE-4A78-A796-40061C1B298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41F5D168-A009-4B34-B08F-277E0D6ABD9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3D47A4C-1800-412B-9042-C93F1924AECC}" type="datetimeFigureOut">
              <a:rPr lang="en-US" smtClean="0"/>
              <a:t>9/1/2026</a:t>
            </a:fld>
            <a:endParaRPr lang="en-US"/>
          </a:p>
        </p:txBody>
      </p:sp>
      <p:sp>
        <p:nvSpPr>
          <p:cNvPr id="4" name="Footer Placeholder 3">
            <a:extLst>
              <a:ext uri="{FF2B5EF4-FFF2-40B4-BE49-F238E27FC236}">
                <a16:creationId xmlns:a16="http://schemas.microsoft.com/office/drawing/2014/main" id="{810C826E-30C5-4DD2-97CD-F700F8EBBFC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4A1BE32A-EDDE-428D-8FA7-84F681D978C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81FD62-43B6-432F-96E1-BCDE3916E10C}" type="slidenum">
              <a:rPr lang="en-US" smtClean="0"/>
              <a:t>‹#›</a:t>
            </a:fld>
            <a:endParaRPr lang="en-US"/>
          </a:p>
        </p:txBody>
      </p:sp>
    </p:spTree>
    <p:extLst>
      <p:ext uri="{BB962C8B-B14F-4D97-AF65-F5344CB8AC3E}">
        <p14:creationId xmlns:p14="http://schemas.microsoft.com/office/powerpoint/2010/main" val="14993833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00EB3D-2307-4317-8A1D-B47FA45245F0}" type="datetimeFigureOut">
              <a:rPr lang="en-US" noProof="0" smtClean="0"/>
              <a:t>9/1/2026</a:t>
            </a:fld>
            <a:endParaRPr lang="en-US" noProof="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D78A92-0141-4330-8F3E-FAADFAC23844}" type="slidenum">
              <a:rPr lang="en-US" noProof="0" smtClean="0"/>
              <a:t>‹#›</a:t>
            </a:fld>
            <a:endParaRPr lang="en-US" noProof="0"/>
          </a:p>
        </p:txBody>
      </p:sp>
    </p:spTree>
    <p:extLst>
      <p:ext uri="{BB962C8B-B14F-4D97-AF65-F5344CB8AC3E}">
        <p14:creationId xmlns:p14="http://schemas.microsoft.com/office/powerpoint/2010/main" val="17488877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AD403-A15F-4A2F-B050-AB874136E732}"/>
              </a:ext>
            </a:extLst>
          </p:cNvPr>
          <p:cNvSpPr>
            <a:spLocks noGrp="1"/>
          </p:cNvSpPr>
          <p:nvPr>
            <p:ph type="title"/>
          </p:nvPr>
        </p:nvSpPr>
        <p:spPr>
          <a:xfrm>
            <a:off x="868680" y="804672"/>
            <a:ext cx="10460736" cy="3255264"/>
          </a:xfrm>
        </p:spPr>
        <p:txBody>
          <a:bodyPr anchor="b">
            <a:noAutofit/>
          </a:bodyPr>
          <a:lstStyle>
            <a:lvl1pPr algn="ctr">
              <a:defRPr sz="7200" b="0">
                <a:solidFill>
                  <a:schemeClr val="accent1">
                    <a:lumMod val="20000"/>
                    <a:lumOff val="80000"/>
                  </a:schemeClr>
                </a:solidFill>
              </a:defRPr>
            </a:lvl1pPr>
          </a:lstStyle>
          <a:p>
            <a:r>
              <a:rPr lang="en-US" noProof="0"/>
              <a:t>Click to edit Master title style</a:t>
            </a:r>
            <a:endParaRPr lang="en-US" noProof="0" dirty="0"/>
          </a:p>
        </p:txBody>
      </p:sp>
      <p:sp>
        <p:nvSpPr>
          <p:cNvPr id="36" name="Text Placeholder 14">
            <a:extLst>
              <a:ext uri="{FF2B5EF4-FFF2-40B4-BE49-F238E27FC236}">
                <a16:creationId xmlns:a16="http://schemas.microsoft.com/office/drawing/2014/main" id="{2A3D73F7-77EC-4576-B541-20C032F462DC}"/>
              </a:ext>
            </a:extLst>
          </p:cNvPr>
          <p:cNvSpPr>
            <a:spLocks noGrp="1"/>
          </p:cNvSpPr>
          <p:nvPr userDrawn="1">
            <p:ph type="body" sz="quarter" idx="13"/>
          </p:nvPr>
        </p:nvSpPr>
        <p:spPr>
          <a:xfrm>
            <a:off x="3081573" y="4526280"/>
            <a:ext cx="6028854" cy="914400"/>
          </a:xfrm>
        </p:spPr>
        <p:txBody>
          <a:bodyPr anchor="t">
            <a:normAutofit/>
          </a:bodyPr>
          <a:lstStyle>
            <a:lvl1pPr marL="0" indent="0" algn="ctr">
              <a:buNone/>
              <a:defRPr sz="1600" b="0" i="0" cap="all" spc="300" baseline="0">
                <a:solidFill>
                  <a:schemeClr val="accent1">
                    <a:lumMod val="20000"/>
                    <a:lumOff val="80000"/>
                  </a:schemeClr>
                </a:solidFill>
              </a:defRPr>
            </a:lvl1pPr>
          </a:lstStyle>
          <a:p>
            <a:pPr lvl="0"/>
            <a:r>
              <a:rPr lang="en-US" noProof="0"/>
              <a:t>Click to edit Master text styles</a:t>
            </a:r>
          </a:p>
        </p:txBody>
      </p:sp>
      <p:sp>
        <p:nvSpPr>
          <p:cNvPr id="21" name="Rectangle 20">
            <a:extLst>
              <a:ext uri="{FF2B5EF4-FFF2-40B4-BE49-F238E27FC236}">
                <a16:creationId xmlns:a16="http://schemas.microsoft.com/office/drawing/2014/main" id="{2123959E-C8AF-2C32-A4AC-D79C711CACEF}"/>
              </a:ext>
            </a:extLst>
          </p:cNvPr>
          <p:cNvSpPr/>
          <p:nvPr userDrawn="1"/>
        </p:nvSpPr>
        <p:spPr>
          <a:xfrm>
            <a:off x="361950" y="327025"/>
            <a:ext cx="11468100" cy="6203950"/>
          </a:xfrm>
          <a:prstGeom prst="rect">
            <a:avLst/>
          </a:prstGeom>
          <a:noFill/>
          <a:ln w="28575" cap="flat">
            <a:solidFill>
              <a:schemeClr val="accent3">
                <a:lumMod val="40000"/>
                <a:lumOff val="60000"/>
              </a:schemeClr>
            </a:solidFill>
            <a:prstDash val="solid"/>
            <a:miter/>
          </a:ln>
        </p:spPr>
        <p:txBody>
          <a:bodyPr rtlCol="0" anchor="ctr"/>
          <a:lstStyle/>
          <a:p>
            <a:pPr algn="l"/>
            <a:endParaRPr lang="en-US" dirty="0">
              <a:latin typeface="Yu Gothic UI Semilight" panose="020B0400000000000000" pitchFamily="34" charset="-128"/>
            </a:endParaRPr>
          </a:p>
        </p:txBody>
      </p:sp>
      <p:grpSp>
        <p:nvGrpSpPr>
          <p:cNvPr id="48" name="Group 47">
            <a:extLst>
              <a:ext uri="{FF2B5EF4-FFF2-40B4-BE49-F238E27FC236}">
                <a16:creationId xmlns:a16="http://schemas.microsoft.com/office/drawing/2014/main" id="{1991AA11-ABBF-BFA0-AACD-5E0262702116}"/>
              </a:ext>
            </a:extLst>
          </p:cNvPr>
          <p:cNvGrpSpPr/>
          <p:nvPr userDrawn="1"/>
        </p:nvGrpSpPr>
        <p:grpSpPr>
          <a:xfrm>
            <a:off x="6096000" y="327025"/>
            <a:ext cx="0" cy="6203950"/>
            <a:chOff x="6096000" y="327025"/>
            <a:chExt cx="0" cy="6203950"/>
          </a:xfrm>
        </p:grpSpPr>
        <p:cxnSp>
          <p:nvCxnSpPr>
            <p:cNvPr id="49" name="Straight Connector 48">
              <a:extLst>
                <a:ext uri="{FF2B5EF4-FFF2-40B4-BE49-F238E27FC236}">
                  <a16:creationId xmlns:a16="http://schemas.microsoft.com/office/drawing/2014/main" id="{8CB6BE39-5971-4916-1DD7-91D7C3F31234}"/>
                </a:ext>
              </a:extLst>
            </p:cNvPr>
            <p:cNvCxnSpPr>
              <a:cxnSpLocks/>
            </p:cNvCxnSpPr>
            <p:nvPr/>
          </p:nvCxnSpPr>
          <p:spPr>
            <a:xfrm flipV="1">
              <a:off x="6096000" y="6281057"/>
              <a:ext cx="0" cy="249918"/>
            </a:xfrm>
            <a:prstGeom prst="line">
              <a:avLst/>
            </a:prstGeom>
            <a:ln w="28575">
              <a:solidFill>
                <a:schemeClr val="accent3">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5CD84773-7D11-C9D4-A19C-4265A176EBAA}"/>
                </a:ext>
              </a:extLst>
            </p:cNvPr>
            <p:cNvCxnSpPr>
              <a:cxnSpLocks/>
            </p:cNvCxnSpPr>
            <p:nvPr/>
          </p:nvCxnSpPr>
          <p:spPr>
            <a:xfrm flipV="1">
              <a:off x="6096000" y="327025"/>
              <a:ext cx="0" cy="249918"/>
            </a:xfrm>
            <a:prstGeom prst="line">
              <a:avLst/>
            </a:prstGeom>
            <a:ln w="28575">
              <a:solidFill>
                <a:schemeClr val="accent3">
                  <a:lumMod val="40000"/>
                  <a:lumOff val="6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9668199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838200" y="853333"/>
            <a:ext cx="4844143" cy="5151334"/>
          </a:xfrm>
        </p:spPr>
        <p:txBody>
          <a:bodyPr anchor="ctr">
            <a:normAutofit/>
          </a:bodyPr>
          <a:lstStyle>
            <a:lvl1pPr algn="ctr">
              <a:defRPr sz="3600">
                <a:solidFill>
                  <a:schemeClr val="accent3"/>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6455229" y="853333"/>
            <a:ext cx="4920342" cy="5151334"/>
          </a:xfrm>
        </p:spPr>
        <p:txBody>
          <a:bodyPr anchor="ctr" anchorCtr="0">
            <a:normAutofit/>
          </a:bodyPr>
          <a:lstStyle>
            <a:lvl1pPr marL="0" indent="0" algn="ctr">
              <a:lnSpc>
                <a:spcPct val="200000"/>
              </a:lnSpc>
              <a:buNone/>
              <a:defRPr lang="en-US" sz="1600" kern="1200" cap="all" spc="300" dirty="0">
                <a:solidFill>
                  <a:prstClr val="black"/>
                </a:solidFill>
                <a:latin typeface="Yu Gothic UI Semilight" panose="020B0400000000000000" pitchFamily="34" charset="-128"/>
                <a:ea typeface="+mn-ea"/>
                <a:cs typeface="+mn-cs"/>
              </a:defRPr>
            </a:lvl1pPr>
            <a:lvl2pPr marL="742950" indent="-285750" algn="ctr">
              <a:lnSpc>
                <a:spcPct val="120000"/>
              </a:lnSpc>
              <a:buFont typeface="Arial" panose="020B0604020202020204" pitchFamily="34" charset="0"/>
              <a:buChar char="•"/>
              <a:defRPr lang="en-US" sz="1600" kern="1200" cap="none" spc="0" baseline="0" dirty="0">
                <a:solidFill>
                  <a:prstClr val="black"/>
                </a:solidFill>
                <a:latin typeface="Yu Gothic UI Semilight" panose="020B0400000000000000" pitchFamily="34" charset="-128"/>
                <a:ea typeface="+mn-ea"/>
                <a:cs typeface="+mn-cs"/>
              </a:defRPr>
            </a:lvl2pPr>
            <a:lvl3pPr marL="1200150" indent="-285750" algn="ctr">
              <a:lnSpc>
                <a:spcPct val="120000"/>
              </a:lnSpc>
              <a:buFont typeface="Arial" panose="020B0604020202020204" pitchFamily="34" charset="0"/>
              <a:buChar char="•"/>
              <a:defRPr lang="en-US" sz="1600" kern="1200" cap="none" spc="0" baseline="0" dirty="0">
                <a:solidFill>
                  <a:prstClr val="black"/>
                </a:solidFill>
                <a:latin typeface="Yu Gothic UI Semilight" panose="020B0400000000000000" pitchFamily="34" charset="-128"/>
                <a:ea typeface="+mn-ea"/>
                <a:cs typeface="+mn-cs"/>
              </a:defRPr>
            </a:lvl3pPr>
            <a:lvl4pPr marL="1657350" indent="-285750" algn="ctr">
              <a:lnSpc>
                <a:spcPct val="120000"/>
              </a:lnSpc>
              <a:buFont typeface="Arial" panose="020B0604020202020204" pitchFamily="34" charset="0"/>
              <a:buChar char="•"/>
              <a:defRPr lang="en-US" sz="1600" kern="1200" cap="none" spc="0" baseline="0" dirty="0">
                <a:solidFill>
                  <a:prstClr val="black"/>
                </a:solidFill>
                <a:latin typeface="Yu Gothic UI Semilight" panose="020B0400000000000000" pitchFamily="34" charset="-128"/>
                <a:ea typeface="+mn-ea"/>
                <a:cs typeface="+mn-cs"/>
              </a:defRPr>
            </a:lvl4pPr>
            <a:lvl5pPr marL="2114550" indent="-285750" algn="ctr">
              <a:lnSpc>
                <a:spcPct val="120000"/>
              </a:lnSpc>
              <a:buFont typeface="Arial" panose="020B0604020202020204" pitchFamily="34" charset="0"/>
              <a:buChar char="•"/>
              <a:defRPr lang="en-US" sz="1600" kern="1200" cap="none" spc="0" baseline="0" dirty="0">
                <a:solidFill>
                  <a:prstClr val="black"/>
                </a:solidFill>
                <a:latin typeface="Yu Gothic UI Semilight" panose="020B0400000000000000" pitchFamily="34" charset="-128"/>
                <a:ea typeface="+mn-ea"/>
                <a:cs typeface="+mn-cs"/>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er Placeholder 4">
            <a:extLst>
              <a:ext uri="{FF2B5EF4-FFF2-40B4-BE49-F238E27FC236}">
                <a16:creationId xmlns:a16="http://schemas.microsoft.com/office/drawing/2014/main" id="{EC2FAC39-06DA-FEF0-2302-B02B7C1CD3B1}"/>
              </a:ext>
            </a:extLst>
          </p:cNvPr>
          <p:cNvSpPr>
            <a:spLocks noGrp="1"/>
          </p:cNvSpPr>
          <p:nvPr>
            <p:ph type="ftr" sz="quarter" idx="3"/>
          </p:nvPr>
        </p:nvSpPr>
        <p:spPr>
          <a:xfrm>
            <a:off x="838200" y="6118484"/>
            <a:ext cx="3398763" cy="365125"/>
          </a:xfrm>
          <a:prstGeom prst="rect">
            <a:avLst/>
          </a:prstGeom>
        </p:spPr>
        <p:txBody>
          <a:bodyPr vert="horz" lIns="91440" tIns="45720" rIns="91440" bIns="45720" rtlCol="0" anchor="ctr"/>
          <a:lstStyle>
            <a:lvl1pPr algn="l">
              <a:defRPr sz="1100" cap="all" spc="300" baseline="0">
                <a:solidFill>
                  <a:schemeClr val="accent3"/>
                </a:solidFill>
              </a:defRPr>
            </a:lvl1pPr>
          </a:lstStyle>
          <a:p>
            <a:endParaRPr lang="en-US" dirty="0"/>
          </a:p>
        </p:txBody>
      </p:sp>
      <p:sp>
        <p:nvSpPr>
          <p:cNvPr id="9" name="Date Placeholder 3">
            <a:extLst>
              <a:ext uri="{FF2B5EF4-FFF2-40B4-BE49-F238E27FC236}">
                <a16:creationId xmlns:a16="http://schemas.microsoft.com/office/drawing/2014/main" id="{6244C766-4DBD-CE50-9374-1427F1FAE856}"/>
              </a:ext>
            </a:extLst>
          </p:cNvPr>
          <p:cNvSpPr>
            <a:spLocks noGrp="1"/>
          </p:cNvSpPr>
          <p:nvPr>
            <p:ph type="dt" sz="half" idx="2"/>
          </p:nvPr>
        </p:nvSpPr>
        <p:spPr>
          <a:xfrm>
            <a:off x="8610600" y="6118484"/>
            <a:ext cx="2743200" cy="365125"/>
          </a:xfrm>
          <a:prstGeom prst="rect">
            <a:avLst/>
          </a:prstGeom>
        </p:spPr>
        <p:txBody>
          <a:bodyPr vert="horz" lIns="91440" tIns="45720" rIns="91440" bIns="45720" rtlCol="0" anchor="ctr"/>
          <a:lstStyle>
            <a:lvl1pPr algn="r">
              <a:defRPr sz="1100">
                <a:solidFill>
                  <a:schemeClr val="accent3"/>
                </a:solidFill>
              </a:defRPr>
            </a:lvl1pPr>
          </a:lstStyle>
          <a:p>
            <a:fld id="{0B4AC9CD-0374-4BE7-8481-7982C4A3E9D1}" type="datetime1">
              <a:rPr lang="en-US" smtClean="0"/>
              <a:t>9/1/2026</a:t>
            </a:fld>
            <a:endParaRPr lang="en-US" dirty="0"/>
          </a:p>
        </p:txBody>
      </p:sp>
    </p:spTree>
    <p:extLst>
      <p:ext uri="{BB962C8B-B14F-4D97-AF65-F5344CB8AC3E}">
        <p14:creationId xmlns:p14="http://schemas.microsoft.com/office/powerpoint/2010/main" val="10008267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01">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AD403-A15F-4A2F-B050-AB874136E732}"/>
              </a:ext>
            </a:extLst>
          </p:cNvPr>
          <p:cNvSpPr>
            <a:spLocks noGrp="1"/>
          </p:cNvSpPr>
          <p:nvPr>
            <p:ph type="title"/>
          </p:nvPr>
        </p:nvSpPr>
        <p:spPr>
          <a:xfrm>
            <a:off x="838200" y="853334"/>
            <a:ext cx="4844142" cy="5151334"/>
          </a:xfrm>
        </p:spPr>
        <p:txBody>
          <a:bodyPr anchor="t">
            <a:noAutofit/>
          </a:bodyPr>
          <a:lstStyle>
            <a:lvl1pPr algn="l">
              <a:defRPr sz="5400" b="0">
                <a:solidFill>
                  <a:schemeClr val="accent1">
                    <a:lumMod val="20000"/>
                    <a:lumOff val="80000"/>
                  </a:schemeClr>
                </a:solidFill>
              </a:defRPr>
            </a:lvl1pPr>
          </a:lstStyle>
          <a:p>
            <a:r>
              <a:rPr lang="en-US" noProof="0"/>
              <a:t>Click to edit Master title style</a:t>
            </a:r>
            <a:endParaRPr lang="en-US" noProof="0" dirty="0"/>
          </a:p>
        </p:txBody>
      </p:sp>
      <p:sp>
        <p:nvSpPr>
          <p:cNvPr id="8" name="Picture Placeholder 7">
            <a:extLst>
              <a:ext uri="{FF2B5EF4-FFF2-40B4-BE49-F238E27FC236}">
                <a16:creationId xmlns:a16="http://schemas.microsoft.com/office/drawing/2014/main" id="{402CFA45-BBBD-162A-70AD-0B375405784D}"/>
              </a:ext>
            </a:extLst>
          </p:cNvPr>
          <p:cNvSpPr>
            <a:spLocks noGrp="1"/>
          </p:cNvSpPr>
          <p:nvPr>
            <p:ph type="pic" sz="quarter" idx="11"/>
          </p:nvPr>
        </p:nvSpPr>
        <p:spPr>
          <a:xfrm>
            <a:off x="6428012" y="685800"/>
            <a:ext cx="5070020" cy="5486400"/>
          </a:xfrm>
          <a:custGeom>
            <a:avLst/>
            <a:gdLst>
              <a:gd name="connsiteX0" fmla="*/ 5070020 w 5070020"/>
              <a:gd name="connsiteY0" fmla="*/ 0 h 5486400"/>
              <a:gd name="connsiteX1" fmla="*/ 5070020 w 5070020"/>
              <a:gd name="connsiteY1" fmla="*/ 5486400 h 5486400"/>
              <a:gd name="connsiteX2" fmla="*/ 0 w 5070020"/>
              <a:gd name="connsiteY2" fmla="*/ 5486399 h 5486400"/>
              <a:gd name="connsiteX3" fmla="*/ 0 w 5070020"/>
              <a:gd name="connsiteY3" fmla="*/ 579095 h 5486400"/>
              <a:gd name="connsiteX4" fmla="*/ 268 w 5070020"/>
              <a:gd name="connsiteY4" fmla="*/ 579362 h 5486400"/>
              <a:gd name="connsiteX5" fmla="*/ 582189 w 5070020"/>
              <a:gd name="connsiteY5" fmla="*/ 266 h 5486400"/>
              <a:gd name="connsiteX6" fmla="*/ 581922 w 5070020"/>
              <a:gd name="connsiteY6" fmla="*/ 1 h 548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70020" h="5486400">
                <a:moveTo>
                  <a:pt x="5070020" y="0"/>
                </a:moveTo>
                <a:lnTo>
                  <a:pt x="5070020" y="5486400"/>
                </a:lnTo>
                <a:lnTo>
                  <a:pt x="0" y="5486399"/>
                </a:lnTo>
                <a:lnTo>
                  <a:pt x="0" y="579095"/>
                </a:lnTo>
                <a:lnTo>
                  <a:pt x="268" y="579362"/>
                </a:lnTo>
                <a:lnTo>
                  <a:pt x="582189" y="266"/>
                </a:lnTo>
                <a:lnTo>
                  <a:pt x="581922" y="1"/>
                </a:lnTo>
                <a:close/>
              </a:path>
            </a:pathLst>
          </a:custGeom>
        </p:spPr>
        <p:txBody>
          <a:bodyPr wrap="square">
            <a:noAutofit/>
          </a:bodyPr>
          <a:lstStyle>
            <a:lvl1pPr marL="0" indent="0" algn="ctr">
              <a:buNone/>
              <a:defRPr sz="1600"/>
            </a:lvl1pPr>
          </a:lstStyle>
          <a:p>
            <a:r>
              <a:rPr lang="en-US"/>
              <a:t>Click icon to add picture</a:t>
            </a:r>
          </a:p>
        </p:txBody>
      </p:sp>
      <p:sp>
        <p:nvSpPr>
          <p:cNvPr id="4" name="Rectangle 3">
            <a:extLst>
              <a:ext uri="{FF2B5EF4-FFF2-40B4-BE49-F238E27FC236}">
                <a16:creationId xmlns:a16="http://schemas.microsoft.com/office/drawing/2014/main" id="{35CD2915-BBAC-A1F0-BC9D-D3EBE576B6CA}"/>
              </a:ext>
            </a:extLst>
          </p:cNvPr>
          <p:cNvSpPr/>
          <p:nvPr userDrawn="1"/>
        </p:nvSpPr>
        <p:spPr>
          <a:xfrm>
            <a:off x="361950" y="327025"/>
            <a:ext cx="11468100" cy="6203950"/>
          </a:xfrm>
          <a:prstGeom prst="rect">
            <a:avLst/>
          </a:prstGeom>
          <a:noFill/>
          <a:ln w="28575" cap="flat">
            <a:solidFill>
              <a:schemeClr val="accent3">
                <a:lumMod val="40000"/>
                <a:lumOff val="60000"/>
              </a:schemeClr>
            </a:solidFill>
            <a:prstDash val="solid"/>
            <a:miter/>
          </a:ln>
        </p:spPr>
        <p:txBody>
          <a:bodyPr rtlCol="0" anchor="ctr"/>
          <a:lstStyle/>
          <a:p>
            <a:pPr algn="l"/>
            <a:endParaRPr lang="en-US" dirty="0">
              <a:latin typeface="Yu Gothic UI Semilight" panose="020B0400000000000000" pitchFamily="34" charset="-128"/>
            </a:endParaRPr>
          </a:p>
        </p:txBody>
      </p:sp>
      <p:cxnSp>
        <p:nvCxnSpPr>
          <p:cNvPr id="6" name="Straight Connector 5">
            <a:extLst>
              <a:ext uri="{FF2B5EF4-FFF2-40B4-BE49-F238E27FC236}">
                <a16:creationId xmlns:a16="http://schemas.microsoft.com/office/drawing/2014/main" id="{731F310B-7369-4DED-0D01-CE0B2057D9A2}"/>
              </a:ext>
            </a:extLst>
          </p:cNvPr>
          <p:cNvCxnSpPr>
            <a:cxnSpLocks/>
          </p:cNvCxnSpPr>
          <p:nvPr/>
        </p:nvCxnSpPr>
        <p:spPr>
          <a:xfrm flipV="1">
            <a:off x="6096000" y="6281057"/>
            <a:ext cx="0" cy="249918"/>
          </a:xfrm>
          <a:prstGeom prst="line">
            <a:avLst/>
          </a:prstGeom>
          <a:ln w="2857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C7F80554-A5C0-4DF5-30C7-E8509F4304C5}"/>
              </a:ext>
            </a:extLst>
          </p:cNvPr>
          <p:cNvCxnSpPr>
            <a:cxnSpLocks/>
          </p:cNvCxnSpPr>
          <p:nvPr/>
        </p:nvCxnSpPr>
        <p:spPr>
          <a:xfrm flipV="1">
            <a:off x="6096000" y="327025"/>
            <a:ext cx="0" cy="6160861"/>
          </a:xfrm>
          <a:prstGeom prst="line">
            <a:avLst/>
          </a:prstGeom>
          <a:ln w="28575">
            <a:solidFill>
              <a:schemeClr val="accent3">
                <a:lumMod val="40000"/>
                <a:lumOff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47225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01">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A9154-5D3B-2CDD-4D46-FD8867EFC004}"/>
              </a:ext>
            </a:extLst>
          </p:cNvPr>
          <p:cNvSpPr>
            <a:spLocks noGrp="1"/>
          </p:cNvSpPr>
          <p:nvPr>
            <p:ph type="title"/>
          </p:nvPr>
        </p:nvSpPr>
        <p:spPr>
          <a:xfrm>
            <a:off x="838200" y="853333"/>
            <a:ext cx="4844143" cy="5151334"/>
          </a:xfrm>
        </p:spPr>
        <p:txBody>
          <a:bodyPr anchor="ctr">
            <a:normAutofit/>
          </a:bodyPr>
          <a:lstStyle>
            <a:lvl1pPr algn="ctr">
              <a:defRPr sz="3600">
                <a:solidFill>
                  <a:schemeClr val="accent3"/>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6455228" y="853333"/>
            <a:ext cx="4997631" cy="5151334"/>
          </a:xfrm>
        </p:spPr>
        <p:txBody>
          <a:bodyPr anchor="ctr" anchorCtr="0">
            <a:normAutofit/>
          </a:bodyPr>
          <a:lstStyle>
            <a:lvl1pPr marL="0" indent="0">
              <a:lnSpc>
                <a:spcPct val="100000"/>
              </a:lnSpc>
              <a:buFont typeface="Arial" panose="020B0604020202020204" pitchFamily="34" charset="0"/>
              <a:buNone/>
              <a:defRPr lang="en-US" sz="2000" kern="1200" dirty="0">
                <a:solidFill>
                  <a:schemeClr val="tx1"/>
                </a:solidFill>
                <a:latin typeface="Yu Gothic UI Semilight" panose="020B0400000000000000" pitchFamily="34" charset="-128"/>
                <a:ea typeface="+mn-ea"/>
                <a:cs typeface="+mn-cs"/>
              </a:defRPr>
            </a:lvl1pPr>
            <a:lvl2pPr marL="800100" indent="-342900">
              <a:lnSpc>
                <a:spcPct val="100000"/>
              </a:lnSpc>
              <a:buFont typeface="Arial" panose="020B0604020202020204" pitchFamily="34" charset="0"/>
              <a:buChar char="•"/>
              <a:defRPr lang="en-US" sz="2000" kern="1200" dirty="0">
                <a:solidFill>
                  <a:schemeClr val="tx1"/>
                </a:solidFill>
                <a:latin typeface="Yu Gothic UI Semilight" panose="020B0400000000000000" pitchFamily="34" charset="-128"/>
                <a:ea typeface="+mn-ea"/>
                <a:cs typeface="+mn-cs"/>
              </a:defRPr>
            </a:lvl2pPr>
            <a:lvl3pPr marL="1257300" indent="-342900">
              <a:lnSpc>
                <a:spcPct val="100000"/>
              </a:lnSpc>
              <a:buFont typeface="Arial" panose="020B0604020202020204" pitchFamily="34" charset="0"/>
              <a:buChar char="•"/>
              <a:defRPr lang="en-US" sz="2000" kern="1200" dirty="0">
                <a:solidFill>
                  <a:schemeClr val="tx1"/>
                </a:solidFill>
                <a:latin typeface="Yu Gothic UI Semilight" panose="020B0400000000000000" pitchFamily="34" charset="-128"/>
                <a:ea typeface="+mn-ea"/>
                <a:cs typeface="+mn-cs"/>
              </a:defRPr>
            </a:lvl3pPr>
            <a:lvl4pPr marL="1714500" indent="-342900">
              <a:lnSpc>
                <a:spcPct val="100000"/>
              </a:lnSpc>
              <a:buFont typeface="Arial" panose="020B0604020202020204" pitchFamily="34" charset="0"/>
              <a:buChar char="•"/>
              <a:defRPr lang="en-US" sz="2000" kern="1200" dirty="0">
                <a:solidFill>
                  <a:schemeClr val="tx1"/>
                </a:solidFill>
                <a:latin typeface="Yu Gothic UI Semilight" panose="020B0400000000000000" pitchFamily="34" charset="-128"/>
                <a:ea typeface="+mn-ea"/>
                <a:cs typeface="+mn-cs"/>
              </a:defRPr>
            </a:lvl4pPr>
            <a:lvl5pPr marL="2171700" indent="-342900">
              <a:lnSpc>
                <a:spcPct val="100000"/>
              </a:lnSpc>
              <a:buFont typeface="Arial" panose="020B0604020202020204" pitchFamily="34" charset="0"/>
              <a:buChar char="•"/>
              <a:defRPr lang="en-US" sz="2000" kern="1200" dirty="0">
                <a:solidFill>
                  <a:schemeClr val="tx1"/>
                </a:solidFill>
                <a:latin typeface="Yu Gothic UI Semilight" panose="020B0400000000000000" pitchFamily="34" charset="-128"/>
                <a:ea typeface="+mn-ea"/>
                <a:cs typeface="+mn-cs"/>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Footer Placeholder 4">
            <a:extLst>
              <a:ext uri="{FF2B5EF4-FFF2-40B4-BE49-F238E27FC236}">
                <a16:creationId xmlns:a16="http://schemas.microsoft.com/office/drawing/2014/main" id="{024DDF44-6A4A-DA03-A8BE-598DC99E8900}"/>
              </a:ext>
            </a:extLst>
          </p:cNvPr>
          <p:cNvSpPr>
            <a:spLocks noGrp="1"/>
          </p:cNvSpPr>
          <p:nvPr>
            <p:ph type="ftr" sz="quarter" idx="3"/>
          </p:nvPr>
        </p:nvSpPr>
        <p:spPr>
          <a:xfrm>
            <a:off x="838200" y="6118484"/>
            <a:ext cx="3398763" cy="365125"/>
          </a:xfrm>
          <a:prstGeom prst="rect">
            <a:avLst/>
          </a:prstGeom>
        </p:spPr>
        <p:txBody>
          <a:bodyPr vert="horz" lIns="91440" tIns="45720" rIns="91440" bIns="45720" rtlCol="0" anchor="ctr"/>
          <a:lstStyle>
            <a:lvl1pPr algn="l">
              <a:defRPr sz="1100" cap="all" spc="300" baseline="0">
                <a:solidFill>
                  <a:schemeClr val="accent3"/>
                </a:solidFill>
              </a:defRPr>
            </a:lvl1pPr>
          </a:lstStyle>
          <a:p>
            <a:endParaRPr lang="en-US" dirty="0"/>
          </a:p>
        </p:txBody>
      </p:sp>
      <p:sp>
        <p:nvSpPr>
          <p:cNvPr id="13" name="Date Placeholder 3">
            <a:extLst>
              <a:ext uri="{FF2B5EF4-FFF2-40B4-BE49-F238E27FC236}">
                <a16:creationId xmlns:a16="http://schemas.microsoft.com/office/drawing/2014/main" id="{27F1B34D-5253-5267-DEAA-572BCF19BF8A}"/>
              </a:ext>
            </a:extLst>
          </p:cNvPr>
          <p:cNvSpPr>
            <a:spLocks noGrp="1"/>
          </p:cNvSpPr>
          <p:nvPr>
            <p:ph type="dt" sz="half" idx="2"/>
          </p:nvPr>
        </p:nvSpPr>
        <p:spPr>
          <a:xfrm>
            <a:off x="8610600" y="6118484"/>
            <a:ext cx="2743200" cy="365125"/>
          </a:xfrm>
          <a:prstGeom prst="rect">
            <a:avLst/>
          </a:prstGeom>
        </p:spPr>
        <p:txBody>
          <a:bodyPr vert="horz" lIns="91440" tIns="45720" rIns="91440" bIns="45720" rtlCol="0" anchor="ctr"/>
          <a:lstStyle>
            <a:lvl1pPr algn="r">
              <a:defRPr sz="1100">
                <a:solidFill>
                  <a:schemeClr val="accent3"/>
                </a:solidFill>
              </a:defRPr>
            </a:lvl1pPr>
          </a:lstStyle>
          <a:p>
            <a:fld id="{222400DF-651A-4479-9C74-9CDA47151016}" type="datetime1">
              <a:rPr lang="en-US" smtClean="0"/>
              <a:t>9/1/2026</a:t>
            </a:fld>
            <a:endParaRPr lang="en-US" dirty="0"/>
          </a:p>
        </p:txBody>
      </p:sp>
    </p:spTree>
    <p:extLst>
      <p:ext uri="{BB962C8B-B14F-4D97-AF65-F5344CB8AC3E}">
        <p14:creationId xmlns:p14="http://schemas.microsoft.com/office/powerpoint/2010/main" val="14562342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header 02">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AD403-A15F-4A2F-B050-AB874136E732}"/>
              </a:ext>
            </a:extLst>
          </p:cNvPr>
          <p:cNvSpPr>
            <a:spLocks noGrp="1"/>
          </p:cNvSpPr>
          <p:nvPr>
            <p:ph type="title"/>
          </p:nvPr>
        </p:nvSpPr>
        <p:spPr>
          <a:xfrm>
            <a:off x="838200" y="853334"/>
            <a:ext cx="4844142" cy="3939646"/>
          </a:xfrm>
        </p:spPr>
        <p:txBody>
          <a:bodyPr anchor="t">
            <a:noAutofit/>
          </a:bodyPr>
          <a:lstStyle>
            <a:lvl1pPr algn="l">
              <a:defRPr sz="5400" b="0">
                <a:solidFill>
                  <a:schemeClr val="accent1">
                    <a:lumMod val="20000"/>
                    <a:lumOff val="80000"/>
                  </a:schemeClr>
                </a:solidFill>
              </a:defRPr>
            </a:lvl1pPr>
          </a:lstStyle>
          <a:p>
            <a:r>
              <a:rPr lang="en-US" noProof="0"/>
              <a:t>Click to edit Master title style</a:t>
            </a:r>
            <a:endParaRPr lang="en-US" noProof="0" dirty="0"/>
          </a:p>
        </p:txBody>
      </p:sp>
      <p:sp>
        <p:nvSpPr>
          <p:cNvPr id="3" name="Text Placeholder 14">
            <a:extLst>
              <a:ext uri="{FF2B5EF4-FFF2-40B4-BE49-F238E27FC236}">
                <a16:creationId xmlns:a16="http://schemas.microsoft.com/office/drawing/2014/main" id="{4F555129-A180-DABF-24A6-1FBDA958D770}"/>
              </a:ext>
            </a:extLst>
          </p:cNvPr>
          <p:cNvSpPr>
            <a:spLocks noGrp="1"/>
          </p:cNvSpPr>
          <p:nvPr>
            <p:ph type="body" sz="quarter" idx="13"/>
          </p:nvPr>
        </p:nvSpPr>
        <p:spPr>
          <a:xfrm>
            <a:off x="838199" y="5029200"/>
            <a:ext cx="4844143" cy="1169761"/>
          </a:xfrm>
        </p:spPr>
        <p:txBody>
          <a:bodyPr anchor="b">
            <a:normAutofit/>
          </a:bodyPr>
          <a:lstStyle>
            <a:lvl1pPr marL="0" indent="0" algn="l">
              <a:buNone/>
              <a:defRPr sz="1800" b="0" i="0" cap="all" spc="300" baseline="0">
                <a:solidFill>
                  <a:schemeClr val="accent1">
                    <a:lumMod val="20000"/>
                    <a:lumOff val="80000"/>
                  </a:schemeClr>
                </a:solidFill>
              </a:defRPr>
            </a:lvl1pPr>
          </a:lstStyle>
          <a:p>
            <a:pPr lvl="0"/>
            <a:r>
              <a:rPr lang="en-US" noProof="0"/>
              <a:t>Click to edit Master text styles</a:t>
            </a:r>
          </a:p>
        </p:txBody>
      </p:sp>
      <p:sp>
        <p:nvSpPr>
          <p:cNvPr id="5" name="Picture Placeholder 4">
            <a:extLst>
              <a:ext uri="{FF2B5EF4-FFF2-40B4-BE49-F238E27FC236}">
                <a16:creationId xmlns:a16="http://schemas.microsoft.com/office/drawing/2014/main" id="{7E309519-3E22-556C-E01C-12137A86C950}"/>
              </a:ext>
            </a:extLst>
          </p:cNvPr>
          <p:cNvSpPr>
            <a:spLocks noGrp="1"/>
          </p:cNvSpPr>
          <p:nvPr>
            <p:ph type="pic" sz="quarter" idx="11"/>
          </p:nvPr>
        </p:nvSpPr>
        <p:spPr>
          <a:xfrm>
            <a:off x="6428012" y="685800"/>
            <a:ext cx="5070020" cy="5486400"/>
          </a:xfrm>
          <a:custGeom>
            <a:avLst/>
            <a:gdLst>
              <a:gd name="connsiteX0" fmla="*/ 5070020 w 5070020"/>
              <a:gd name="connsiteY0" fmla="*/ 0 h 5486400"/>
              <a:gd name="connsiteX1" fmla="*/ 5070020 w 5070020"/>
              <a:gd name="connsiteY1" fmla="*/ 5486400 h 5486400"/>
              <a:gd name="connsiteX2" fmla="*/ 0 w 5070020"/>
              <a:gd name="connsiteY2" fmla="*/ 5486399 h 5486400"/>
              <a:gd name="connsiteX3" fmla="*/ 0 w 5070020"/>
              <a:gd name="connsiteY3" fmla="*/ 579095 h 5486400"/>
              <a:gd name="connsiteX4" fmla="*/ 268 w 5070020"/>
              <a:gd name="connsiteY4" fmla="*/ 579362 h 5486400"/>
              <a:gd name="connsiteX5" fmla="*/ 582189 w 5070020"/>
              <a:gd name="connsiteY5" fmla="*/ 266 h 5486400"/>
              <a:gd name="connsiteX6" fmla="*/ 581922 w 5070020"/>
              <a:gd name="connsiteY6" fmla="*/ 1 h 548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70020" h="5486400">
                <a:moveTo>
                  <a:pt x="5070020" y="0"/>
                </a:moveTo>
                <a:lnTo>
                  <a:pt x="5070020" y="5486400"/>
                </a:lnTo>
                <a:lnTo>
                  <a:pt x="0" y="5486399"/>
                </a:lnTo>
                <a:lnTo>
                  <a:pt x="0" y="579095"/>
                </a:lnTo>
                <a:lnTo>
                  <a:pt x="268" y="579362"/>
                </a:lnTo>
                <a:lnTo>
                  <a:pt x="582189" y="266"/>
                </a:lnTo>
                <a:lnTo>
                  <a:pt x="581922" y="1"/>
                </a:lnTo>
                <a:close/>
              </a:path>
            </a:pathLst>
          </a:custGeom>
        </p:spPr>
        <p:txBody>
          <a:bodyPr wrap="square">
            <a:noAutofit/>
          </a:bodyPr>
          <a:lstStyle>
            <a:lvl1pPr marL="0" indent="0" algn="ctr">
              <a:buNone/>
              <a:defRPr sz="1600"/>
            </a:lvl1pPr>
          </a:lstStyle>
          <a:p>
            <a:r>
              <a:rPr lang="en-US"/>
              <a:t>Click icon to add picture</a:t>
            </a:r>
          </a:p>
        </p:txBody>
      </p:sp>
      <p:sp>
        <p:nvSpPr>
          <p:cNvPr id="4" name="Rectangle 3">
            <a:extLst>
              <a:ext uri="{FF2B5EF4-FFF2-40B4-BE49-F238E27FC236}">
                <a16:creationId xmlns:a16="http://schemas.microsoft.com/office/drawing/2014/main" id="{35CD2915-BBAC-A1F0-BC9D-D3EBE576B6CA}"/>
              </a:ext>
            </a:extLst>
          </p:cNvPr>
          <p:cNvSpPr/>
          <p:nvPr userDrawn="1"/>
        </p:nvSpPr>
        <p:spPr>
          <a:xfrm>
            <a:off x="361950" y="327025"/>
            <a:ext cx="11468100" cy="6203950"/>
          </a:xfrm>
          <a:prstGeom prst="rect">
            <a:avLst/>
          </a:prstGeom>
          <a:noFill/>
          <a:ln w="28575" cap="flat">
            <a:solidFill>
              <a:schemeClr val="accent3">
                <a:lumMod val="60000"/>
                <a:lumOff val="40000"/>
              </a:schemeClr>
            </a:solidFill>
            <a:prstDash val="solid"/>
            <a:miter/>
          </a:ln>
        </p:spPr>
        <p:txBody>
          <a:bodyPr rtlCol="0" anchor="ctr"/>
          <a:lstStyle/>
          <a:p>
            <a:pPr algn="l"/>
            <a:endParaRPr lang="en-US" dirty="0">
              <a:latin typeface="Yu Gothic UI Semilight" panose="020B0400000000000000" pitchFamily="34" charset="-128"/>
            </a:endParaRPr>
          </a:p>
        </p:txBody>
      </p:sp>
      <p:cxnSp>
        <p:nvCxnSpPr>
          <p:cNvPr id="6" name="Straight Connector 5">
            <a:extLst>
              <a:ext uri="{FF2B5EF4-FFF2-40B4-BE49-F238E27FC236}">
                <a16:creationId xmlns:a16="http://schemas.microsoft.com/office/drawing/2014/main" id="{731F310B-7369-4DED-0D01-CE0B2057D9A2}"/>
              </a:ext>
            </a:extLst>
          </p:cNvPr>
          <p:cNvCxnSpPr>
            <a:cxnSpLocks/>
          </p:cNvCxnSpPr>
          <p:nvPr/>
        </p:nvCxnSpPr>
        <p:spPr>
          <a:xfrm flipV="1">
            <a:off x="6096000" y="6281057"/>
            <a:ext cx="0" cy="249918"/>
          </a:xfrm>
          <a:prstGeom prst="line">
            <a:avLst/>
          </a:prstGeom>
          <a:ln w="2857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C7F80554-A5C0-4DF5-30C7-E8509F4304C5}"/>
              </a:ext>
            </a:extLst>
          </p:cNvPr>
          <p:cNvCxnSpPr>
            <a:cxnSpLocks/>
          </p:cNvCxnSpPr>
          <p:nvPr/>
        </p:nvCxnSpPr>
        <p:spPr>
          <a:xfrm flipV="1">
            <a:off x="6096000" y="327025"/>
            <a:ext cx="0" cy="6160861"/>
          </a:xfrm>
          <a:prstGeom prst="line">
            <a:avLst/>
          </a:prstGeom>
          <a:ln w="2857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169335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01">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567DDB1-50BA-053F-5044-13CD972E03BF}"/>
              </a:ext>
            </a:extLst>
          </p:cNvPr>
          <p:cNvSpPr>
            <a:spLocks noGrp="1"/>
          </p:cNvSpPr>
          <p:nvPr>
            <p:ph type="title"/>
          </p:nvPr>
        </p:nvSpPr>
        <p:spPr>
          <a:xfrm>
            <a:off x="838200" y="853333"/>
            <a:ext cx="4844143" cy="2792412"/>
          </a:xfrm>
        </p:spPr>
        <p:txBody>
          <a:bodyPr anchor="t">
            <a:normAutofit/>
          </a:bodyPr>
          <a:lstStyle>
            <a:lvl1pPr algn="l">
              <a:defRPr sz="3600">
                <a:solidFill>
                  <a:schemeClr val="accent3"/>
                </a:solidFill>
              </a:defRPr>
            </a:lvl1pPr>
          </a:lstStyle>
          <a:p>
            <a:r>
              <a:rPr lang="en-US"/>
              <a:t>Click to edit Master title style</a:t>
            </a:r>
            <a:endParaRPr lang="en-US" dirty="0"/>
          </a:p>
        </p:txBody>
      </p:sp>
      <p:sp>
        <p:nvSpPr>
          <p:cNvPr id="2" name="Content Placeholder 3">
            <a:extLst>
              <a:ext uri="{FF2B5EF4-FFF2-40B4-BE49-F238E27FC236}">
                <a16:creationId xmlns:a16="http://schemas.microsoft.com/office/drawing/2014/main" id="{E0F5E438-B3C9-C45F-E900-E6E1E3E8DB1B}"/>
              </a:ext>
            </a:extLst>
          </p:cNvPr>
          <p:cNvSpPr>
            <a:spLocks noGrp="1"/>
          </p:cNvSpPr>
          <p:nvPr>
            <p:ph sz="half" idx="13"/>
          </p:nvPr>
        </p:nvSpPr>
        <p:spPr>
          <a:xfrm>
            <a:off x="838200" y="3813681"/>
            <a:ext cx="4898571" cy="2188317"/>
          </a:xfrm>
        </p:spPr>
        <p:txBody>
          <a:bodyPr>
            <a:normAutofit/>
          </a:bodyPr>
          <a:lstStyle>
            <a:lvl1pPr marL="0" indent="0">
              <a:lnSpc>
                <a:spcPct val="100000"/>
              </a:lnSpc>
              <a:buFont typeface="Arial" panose="020B0604020202020204" pitchFamily="34" charset="0"/>
              <a:buNone/>
              <a:defRPr sz="2000">
                <a:solidFill>
                  <a:schemeClr val="tx1"/>
                </a:solidFill>
              </a:defRPr>
            </a:lvl1pPr>
            <a:lvl2pPr marL="457200" indent="0">
              <a:lnSpc>
                <a:spcPct val="100000"/>
              </a:lnSpc>
              <a:buFont typeface="Arial" panose="020B0604020202020204" pitchFamily="34" charset="0"/>
              <a:buNone/>
              <a:defRPr sz="2000">
                <a:solidFill>
                  <a:schemeClr val="tx1"/>
                </a:solidFill>
              </a:defRPr>
            </a:lvl2pPr>
            <a:lvl3pPr marL="914400" indent="0">
              <a:lnSpc>
                <a:spcPct val="100000"/>
              </a:lnSpc>
              <a:buFont typeface="Arial" panose="020B0604020202020204" pitchFamily="34" charset="0"/>
              <a:buNone/>
              <a:defRPr sz="2000">
                <a:solidFill>
                  <a:schemeClr val="tx1"/>
                </a:solidFill>
              </a:defRPr>
            </a:lvl3pPr>
            <a:lvl4pPr marL="1371600" indent="0">
              <a:lnSpc>
                <a:spcPct val="100000"/>
              </a:lnSpc>
              <a:buFont typeface="Arial" panose="020B0604020202020204" pitchFamily="34" charset="0"/>
              <a:buNone/>
              <a:defRPr sz="2000">
                <a:solidFill>
                  <a:schemeClr val="tx1"/>
                </a:solidFill>
              </a:defRPr>
            </a:lvl4pPr>
            <a:lvl5pPr marL="1828800" indent="0">
              <a:lnSpc>
                <a:spcPct val="100000"/>
              </a:lnSpc>
              <a:buFont typeface="Arial" panose="020B0604020202020204" pitchFamily="34" charset="0"/>
              <a:buNone/>
              <a:defRPr sz="2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DFB03A-367B-9ADA-8071-E22871EC115F}"/>
              </a:ext>
            </a:extLst>
          </p:cNvPr>
          <p:cNvSpPr>
            <a:spLocks noGrp="1"/>
          </p:cNvSpPr>
          <p:nvPr>
            <p:ph sz="half" idx="2"/>
          </p:nvPr>
        </p:nvSpPr>
        <p:spPr>
          <a:xfrm>
            <a:off x="6509656" y="850392"/>
            <a:ext cx="4844144" cy="5404104"/>
          </a:xfrm>
        </p:spPr>
        <p:txBody>
          <a:bodyPr>
            <a:normAutofit/>
          </a:bodyPr>
          <a:lstStyle>
            <a:lvl1pPr marL="0" indent="0">
              <a:lnSpc>
                <a:spcPct val="100000"/>
              </a:lnSpc>
              <a:buNone/>
              <a:defRPr sz="2400">
                <a:solidFill>
                  <a:schemeClr val="tx1"/>
                </a:solidFill>
              </a:defRPr>
            </a:lvl1pPr>
            <a:lvl2pPr marL="800100" indent="-342900">
              <a:lnSpc>
                <a:spcPct val="100000"/>
              </a:lnSpc>
              <a:buFont typeface="Arial" panose="020B0604020202020204" pitchFamily="34" charset="0"/>
              <a:buChar char="•"/>
              <a:defRPr sz="2400">
                <a:solidFill>
                  <a:schemeClr val="tx1"/>
                </a:solidFill>
              </a:defRPr>
            </a:lvl2pPr>
            <a:lvl3pPr marL="1257300" indent="-342900">
              <a:lnSpc>
                <a:spcPct val="100000"/>
              </a:lnSpc>
              <a:buFont typeface="Arial" panose="020B0604020202020204" pitchFamily="34" charset="0"/>
              <a:buChar char="•"/>
              <a:defRPr sz="2400">
                <a:solidFill>
                  <a:schemeClr val="tx1"/>
                </a:solidFill>
              </a:defRPr>
            </a:lvl3pPr>
            <a:lvl4pPr marL="1714500" indent="-342900">
              <a:lnSpc>
                <a:spcPct val="100000"/>
              </a:lnSpc>
              <a:buFont typeface="Arial" panose="020B0604020202020204" pitchFamily="34" charset="0"/>
              <a:buChar char="•"/>
              <a:defRPr sz="2400">
                <a:solidFill>
                  <a:schemeClr val="tx1"/>
                </a:solidFill>
              </a:defRPr>
            </a:lvl4pPr>
            <a:lvl5pPr marL="2171700" indent="-342900">
              <a:lnSpc>
                <a:spcPct val="100000"/>
              </a:lnSpc>
              <a:buFont typeface="Arial" panose="020B0604020202020204" pitchFamily="34" charset="0"/>
              <a:buChar char="•"/>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4">
            <a:extLst>
              <a:ext uri="{FF2B5EF4-FFF2-40B4-BE49-F238E27FC236}">
                <a16:creationId xmlns:a16="http://schemas.microsoft.com/office/drawing/2014/main" id="{779B0408-F353-B756-0CA4-644E881D17F4}"/>
              </a:ext>
            </a:extLst>
          </p:cNvPr>
          <p:cNvSpPr>
            <a:spLocks noGrp="1"/>
          </p:cNvSpPr>
          <p:nvPr>
            <p:ph type="ftr" sz="quarter" idx="3"/>
          </p:nvPr>
        </p:nvSpPr>
        <p:spPr>
          <a:xfrm>
            <a:off x="838200" y="6118484"/>
            <a:ext cx="3398763" cy="365125"/>
          </a:xfrm>
          <a:prstGeom prst="rect">
            <a:avLst/>
          </a:prstGeom>
        </p:spPr>
        <p:txBody>
          <a:bodyPr vert="horz" lIns="91440" tIns="45720" rIns="91440" bIns="45720" rtlCol="0" anchor="ctr"/>
          <a:lstStyle>
            <a:lvl1pPr algn="l">
              <a:defRPr sz="1100" cap="all" spc="300" baseline="0">
                <a:solidFill>
                  <a:schemeClr val="accent3"/>
                </a:solidFill>
              </a:defRPr>
            </a:lvl1pPr>
          </a:lstStyle>
          <a:p>
            <a:endParaRPr lang="en-US" dirty="0"/>
          </a:p>
        </p:txBody>
      </p:sp>
      <p:sp>
        <p:nvSpPr>
          <p:cNvPr id="5" name="Date Placeholder 3">
            <a:extLst>
              <a:ext uri="{FF2B5EF4-FFF2-40B4-BE49-F238E27FC236}">
                <a16:creationId xmlns:a16="http://schemas.microsoft.com/office/drawing/2014/main" id="{AD520D91-492B-A641-A848-BEB3248265F5}"/>
              </a:ext>
            </a:extLst>
          </p:cNvPr>
          <p:cNvSpPr>
            <a:spLocks noGrp="1"/>
          </p:cNvSpPr>
          <p:nvPr>
            <p:ph type="dt" sz="half" idx="14"/>
          </p:nvPr>
        </p:nvSpPr>
        <p:spPr>
          <a:xfrm>
            <a:off x="8610600" y="6118484"/>
            <a:ext cx="2743200" cy="365125"/>
          </a:xfrm>
          <a:prstGeom prst="rect">
            <a:avLst/>
          </a:prstGeom>
        </p:spPr>
        <p:txBody>
          <a:bodyPr vert="horz" lIns="91440" tIns="45720" rIns="91440" bIns="45720" rtlCol="0" anchor="ctr"/>
          <a:lstStyle>
            <a:lvl1pPr algn="r">
              <a:defRPr sz="1100">
                <a:solidFill>
                  <a:schemeClr val="accent3"/>
                </a:solidFill>
              </a:defRPr>
            </a:lvl1pPr>
          </a:lstStyle>
          <a:p>
            <a:fld id="{1201FEBF-D140-4633-9B70-3A503CA61AD4}" type="datetime1">
              <a:rPr lang="en-US" smtClean="0"/>
              <a:t>9/1/2026</a:t>
            </a:fld>
            <a:endParaRPr lang="en-US" dirty="0"/>
          </a:p>
        </p:txBody>
      </p:sp>
    </p:spTree>
    <p:extLst>
      <p:ext uri="{BB962C8B-B14F-4D97-AF65-F5344CB8AC3E}">
        <p14:creationId xmlns:p14="http://schemas.microsoft.com/office/powerpoint/2010/main" val="2529031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with image">
    <p:bg>
      <p:bgPr>
        <a:solidFill>
          <a:schemeClr val="accent1">
            <a:lumMod val="20000"/>
            <a:lumOff val="80000"/>
          </a:schemeClr>
        </a:solidFill>
        <a:effectLst/>
      </p:bgPr>
    </p:bg>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ACD9AFCA-1D1A-D583-A3C7-F086816A2315}"/>
              </a:ext>
            </a:extLst>
          </p:cNvPr>
          <p:cNvCxnSpPr>
            <a:cxnSpLocks/>
          </p:cNvCxnSpPr>
          <p:nvPr userDrawn="1"/>
        </p:nvCxnSpPr>
        <p:spPr>
          <a:xfrm flipV="1">
            <a:off x="6096000" y="327025"/>
            <a:ext cx="0" cy="6160861"/>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Title 1">
            <a:extLst>
              <a:ext uri="{FF2B5EF4-FFF2-40B4-BE49-F238E27FC236}">
                <a16:creationId xmlns:a16="http://schemas.microsoft.com/office/drawing/2014/main" id="{4606A35E-DBB6-E5DF-F837-92E894DDB6DF}"/>
              </a:ext>
            </a:extLst>
          </p:cNvPr>
          <p:cNvSpPr>
            <a:spLocks noGrp="1"/>
          </p:cNvSpPr>
          <p:nvPr>
            <p:ph type="title"/>
          </p:nvPr>
        </p:nvSpPr>
        <p:spPr>
          <a:xfrm>
            <a:off x="838200" y="853333"/>
            <a:ext cx="4844143" cy="2792412"/>
          </a:xfrm>
        </p:spPr>
        <p:txBody>
          <a:bodyPr anchor="t">
            <a:normAutofit/>
          </a:bodyPr>
          <a:lstStyle>
            <a:lvl1pPr algn="l">
              <a:defRPr sz="3600">
                <a:solidFill>
                  <a:schemeClr val="accent3"/>
                </a:solidFill>
              </a:defRPr>
            </a:lvl1pPr>
          </a:lstStyle>
          <a:p>
            <a:r>
              <a:rPr lang="en-US"/>
              <a:t>Click to edit Master title style</a:t>
            </a:r>
            <a:endParaRPr lang="en-US" dirty="0"/>
          </a:p>
        </p:txBody>
      </p:sp>
      <p:sp>
        <p:nvSpPr>
          <p:cNvPr id="5" name="Content Placeholder 3">
            <a:extLst>
              <a:ext uri="{FF2B5EF4-FFF2-40B4-BE49-F238E27FC236}">
                <a16:creationId xmlns:a16="http://schemas.microsoft.com/office/drawing/2014/main" id="{0899541C-E35F-E909-EAA3-7931F9A15E4A}"/>
              </a:ext>
            </a:extLst>
          </p:cNvPr>
          <p:cNvSpPr>
            <a:spLocks noGrp="1"/>
          </p:cNvSpPr>
          <p:nvPr>
            <p:ph sz="half" idx="2"/>
          </p:nvPr>
        </p:nvSpPr>
        <p:spPr>
          <a:xfrm>
            <a:off x="838200" y="3813682"/>
            <a:ext cx="4898571" cy="2188317"/>
          </a:xfrm>
        </p:spPr>
        <p:txBody>
          <a:bodyPr>
            <a:normAutofit/>
          </a:bodyPr>
          <a:lstStyle>
            <a:lvl1pPr marL="0" indent="0">
              <a:lnSpc>
                <a:spcPct val="100000"/>
              </a:lnSpc>
              <a:buFont typeface="Arial" panose="020B0604020202020204" pitchFamily="34" charset="0"/>
              <a:buNone/>
              <a:defRPr sz="2000">
                <a:solidFill>
                  <a:schemeClr val="tx1"/>
                </a:solidFill>
              </a:defRPr>
            </a:lvl1pPr>
            <a:lvl2pPr marL="457200" indent="0">
              <a:lnSpc>
                <a:spcPct val="100000"/>
              </a:lnSpc>
              <a:buFont typeface="Arial" panose="020B0604020202020204" pitchFamily="34" charset="0"/>
              <a:buNone/>
              <a:defRPr sz="2000">
                <a:solidFill>
                  <a:schemeClr val="tx1"/>
                </a:solidFill>
              </a:defRPr>
            </a:lvl2pPr>
            <a:lvl3pPr marL="914400" indent="0">
              <a:lnSpc>
                <a:spcPct val="100000"/>
              </a:lnSpc>
              <a:buFont typeface="Arial" panose="020B0604020202020204" pitchFamily="34" charset="0"/>
              <a:buNone/>
              <a:defRPr sz="2000">
                <a:solidFill>
                  <a:schemeClr val="tx1"/>
                </a:solidFill>
              </a:defRPr>
            </a:lvl3pPr>
            <a:lvl4pPr marL="1371600" indent="0">
              <a:lnSpc>
                <a:spcPct val="100000"/>
              </a:lnSpc>
              <a:buFont typeface="Arial" panose="020B0604020202020204" pitchFamily="34" charset="0"/>
              <a:buNone/>
              <a:defRPr sz="2000">
                <a:solidFill>
                  <a:schemeClr val="tx1"/>
                </a:solidFill>
              </a:defRPr>
            </a:lvl4pPr>
            <a:lvl5pPr marL="1828800" indent="0">
              <a:lnSpc>
                <a:spcPct val="100000"/>
              </a:lnSpc>
              <a:buFont typeface="Arial" panose="020B0604020202020204" pitchFamily="34" charset="0"/>
              <a:buNone/>
              <a:defRPr sz="2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Picture Placeholder 1">
            <a:extLst>
              <a:ext uri="{FF2B5EF4-FFF2-40B4-BE49-F238E27FC236}">
                <a16:creationId xmlns:a16="http://schemas.microsoft.com/office/drawing/2014/main" id="{9DB7DBB6-A2E9-1B6C-7928-330959C46249}"/>
              </a:ext>
            </a:extLst>
          </p:cNvPr>
          <p:cNvSpPr>
            <a:spLocks noGrp="1"/>
          </p:cNvSpPr>
          <p:nvPr>
            <p:ph type="pic" sz="quarter" idx="11"/>
          </p:nvPr>
        </p:nvSpPr>
        <p:spPr>
          <a:xfrm>
            <a:off x="6428012" y="685800"/>
            <a:ext cx="5070020" cy="5486400"/>
          </a:xfrm>
          <a:custGeom>
            <a:avLst/>
            <a:gdLst>
              <a:gd name="connsiteX0" fmla="*/ 5070020 w 5070020"/>
              <a:gd name="connsiteY0" fmla="*/ 0 h 5486400"/>
              <a:gd name="connsiteX1" fmla="*/ 5070020 w 5070020"/>
              <a:gd name="connsiteY1" fmla="*/ 5486400 h 5486400"/>
              <a:gd name="connsiteX2" fmla="*/ 0 w 5070020"/>
              <a:gd name="connsiteY2" fmla="*/ 5486399 h 5486400"/>
              <a:gd name="connsiteX3" fmla="*/ 0 w 5070020"/>
              <a:gd name="connsiteY3" fmla="*/ 579095 h 5486400"/>
              <a:gd name="connsiteX4" fmla="*/ 268 w 5070020"/>
              <a:gd name="connsiteY4" fmla="*/ 579362 h 5486400"/>
              <a:gd name="connsiteX5" fmla="*/ 582189 w 5070020"/>
              <a:gd name="connsiteY5" fmla="*/ 266 h 5486400"/>
              <a:gd name="connsiteX6" fmla="*/ 581922 w 5070020"/>
              <a:gd name="connsiteY6" fmla="*/ 1 h 548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70020" h="5486400">
                <a:moveTo>
                  <a:pt x="5070020" y="0"/>
                </a:moveTo>
                <a:lnTo>
                  <a:pt x="5070020" y="5486400"/>
                </a:lnTo>
                <a:lnTo>
                  <a:pt x="0" y="5486399"/>
                </a:lnTo>
                <a:lnTo>
                  <a:pt x="0" y="579095"/>
                </a:lnTo>
                <a:lnTo>
                  <a:pt x="268" y="579362"/>
                </a:lnTo>
                <a:lnTo>
                  <a:pt x="582189" y="266"/>
                </a:lnTo>
                <a:lnTo>
                  <a:pt x="581922" y="1"/>
                </a:lnTo>
                <a:close/>
              </a:path>
            </a:pathLst>
          </a:custGeom>
        </p:spPr>
        <p:txBody>
          <a:bodyPr wrap="square">
            <a:noAutofit/>
          </a:bodyPr>
          <a:lstStyle>
            <a:lvl1pPr marL="0" indent="0" algn="ctr">
              <a:buNone/>
              <a:defRPr sz="1600"/>
            </a:lvl1pPr>
          </a:lstStyle>
          <a:p>
            <a:r>
              <a:rPr lang="en-US"/>
              <a:t>Click icon to add picture</a:t>
            </a:r>
          </a:p>
        </p:txBody>
      </p:sp>
      <p:sp>
        <p:nvSpPr>
          <p:cNvPr id="9" name="Footer Placeholder 4">
            <a:extLst>
              <a:ext uri="{FF2B5EF4-FFF2-40B4-BE49-F238E27FC236}">
                <a16:creationId xmlns:a16="http://schemas.microsoft.com/office/drawing/2014/main" id="{2D560E12-0714-B7BE-9ED4-842720026BED}"/>
              </a:ext>
            </a:extLst>
          </p:cNvPr>
          <p:cNvSpPr>
            <a:spLocks noGrp="1"/>
          </p:cNvSpPr>
          <p:nvPr>
            <p:ph type="ftr" sz="quarter" idx="3"/>
          </p:nvPr>
        </p:nvSpPr>
        <p:spPr>
          <a:xfrm>
            <a:off x="838200" y="6118484"/>
            <a:ext cx="3398763" cy="365125"/>
          </a:xfrm>
          <a:prstGeom prst="rect">
            <a:avLst/>
          </a:prstGeom>
        </p:spPr>
        <p:txBody>
          <a:bodyPr vert="horz" lIns="91440" tIns="45720" rIns="91440" bIns="45720" rtlCol="0" anchor="ctr"/>
          <a:lstStyle>
            <a:lvl1pPr algn="l">
              <a:defRPr sz="1100" cap="all" spc="300" baseline="0">
                <a:solidFill>
                  <a:schemeClr val="accent3"/>
                </a:solidFill>
              </a:defRPr>
            </a:lvl1pPr>
          </a:lstStyle>
          <a:p>
            <a:endParaRPr lang="en-US" dirty="0"/>
          </a:p>
        </p:txBody>
      </p:sp>
    </p:spTree>
    <p:extLst>
      <p:ext uri="{BB962C8B-B14F-4D97-AF65-F5344CB8AC3E}">
        <p14:creationId xmlns:p14="http://schemas.microsoft.com/office/powerpoint/2010/main" val="31798464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02">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28BA9668-A78D-632D-FE8F-C62FE04F29A6}"/>
              </a:ext>
            </a:extLst>
          </p:cNvPr>
          <p:cNvSpPr>
            <a:spLocks noGrp="1"/>
          </p:cNvSpPr>
          <p:nvPr>
            <p:ph type="title"/>
          </p:nvPr>
        </p:nvSpPr>
        <p:spPr>
          <a:xfrm>
            <a:off x="838200" y="853333"/>
            <a:ext cx="4844143" cy="2792412"/>
          </a:xfrm>
        </p:spPr>
        <p:txBody>
          <a:bodyPr anchor="t">
            <a:normAutofit/>
          </a:bodyPr>
          <a:lstStyle>
            <a:lvl1pPr algn="l">
              <a:defRPr sz="3600">
                <a:solidFill>
                  <a:schemeClr val="accent3"/>
                </a:solidFill>
              </a:defRPr>
            </a:lvl1pPr>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72DFB03A-367B-9ADA-8071-E22871EC115F}"/>
              </a:ext>
            </a:extLst>
          </p:cNvPr>
          <p:cNvSpPr>
            <a:spLocks noGrp="1"/>
          </p:cNvSpPr>
          <p:nvPr>
            <p:ph sz="half" idx="2"/>
          </p:nvPr>
        </p:nvSpPr>
        <p:spPr>
          <a:xfrm>
            <a:off x="838200" y="3813682"/>
            <a:ext cx="4898571" cy="2188317"/>
          </a:xfrm>
        </p:spPr>
        <p:txBody>
          <a:bodyPr>
            <a:normAutofit/>
          </a:bodyPr>
          <a:lstStyle>
            <a:lvl1pPr marL="0" indent="0">
              <a:lnSpc>
                <a:spcPct val="100000"/>
              </a:lnSpc>
              <a:buFont typeface="Arial" panose="020B0604020202020204" pitchFamily="34" charset="0"/>
              <a:buNone/>
              <a:defRPr sz="2000">
                <a:solidFill>
                  <a:schemeClr val="tx1"/>
                </a:solidFill>
              </a:defRPr>
            </a:lvl1pPr>
            <a:lvl2pPr marL="457200" indent="0">
              <a:lnSpc>
                <a:spcPct val="100000"/>
              </a:lnSpc>
              <a:buFont typeface="Arial" panose="020B0604020202020204" pitchFamily="34" charset="0"/>
              <a:buNone/>
              <a:defRPr sz="2000">
                <a:solidFill>
                  <a:schemeClr val="tx1"/>
                </a:solidFill>
              </a:defRPr>
            </a:lvl2pPr>
            <a:lvl3pPr marL="914400" indent="0">
              <a:lnSpc>
                <a:spcPct val="100000"/>
              </a:lnSpc>
              <a:buFont typeface="Arial" panose="020B0604020202020204" pitchFamily="34" charset="0"/>
              <a:buNone/>
              <a:defRPr sz="2000">
                <a:solidFill>
                  <a:schemeClr val="tx1"/>
                </a:solidFill>
              </a:defRPr>
            </a:lvl3pPr>
            <a:lvl4pPr marL="1371600" indent="0">
              <a:lnSpc>
                <a:spcPct val="100000"/>
              </a:lnSpc>
              <a:buFont typeface="Arial" panose="020B0604020202020204" pitchFamily="34" charset="0"/>
              <a:buNone/>
              <a:defRPr sz="2000">
                <a:solidFill>
                  <a:schemeClr val="tx1"/>
                </a:solidFill>
              </a:defRPr>
            </a:lvl4pPr>
            <a:lvl5pPr marL="1828800" indent="0">
              <a:lnSpc>
                <a:spcPct val="100000"/>
              </a:lnSpc>
              <a:buFont typeface="Arial" panose="020B0604020202020204" pitchFamily="34" charset="0"/>
              <a:buNone/>
              <a:defRPr sz="2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Content Placeholder 3">
            <a:extLst>
              <a:ext uri="{FF2B5EF4-FFF2-40B4-BE49-F238E27FC236}">
                <a16:creationId xmlns:a16="http://schemas.microsoft.com/office/drawing/2014/main" id="{37C70689-88FA-027C-9354-13057024FA9F}"/>
              </a:ext>
            </a:extLst>
          </p:cNvPr>
          <p:cNvSpPr>
            <a:spLocks noGrp="1"/>
          </p:cNvSpPr>
          <p:nvPr>
            <p:ph sz="half" idx="13"/>
          </p:nvPr>
        </p:nvSpPr>
        <p:spPr>
          <a:xfrm>
            <a:off x="6455228" y="853334"/>
            <a:ext cx="4898571" cy="5151334"/>
          </a:xfrm>
        </p:spPr>
        <p:txBody>
          <a:bodyPr>
            <a:normAutofit/>
          </a:bodyPr>
          <a:lstStyle>
            <a:lvl1pPr marL="0" indent="0">
              <a:lnSpc>
                <a:spcPct val="100000"/>
              </a:lnSpc>
              <a:buFont typeface="Arial" panose="020B0604020202020204" pitchFamily="34" charset="0"/>
              <a:buNone/>
              <a:defRPr lang="en-US" sz="2400" b="1" kern="1200" dirty="0">
                <a:solidFill>
                  <a:schemeClr val="accent3"/>
                </a:solidFill>
                <a:latin typeface="Yu Gothic UI Semilight" panose="020B0400000000000000" pitchFamily="34" charset="-128"/>
                <a:ea typeface="+mn-ea"/>
                <a:cs typeface="+mn-cs"/>
              </a:defRPr>
            </a:lvl1pPr>
            <a:lvl2pPr marL="800100" indent="-342900">
              <a:lnSpc>
                <a:spcPct val="100000"/>
              </a:lnSpc>
              <a:buFont typeface="Arial" panose="020B0604020202020204" pitchFamily="34" charset="0"/>
              <a:buChar char="•"/>
              <a:defRPr lang="en-US" sz="2400" b="0" kern="1200" dirty="0">
                <a:solidFill>
                  <a:schemeClr val="accent3"/>
                </a:solidFill>
                <a:latin typeface="Yu Gothic UI Semilight" panose="020B0400000000000000" pitchFamily="34" charset="-128"/>
                <a:ea typeface="+mn-ea"/>
                <a:cs typeface="+mn-cs"/>
              </a:defRPr>
            </a:lvl2pPr>
            <a:lvl3pPr marL="1257300" indent="-342900">
              <a:lnSpc>
                <a:spcPct val="100000"/>
              </a:lnSpc>
              <a:buFont typeface="Arial" panose="020B0604020202020204" pitchFamily="34" charset="0"/>
              <a:buChar char="•"/>
              <a:defRPr lang="en-US" sz="2400" b="0" kern="1200" dirty="0">
                <a:solidFill>
                  <a:schemeClr val="accent3"/>
                </a:solidFill>
                <a:latin typeface="Yu Gothic UI Semilight" panose="020B0400000000000000" pitchFamily="34" charset="-128"/>
                <a:ea typeface="+mn-ea"/>
                <a:cs typeface="+mn-cs"/>
              </a:defRPr>
            </a:lvl3pPr>
            <a:lvl4pPr marL="1714500" indent="-342900">
              <a:lnSpc>
                <a:spcPct val="100000"/>
              </a:lnSpc>
              <a:buFont typeface="Arial" panose="020B0604020202020204" pitchFamily="34" charset="0"/>
              <a:buChar char="•"/>
              <a:defRPr lang="en-US" sz="2400" b="0" kern="1200" dirty="0">
                <a:solidFill>
                  <a:schemeClr val="accent3"/>
                </a:solidFill>
                <a:latin typeface="Yu Gothic UI Semilight" panose="020B0400000000000000" pitchFamily="34" charset="-128"/>
                <a:ea typeface="+mn-ea"/>
                <a:cs typeface="+mn-cs"/>
              </a:defRPr>
            </a:lvl4pPr>
            <a:lvl5pPr marL="2171700" indent="-342900">
              <a:lnSpc>
                <a:spcPct val="100000"/>
              </a:lnSpc>
              <a:buFont typeface="Arial" panose="020B0604020202020204" pitchFamily="34" charset="0"/>
              <a:buChar char="•"/>
              <a:defRPr lang="en-US" sz="2400" b="0" kern="1200" dirty="0">
                <a:solidFill>
                  <a:schemeClr val="accent3"/>
                </a:solidFill>
                <a:latin typeface="Yu Gothic UI Semilight" panose="020B0400000000000000" pitchFamily="34" charset="-128"/>
                <a:ea typeface="+mn-ea"/>
                <a:cs typeface="+mn-cs"/>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2" name="Straight Connector 11">
            <a:extLst>
              <a:ext uri="{FF2B5EF4-FFF2-40B4-BE49-F238E27FC236}">
                <a16:creationId xmlns:a16="http://schemas.microsoft.com/office/drawing/2014/main" id="{87C0568B-88EF-9F5A-D39D-8C9C4C573B4B}"/>
              </a:ext>
            </a:extLst>
          </p:cNvPr>
          <p:cNvCxnSpPr>
            <a:cxnSpLocks/>
          </p:cNvCxnSpPr>
          <p:nvPr userDrawn="1"/>
        </p:nvCxnSpPr>
        <p:spPr>
          <a:xfrm flipV="1">
            <a:off x="6096000" y="327025"/>
            <a:ext cx="0" cy="6160861"/>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sp>
        <p:nvSpPr>
          <p:cNvPr id="15" name="Footer Placeholder 4">
            <a:extLst>
              <a:ext uri="{FF2B5EF4-FFF2-40B4-BE49-F238E27FC236}">
                <a16:creationId xmlns:a16="http://schemas.microsoft.com/office/drawing/2014/main" id="{A0033C0F-A5E1-BC81-421E-44E417A29822}"/>
              </a:ext>
            </a:extLst>
          </p:cNvPr>
          <p:cNvSpPr>
            <a:spLocks noGrp="1"/>
          </p:cNvSpPr>
          <p:nvPr>
            <p:ph type="ftr" sz="quarter" idx="3"/>
          </p:nvPr>
        </p:nvSpPr>
        <p:spPr>
          <a:xfrm>
            <a:off x="838200" y="6118484"/>
            <a:ext cx="3398763" cy="365125"/>
          </a:xfrm>
          <a:prstGeom prst="rect">
            <a:avLst/>
          </a:prstGeom>
        </p:spPr>
        <p:txBody>
          <a:bodyPr vert="horz" lIns="91440" tIns="45720" rIns="91440" bIns="45720" rtlCol="0" anchor="ctr"/>
          <a:lstStyle>
            <a:lvl1pPr algn="l">
              <a:defRPr sz="1100" cap="all" spc="300" baseline="0">
                <a:solidFill>
                  <a:schemeClr val="accent3"/>
                </a:solidFill>
              </a:defRPr>
            </a:lvl1pPr>
          </a:lstStyle>
          <a:p>
            <a:endParaRPr lang="en-US" dirty="0"/>
          </a:p>
        </p:txBody>
      </p:sp>
      <p:sp>
        <p:nvSpPr>
          <p:cNvPr id="14" name="Date Placeholder 3">
            <a:extLst>
              <a:ext uri="{FF2B5EF4-FFF2-40B4-BE49-F238E27FC236}">
                <a16:creationId xmlns:a16="http://schemas.microsoft.com/office/drawing/2014/main" id="{AEBBC30C-0776-B059-2CBB-EE2982ECB7D2}"/>
              </a:ext>
            </a:extLst>
          </p:cNvPr>
          <p:cNvSpPr>
            <a:spLocks noGrp="1"/>
          </p:cNvSpPr>
          <p:nvPr>
            <p:ph type="dt" sz="half" idx="14"/>
          </p:nvPr>
        </p:nvSpPr>
        <p:spPr>
          <a:xfrm>
            <a:off x="8610600" y="6118484"/>
            <a:ext cx="2743200" cy="365125"/>
          </a:xfrm>
          <a:prstGeom prst="rect">
            <a:avLst/>
          </a:prstGeom>
        </p:spPr>
        <p:txBody>
          <a:bodyPr vert="horz" lIns="91440" tIns="45720" rIns="91440" bIns="45720" rtlCol="0" anchor="ctr"/>
          <a:lstStyle>
            <a:lvl1pPr algn="r">
              <a:defRPr sz="1100">
                <a:solidFill>
                  <a:schemeClr val="accent3"/>
                </a:solidFill>
              </a:defRPr>
            </a:lvl1pPr>
          </a:lstStyle>
          <a:p>
            <a:fld id="{B63BE472-3891-4216-B770-F52E53667131}" type="datetime1">
              <a:rPr lang="en-US" smtClean="0"/>
              <a:t>9/1/2026</a:t>
            </a:fld>
            <a:endParaRPr lang="en-US" dirty="0"/>
          </a:p>
        </p:txBody>
      </p:sp>
    </p:spTree>
    <p:extLst>
      <p:ext uri="{BB962C8B-B14F-4D97-AF65-F5344CB8AC3E}">
        <p14:creationId xmlns:p14="http://schemas.microsoft.com/office/powerpoint/2010/main" val="17788758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03">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838200" y="853333"/>
            <a:ext cx="4844143" cy="2792412"/>
          </a:xfrm>
        </p:spPr>
        <p:txBody>
          <a:bodyPr anchor="t">
            <a:normAutofit/>
          </a:bodyPr>
          <a:lstStyle>
            <a:lvl1pPr algn="l">
              <a:defRPr sz="3600">
                <a:solidFill>
                  <a:schemeClr val="accent3"/>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BE7B972-F1A2-D06A-182F-39D29608A679}"/>
              </a:ext>
            </a:extLst>
          </p:cNvPr>
          <p:cNvSpPr>
            <a:spLocks noGrp="1"/>
          </p:cNvSpPr>
          <p:nvPr>
            <p:ph sz="quarter" idx="13"/>
          </p:nvPr>
        </p:nvSpPr>
        <p:spPr>
          <a:xfrm>
            <a:off x="837521" y="3880757"/>
            <a:ext cx="4844142" cy="2123168"/>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ntent Placeholder 7">
            <a:extLst>
              <a:ext uri="{FF2B5EF4-FFF2-40B4-BE49-F238E27FC236}">
                <a16:creationId xmlns:a16="http://schemas.microsoft.com/office/drawing/2014/main" id="{36484A33-80F1-829D-3F76-3176D5B8D516}"/>
              </a:ext>
            </a:extLst>
          </p:cNvPr>
          <p:cNvSpPr>
            <a:spLocks noGrp="1"/>
          </p:cNvSpPr>
          <p:nvPr>
            <p:ph sz="quarter" idx="16"/>
          </p:nvPr>
        </p:nvSpPr>
        <p:spPr>
          <a:xfrm>
            <a:off x="6509658" y="850392"/>
            <a:ext cx="4844142" cy="5153533"/>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Footer Placeholder 4">
            <a:extLst>
              <a:ext uri="{FF2B5EF4-FFF2-40B4-BE49-F238E27FC236}">
                <a16:creationId xmlns:a16="http://schemas.microsoft.com/office/drawing/2014/main" id="{E3E568F1-97D8-9686-E47A-F520BE6B136B}"/>
              </a:ext>
            </a:extLst>
          </p:cNvPr>
          <p:cNvSpPr>
            <a:spLocks noGrp="1"/>
          </p:cNvSpPr>
          <p:nvPr>
            <p:ph type="ftr" sz="quarter" idx="3"/>
          </p:nvPr>
        </p:nvSpPr>
        <p:spPr>
          <a:xfrm>
            <a:off x="838200" y="6118484"/>
            <a:ext cx="3398763" cy="365125"/>
          </a:xfrm>
          <a:prstGeom prst="rect">
            <a:avLst/>
          </a:prstGeom>
        </p:spPr>
        <p:txBody>
          <a:bodyPr vert="horz" lIns="91440" tIns="45720" rIns="91440" bIns="45720" rtlCol="0" anchor="ctr"/>
          <a:lstStyle>
            <a:lvl1pPr algn="l">
              <a:defRPr sz="1100" cap="all" spc="300" baseline="0">
                <a:solidFill>
                  <a:schemeClr val="accent3"/>
                </a:solidFill>
              </a:defRPr>
            </a:lvl1pPr>
          </a:lstStyle>
          <a:p>
            <a:endParaRPr lang="en-US" dirty="0"/>
          </a:p>
        </p:txBody>
      </p:sp>
      <p:sp>
        <p:nvSpPr>
          <p:cNvPr id="12" name="Date Placeholder 3">
            <a:extLst>
              <a:ext uri="{FF2B5EF4-FFF2-40B4-BE49-F238E27FC236}">
                <a16:creationId xmlns:a16="http://schemas.microsoft.com/office/drawing/2014/main" id="{274116E6-D006-0D1F-861D-2B50A4E1D5E4}"/>
              </a:ext>
            </a:extLst>
          </p:cNvPr>
          <p:cNvSpPr>
            <a:spLocks noGrp="1"/>
          </p:cNvSpPr>
          <p:nvPr>
            <p:ph type="dt" sz="half" idx="2"/>
          </p:nvPr>
        </p:nvSpPr>
        <p:spPr>
          <a:xfrm>
            <a:off x="8610600" y="6118484"/>
            <a:ext cx="2743200" cy="365125"/>
          </a:xfrm>
          <a:prstGeom prst="rect">
            <a:avLst/>
          </a:prstGeom>
        </p:spPr>
        <p:txBody>
          <a:bodyPr vert="horz" lIns="91440" tIns="45720" rIns="91440" bIns="45720" rtlCol="0" anchor="ctr"/>
          <a:lstStyle>
            <a:lvl1pPr algn="r">
              <a:defRPr sz="1100">
                <a:solidFill>
                  <a:schemeClr val="accent3"/>
                </a:solidFill>
              </a:defRPr>
            </a:lvl1pPr>
          </a:lstStyle>
          <a:p>
            <a:fld id="{92C9618A-2189-4802-BD34-F288EF802528}" type="datetime1">
              <a:rPr lang="en-US" smtClean="0"/>
              <a:t>9/1/2026</a:t>
            </a:fld>
            <a:endParaRPr lang="en-US" dirty="0"/>
          </a:p>
        </p:txBody>
      </p:sp>
    </p:spTree>
    <p:extLst>
      <p:ext uri="{BB962C8B-B14F-4D97-AF65-F5344CB8AC3E}">
        <p14:creationId xmlns:p14="http://schemas.microsoft.com/office/powerpoint/2010/main" val="26573801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02">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8E0AD4BE-B150-7C27-72CC-9AAE5D788775}"/>
              </a:ext>
            </a:extLst>
          </p:cNvPr>
          <p:cNvSpPr>
            <a:spLocks noGrp="1"/>
          </p:cNvSpPr>
          <p:nvPr>
            <p:ph type="title"/>
          </p:nvPr>
        </p:nvSpPr>
        <p:spPr>
          <a:xfrm>
            <a:off x="838198" y="853335"/>
            <a:ext cx="10515602" cy="1377184"/>
          </a:xfrm>
        </p:spPr>
        <p:txBody>
          <a:bodyPr anchor="t" anchorCtr="0">
            <a:normAutofit/>
          </a:bodyPr>
          <a:lstStyle>
            <a:lvl1pPr>
              <a:defRPr lang="en-US" sz="3600" b="0" kern="1200" dirty="0">
                <a:solidFill>
                  <a:schemeClr val="accent3"/>
                </a:solidFill>
                <a:latin typeface="+mj-lt"/>
                <a:ea typeface="+mj-ea"/>
                <a:cs typeface="+mj-cs"/>
              </a:defRPr>
            </a:lvl1pPr>
          </a:lstStyle>
          <a:p>
            <a:r>
              <a:rPr lang="en-US"/>
              <a:t>Click to edit Master title style</a:t>
            </a:r>
            <a:endParaRPr lang="en-US" dirty="0"/>
          </a:p>
        </p:txBody>
      </p:sp>
      <p:sp>
        <p:nvSpPr>
          <p:cNvPr id="6" name="Content Placeholder 7">
            <a:extLst>
              <a:ext uri="{FF2B5EF4-FFF2-40B4-BE49-F238E27FC236}">
                <a16:creationId xmlns:a16="http://schemas.microsoft.com/office/drawing/2014/main" id="{0AFDFBEE-19C9-1F3E-D9C5-CE7C9A3CDE11}"/>
              </a:ext>
            </a:extLst>
          </p:cNvPr>
          <p:cNvSpPr>
            <a:spLocks noGrp="1"/>
          </p:cNvSpPr>
          <p:nvPr>
            <p:ph sz="quarter" idx="14"/>
          </p:nvPr>
        </p:nvSpPr>
        <p:spPr>
          <a:xfrm>
            <a:off x="837520" y="2651758"/>
            <a:ext cx="10515601" cy="3466725"/>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4">
            <a:extLst>
              <a:ext uri="{FF2B5EF4-FFF2-40B4-BE49-F238E27FC236}">
                <a16:creationId xmlns:a16="http://schemas.microsoft.com/office/drawing/2014/main" id="{0694F3BC-3534-81A8-CF89-6C667BDFE3BA}"/>
              </a:ext>
            </a:extLst>
          </p:cNvPr>
          <p:cNvSpPr>
            <a:spLocks noGrp="1"/>
          </p:cNvSpPr>
          <p:nvPr>
            <p:ph type="ftr" sz="quarter" idx="3"/>
          </p:nvPr>
        </p:nvSpPr>
        <p:spPr>
          <a:xfrm>
            <a:off x="838200" y="6118484"/>
            <a:ext cx="3398763" cy="365125"/>
          </a:xfrm>
          <a:prstGeom prst="rect">
            <a:avLst/>
          </a:prstGeom>
        </p:spPr>
        <p:txBody>
          <a:bodyPr vert="horz" lIns="91440" tIns="45720" rIns="91440" bIns="45720" rtlCol="0" anchor="ctr"/>
          <a:lstStyle>
            <a:lvl1pPr algn="l">
              <a:defRPr sz="1100" cap="all" spc="300" baseline="0">
                <a:solidFill>
                  <a:schemeClr val="accent3"/>
                </a:solidFill>
              </a:defRPr>
            </a:lvl1pPr>
          </a:lstStyle>
          <a:p>
            <a:endParaRPr lang="en-US" dirty="0"/>
          </a:p>
        </p:txBody>
      </p:sp>
      <p:sp>
        <p:nvSpPr>
          <p:cNvPr id="2" name="Date Placeholder 3">
            <a:extLst>
              <a:ext uri="{FF2B5EF4-FFF2-40B4-BE49-F238E27FC236}">
                <a16:creationId xmlns:a16="http://schemas.microsoft.com/office/drawing/2014/main" id="{DAD02BD2-09CD-274D-9F5F-AD0DCD9B1580}"/>
              </a:ext>
            </a:extLst>
          </p:cNvPr>
          <p:cNvSpPr>
            <a:spLocks noGrp="1"/>
          </p:cNvSpPr>
          <p:nvPr>
            <p:ph type="dt" sz="half" idx="2"/>
          </p:nvPr>
        </p:nvSpPr>
        <p:spPr>
          <a:xfrm>
            <a:off x="8610600" y="6118484"/>
            <a:ext cx="2743200" cy="365125"/>
          </a:xfrm>
          <a:prstGeom prst="rect">
            <a:avLst/>
          </a:prstGeom>
        </p:spPr>
        <p:txBody>
          <a:bodyPr vert="horz" lIns="91440" tIns="45720" rIns="91440" bIns="45720" rtlCol="0" anchor="ctr"/>
          <a:lstStyle>
            <a:lvl1pPr algn="r">
              <a:defRPr sz="1100">
                <a:solidFill>
                  <a:schemeClr val="accent3"/>
                </a:solidFill>
              </a:defRPr>
            </a:lvl1pPr>
          </a:lstStyle>
          <a:p>
            <a:fld id="{F9880A97-BB72-4C49-B020-C005FF9D43B4}" type="datetime1">
              <a:rPr lang="en-US" smtClean="0"/>
              <a:t>9/1/2026</a:t>
            </a:fld>
            <a:endParaRPr lang="en-US" dirty="0"/>
          </a:p>
        </p:txBody>
      </p:sp>
    </p:spTree>
    <p:extLst>
      <p:ext uri="{BB962C8B-B14F-4D97-AF65-F5344CB8AC3E}">
        <p14:creationId xmlns:p14="http://schemas.microsoft.com/office/powerpoint/2010/main" val="28609026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header 03">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AD403-A15F-4A2F-B050-AB874136E732}"/>
              </a:ext>
            </a:extLst>
          </p:cNvPr>
          <p:cNvSpPr>
            <a:spLocks noGrp="1"/>
          </p:cNvSpPr>
          <p:nvPr>
            <p:ph type="title"/>
          </p:nvPr>
        </p:nvSpPr>
        <p:spPr>
          <a:xfrm>
            <a:off x="1704181" y="2167821"/>
            <a:ext cx="8783638" cy="2522359"/>
          </a:xfrm>
        </p:spPr>
        <p:txBody>
          <a:bodyPr anchor="ctr">
            <a:noAutofit/>
          </a:bodyPr>
          <a:lstStyle>
            <a:lvl1pPr algn="ctr">
              <a:defRPr sz="5400" b="0">
                <a:solidFill>
                  <a:schemeClr val="accent1">
                    <a:lumMod val="20000"/>
                    <a:lumOff val="80000"/>
                  </a:schemeClr>
                </a:solidFill>
              </a:defRPr>
            </a:lvl1pPr>
          </a:lstStyle>
          <a:p>
            <a:r>
              <a:rPr lang="en-US" noProof="0"/>
              <a:t>Click to edit Master title style</a:t>
            </a:r>
            <a:endParaRPr lang="en-US" noProof="0" dirty="0"/>
          </a:p>
        </p:txBody>
      </p:sp>
      <p:sp>
        <p:nvSpPr>
          <p:cNvPr id="3" name="Rectangle 2">
            <a:extLst>
              <a:ext uri="{FF2B5EF4-FFF2-40B4-BE49-F238E27FC236}">
                <a16:creationId xmlns:a16="http://schemas.microsoft.com/office/drawing/2014/main" id="{96DACFE4-8E78-B00D-57EB-B4DF9B274276}"/>
              </a:ext>
            </a:extLst>
          </p:cNvPr>
          <p:cNvSpPr/>
          <p:nvPr userDrawn="1"/>
        </p:nvSpPr>
        <p:spPr>
          <a:xfrm>
            <a:off x="361950" y="327025"/>
            <a:ext cx="11468100" cy="6203950"/>
          </a:xfrm>
          <a:prstGeom prst="rect">
            <a:avLst/>
          </a:prstGeom>
          <a:noFill/>
          <a:ln w="28575" cap="flat">
            <a:solidFill>
              <a:schemeClr val="accent3">
                <a:lumMod val="40000"/>
                <a:lumOff val="60000"/>
              </a:schemeClr>
            </a:solidFill>
            <a:prstDash val="solid"/>
            <a:miter/>
          </a:ln>
        </p:spPr>
        <p:txBody>
          <a:bodyPr rtlCol="0" anchor="ctr"/>
          <a:lstStyle/>
          <a:p>
            <a:pPr algn="l"/>
            <a:endParaRPr lang="en-US" dirty="0">
              <a:latin typeface="Yu Gothic UI Semilight" panose="020B0400000000000000" pitchFamily="34" charset="-128"/>
            </a:endParaRPr>
          </a:p>
        </p:txBody>
      </p:sp>
      <p:grpSp>
        <p:nvGrpSpPr>
          <p:cNvPr id="4" name="Group 3">
            <a:extLst>
              <a:ext uri="{FF2B5EF4-FFF2-40B4-BE49-F238E27FC236}">
                <a16:creationId xmlns:a16="http://schemas.microsoft.com/office/drawing/2014/main" id="{EF81E591-3873-6FE4-95EB-DA604EDF9EBC}"/>
              </a:ext>
            </a:extLst>
          </p:cNvPr>
          <p:cNvGrpSpPr/>
          <p:nvPr userDrawn="1"/>
        </p:nvGrpSpPr>
        <p:grpSpPr>
          <a:xfrm>
            <a:off x="6096000" y="327025"/>
            <a:ext cx="0" cy="6203950"/>
            <a:chOff x="6096000" y="327025"/>
            <a:chExt cx="0" cy="6203950"/>
          </a:xfrm>
        </p:grpSpPr>
        <p:cxnSp>
          <p:nvCxnSpPr>
            <p:cNvPr id="5" name="Straight Connector 4">
              <a:extLst>
                <a:ext uri="{FF2B5EF4-FFF2-40B4-BE49-F238E27FC236}">
                  <a16:creationId xmlns:a16="http://schemas.microsoft.com/office/drawing/2014/main" id="{0A7C9956-6C25-EB39-6997-F949957C62D7}"/>
                </a:ext>
              </a:extLst>
            </p:cNvPr>
            <p:cNvCxnSpPr>
              <a:cxnSpLocks/>
            </p:cNvCxnSpPr>
            <p:nvPr/>
          </p:nvCxnSpPr>
          <p:spPr>
            <a:xfrm flipV="1">
              <a:off x="6096000" y="6281057"/>
              <a:ext cx="0" cy="249918"/>
            </a:xfrm>
            <a:prstGeom prst="line">
              <a:avLst/>
            </a:prstGeom>
            <a:ln w="28575">
              <a:solidFill>
                <a:schemeClr val="accent3">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288B0979-92D8-B3DF-EEC8-6ACC5604FAFF}"/>
                </a:ext>
              </a:extLst>
            </p:cNvPr>
            <p:cNvCxnSpPr>
              <a:cxnSpLocks/>
            </p:cNvCxnSpPr>
            <p:nvPr/>
          </p:nvCxnSpPr>
          <p:spPr>
            <a:xfrm flipV="1">
              <a:off x="6096000" y="327025"/>
              <a:ext cx="0" cy="249918"/>
            </a:xfrm>
            <a:prstGeom prst="line">
              <a:avLst/>
            </a:prstGeom>
            <a:ln w="28575">
              <a:solidFill>
                <a:schemeClr val="accent3">
                  <a:lumMod val="40000"/>
                  <a:lumOff val="6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1226106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04">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28BA9668-A78D-632D-FE8F-C62FE04F29A6}"/>
              </a:ext>
            </a:extLst>
          </p:cNvPr>
          <p:cNvSpPr>
            <a:spLocks noGrp="1"/>
          </p:cNvSpPr>
          <p:nvPr>
            <p:ph type="title"/>
          </p:nvPr>
        </p:nvSpPr>
        <p:spPr>
          <a:xfrm>
            <a:off x="838200" y="853333"/>
            <a:ext cx="4844143" cy="2792412"/>
          </a:xfrm>
        </p:spPr>
        <p:txBody>
          <a:bodyPr anchor="t">
            <a:normAutofit/>
          </a:bodyPr>
          <a:lstStyle>
            <a:lvl1pPr algn="l">
              <a:defRPr sz="3600">
                <a:solidFill>
                  <a:schemeClr val="accent3"/>
                </a:solidFill>
              </a:defRPr>
            </a:lvl1pPr>
          </a:lstStyle>
          <a:p>
            <a:r>
              <a:rPr lang="en-US"/>
              <a:t>Click to edit Master title style</a:t>
            </a:r>
            <a:endParaRPr lang="en-US" dirty="0"/>
          </a:p>
        </p:txBody>
      </p:sp>
      <p:sp>
        <p:nvSpPr>
          <p:cNvPr id="5" name="Content Placeholder 7">
            <a:extLst>
              <a:ext uri="{FF2B5EF4-FFF2-40B4-BE49-F238E27FC236}">
                <a16:creationId xmlns:a16="http://schemas.microsoft.com/office/drawing/2014/main" id="{0DA40DDB-ECC4-BF05-805D-56550EB8CB9B}"/>
              </a:ext>
            </a:extLst>
          </p:cNvPr>
          <p:cNvSpPr>
            <a:spLocks noGrp="1"/>
          </p:cNvSpPr>
          <p:nvPr>
            <p:ph sz="quarter" idx="15"/>
          </p:nvPr>
        </p:nvSpPr>
        <p:spPr>
          <a:xfrm>
            <a:off x="837521" y="3813681"/>
            <a:ext cx="4844142" cy="2188317"/>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Content Placeholder 3">
            <a:extLst>
              <a:ext uri="{FF2B5EF4-FFF2-40B4-BE49-F238E27FC236}">
                <a16:creationId xmlns:a16="http://schemas.microsoft.com/office/drawing/2014/main" id="{37C70689-88FA-027C-9354-13057024FA9F}"/>
              </a:ext>
            </a:extLst>
          </p:cNvPr>
          <p:cNvSpPr>
            <a:spLocks noGrp="1"/>
          </p:cNvSpPr>
          <p:nvPr>
            <p:ph sz="half" idx="13"/>
          </p:nvPr>
        </p:nvSpPr>
        <p:spPr>
          <a:xfrm>
            <a:off x="6455228" y="853334"/>
            <a:ext cx="4898571" cy="5151334"/>
          </a:xfrm>
        </p:spPr>
        <p:txBody>
          <a:bodyPr>
            <a:normAutofit/>
          </a:bodyPr>
          <a:lstStyle>
            <a:lvl1pPr marL="342900" indent="-342900">
              <a:lnSpc>
                <a:spcPct val="100000"/>
              </a:lnSpc>
              <a:buFont typeface="Arial" panose="020B0604020202020204" pitchFamily="34" charset="0"/>
              <a:buChar char="•"/>
              <a:defRPr lang="en-US" sz="2400" b="1" kern="1200" dirty="0">
                <a:solidFill>
                  <a:schemeClr val="accent3"/>
                </a:solidFill>
                <a:latin typeface="Yu Gothic UI Semilight" panose="020B0400000000000000" pitchFamily="34" charset="-128"/>
                <a:ea typeface="+mn-ea"/>
                <a:cs typeface="+mn-cs"/>
              </a:defRPr>
            </a:lvl1pPr>
            <a:lvl2pPr marL="347472" indent="0">
              <a:lnSpc>
                <a:spcPct val="100000"/>
              </a:lnSpc>
              <a:spcBef>
                <a:spcPts val="0"/>
              </a:spcBef>
              <a:buFont typeface="Arial" panose="020B0604020202020204" pitchFamily="34" charset="0"/>
              <a:buNone/>
              <a:defRPr lang="en-US" sz="2400" b="0" kern="1200" dirty="0">
                <a:solidFill>
                  <a:schemeClr val="accent3"/>
                </a:solidFill>
                <a:latin typeface="Yu Gothic UI Semilight" panose="020B0400000000000000" pitchFamily="34" charset="-128"/>
                <a:ea typeface="+mn-ea"/>
                <a:cs typeface="+mn-cs"/>
              </a:defRPr>
            </a:lvl2pPr>
            <a:lvl3pPr marL="731520" indent="-342900">
              <a:lnSpc>
                <a:spcPct val="100000"/>
              </a:lnSpc>
              <a:spcBef>
                <a:spcPts val="1000"/>
              </a:spcBef>
              <a:buFont typeface="Arial" panose="020B0604020202020204" pitchFamily="34" charset="0"/>
              <a:buChar char="•"/>
              <a:defRPr lang="en-US" sz="2400" b="1" kern="1200" dirty="0">
                <a:solidFill>
                  <a:schemeClr val="accent3"/>
                </a:solidFill>
                <a:latin typeface="Yu Gothic UI Semilight" panose="020B0400000000000000" pitchFamily="34" charset="-128"/>
                <a:ea typeface="+mn-ea"/>
                <a:cs typeface="+mn-cs"/>
              </a:defRPr>
            </a:lvl3pPr>
            <a:lvl4pPr marL="731520" indent="0">
              <a:lnSpc>
                <a:spcPct val="100000"/>
              </a:lnSpc>
              <a:spcBef>
                <a:spcPts val="0"/>
              </a:spcBef>
              <a:buFont typeface="Arial" panose="020B0604020202020204" pitchFamily="34" charset="0"/>
              <a:buNone/>
              <a:defRPr lang="en-US" sz="2400" b="0" kern="1200" dirty="0">
                <a:solidFill>
                  <a:schemeClr val="accent3"/>
                </a:solidFill>
                <a:latin typeface="Yu Gothic UI Semilight" panose="020B0400000000000000" pitchFamily="34" charset="-128"/>
                <a:ea typeface="+mn-ea"/>
                <a:cs typeface="+mn-cs"/>
              </a:defRPr>
            </a:lvl4pPr>
            <a:lvl5pPr marL="1097280" indent="-342900">
              <a:lnSpc>
                <a:spcPct val="100000"/>
              </a:lnSpc>
              <a:spcBef>
                <a:spcPts val="1000"/>
              </a:spcBef>
              <a:buFont typeface="Arial" panose="020B0604020202020204" pitchFamily="34" charset="0"/>
              <a:buChar char="•"/>
              <a:defRPr lang="en-US" sz="2400" b="0" kern="1200" dirty="0">
                <a:solidFill>
                  <a:schemeClr val="accent3"/>
                </a:solidFill>
                <a:latin typeface="Yu Gothic UI Semilight" panose="020B0400000000000000" pitchFamily="34" charset="-128"/>
                <a:ea typeface="+mn-ea"/>
                <a:cs typeface="+mn-cs"/>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2" name="Straight Connector 11">
            <a:extLst>
              <a:ext uri="{FF2B5EF4-FFF2-40B4-BE49-F238E27FC236}">
                <a16:creationId xmlns:a16="http://schemas.microsoft.com/office/drawing/2014/main" id="{87C0568B-88EF-9F5A-D39D-8C9C4C573B4B}"/>
              </a:ext>
            </a:extLst>
          </p:cNvPr>
          <p:cNvCxnSpPr>
            <a:cxnSpLocks/>
          </p:cNvCxnSpPr>
          <p:nvPr userDrawn="1"/>
        </p:nvCxnSpPr>
        <p:spPr>
          <a:xfrm flipV="1">
            <a:off x="6096000" y="327025"/>
            <a:ext cx="0" cy="6160861"/>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sp>
        <p:nvSpPr>
          <p:cNvPr id="3" name="Footer Placeholder 4">
            <a:extLst>
              <a:ext uri="{FF2B5EF4-FFF2-40B4-BE49-F238E27FC236}">
                <a16:creationId xmlns:a16="http://schemas.microsoft.com/office/drawing/2014/main" id="{14585FEF-898A-BE20-0E49-7060E3A08DBE}"/>
              </a:ext>
            </a:extLst>
          </p:cNvPr>
          <p:cNvSpPr>
            <a:spLocks noGrp="1"/>
          </p:cNvSpPr>
          <p:nvPr>
            <p:ph type="ftr" sz="quarter" idx="3"/>
          </p:nvPr>
        </p:nvSpPr>
        <p:spPr>
          <a:xfrm>
            <a:off x="838200" y="6118484"/>
            <a:ext cx="3398763" cy="365125"/>
          </a:xfrm>
          <a:prstGeom prst="rect">
            <a:avLst/>
          </a:prstGeom>
        </p:spPr>
        <p:txBody>
          <a:bodyPr vert="horz" lIns="91440" tIns="45720" rIns="91440" bIns="45720" rtlCol="0" anchor="ctr"/>
          <a:lstStyle>
            <a:lvl1pPr algn="l">
              <a:defRPr sz="1100" cap="all" spc="300" baseline="0">
                <a:solidFill>
                  <a:schemeClr val="accent3"/>
                </a:solidFill>
              </a:defRPr>
            </a:lvl1pPr>
          </a:lstStyle>
          <a:p>
            <a:endParaRPr lang="en-US" dirty="0"/>
          </a:p>
        </p:txBody>
      </p:sp>
      <p:sp>
        <p:nvSpPr>
          <p:cNvPr id="2" name="Date Placeholder 3">
            <a:extLst>
              <a:ext uri="{FF2B5EF4-FFF2-40B4-BE49-F238E27FC236}">
                <a16:creationId xmlns:a16="http://schemas.microsoft.com/office/drawing/2014/main" id="{0CAC8CAA-7BE1-C6AD-8CAA-7EF23C3F3856}"/>
              </a:ext>
            </a:extLst>
          </p:cNvPr>
          <p:cNvSpPr>
            <a:spLocks noGrp="1"/>
          </p:cNvSpPr>
          <p:nvPr>
            <p:ph type="dt" sz="half" idx="14"/>
          </p:nvPr>
        </p:nvSpPr>
        <p:spPr>
          <a:xfrm>
            <a:off x="8610600" y="6118484"/>
            <a:ext cx="2743200" cy="365125"/>
          </a:xfrm>
          <a:prstGeom prst="rect">
            <a:avLst/>
          </a:prstGeom>
        </p:spPr>
        <p:txBody>
          <a:bodyPr vert="horz" lIns="91440" tIns="45720" rIns="91440" bIns="45720" rtlCol="0" anchor="ctr"/>
          <a:lstStyle>
            <a:lvl1pPr algn="r">
              <a:defRPr sz="1100">
                <a:solidFill>
                  <a:schemeClr val="accent3"/>
                </a:solidFill>
              </a:defRPr>
            </a:lvl1pPr>
          </a:lstStyle>
          <a:p>
            <a:fld id="{8B1E16E5-E5E5-4583-9AF7-83D9607A8145}" type="datetime1">
              <a:rPr lang="en-US" smtClean="0"/>
              <a:t>9/1/2026</a:t>
            </a:fld>
            <a:endParaRPr lang="en-US" dirty="0"/>
          </a:p>
        </p:txBody>
      </p:sp>
    </p:spTree>
    <p:extLst>
      <p:ext uri="{BB962C8B-B14F-4D97-AF65-F5344CB8AC3E}">
        <p14:creationId xmlns:p14="http://schemas.microsoft.com/office/powerpoint/2010/main" val="31129725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1754505" y="1013460"/>
            <a:ext cx="8682990" cy="2230802"/>
          </a:xfrm>
        </p:spPr>
        <p:txBody>
          <a:bodyPr anchor="b">
            <a:normAutofit/>
          </a:bodyPr>
          <a:lstStyle>
            <a:lvl1pPr algn="ctr">
              <a:defRPr sz="4800">
                <a:solidFill>
                  <a:schemeClr val="accent3"/>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1754505" y="3429000"/>
            <a:ext cx="8682989" cy="2230802"/>
          </a:xfrm>
        </p:spPr>
        <p:txBody>
          <a:bodyPr anchor="t" anchorCtr="0">
            <a:normAutofit/>
          </a:bodyPr>
          <a:lstStyle>
            <a:lvl1pPr marL="0" indent="0" algn="ctr">
              <a:lnSpc>
                <a:spcPct val="200000"/>
              </a:lnSpc>
              <a:buNone/>
              <a:defRPr lang="en-US" sz="1600" kern="1200" cap="all" spc="300" dirty="0">
                <a:solidFill>
                  <a:prstClr val="black"/>
                </a:solidFill>
                <a:latin typeface="Yu Gothic UI Semilight" panose="020B0400000000000000" pitchFamily="34" charset="-128"/>
                <a:ea typeface="+mn-ea"/>
                <a:cs typeface="+mn-cs"/>
              </a:defRPr>
            </a:lvl1pPr>
            <a:lvl2pPr marL="742950" indent="-285750" algn="ctr">
              <a:lnSpc>
                <a:spcPct val="110000"/>
              </a:lnSpc>
              <a:buFont typeface="Arial" panose="020B0604020202020204" pitchFamily="34" charset="0"/>
              <a:buChar char="•"/>
              <a:defRPr lang="en-US" sz="1600" kern="1200" cap="none" spc="0" baseline="0" dirty="0">
                <a:solidFill>
                  <a:prstClr val="black"/>
                </a:solidFill>
                <a:latin typeface="Yu Gothic UI Semilight" panose="020B0400000000000000" pitchFamily="34" charset="-128"/>
                <a:ea typeface="+mn-ea"/>
                <a:cs typeface="+mn-cs"/>
              </a:defRPr>
            </a:lvl2pPr>
            <a:lvl3pPr marL="1200150" indent="-285750" algn="ctr">
              <a:lnSpc>
                <a:spcPct val="110000"/>
              </a:lnSpc>
              <a:buFont typeface="Arial" panose="020B0604020202020204" pitchFamily="34" charset="0"/>
              <a:buChar char="•"/>
              <a:defRPr lang="en-US" sz="1600" kern="1200" cap="none" spc="0" baseline="0" dirty="0">
                <a:solidFill>
                  <a:prstClr val="black"/>
                </a:solidFill>
                <a:latin typeface="Yu Gothic UI Semilight" panose="020B0400000000000000" pitchFamily="34" charset="-128"/>
                <a:ea typeface="+mn-ea"/>
                <a:cs typeface="+mn-cs"/>
              </a:defRPr>
            </a:lvl3pPr>
            <a:lvl4pPr marL="1657350" indent="-285750" algn="ctr">
              <a:lnSpc>
                <a:spcPct val="110000"/>
              </a:lnSpc>
              <a:buFont typeface="Arial" panose="020B0604020202020204" pitchFamily="34" charset="0"/>
              <a:buChar char="•"/>
              <a:defRPr lang="en-US" sz="1600" kern="1200" cap="none" spc="0" baseline="0" dirty="0">
                <a:solidFill>
                  <a:prstClr val="black"/>
                </a:solidFill>
                <a:latin typeface="Yu Gothic UI Semilight" panose="020B0400000000000000" pitchFamily="34" charset="-128"/>
                <a:ea typeface="+mn-ea"/>
                <a:cs typeface="+mn-cs"/>
              </a:defRPr>
            </a:lvl4pPr>
            <a:lvl5pPr marL="2114550" indent="-285750" algn="ctr">
              <a:lnSpc>
                <a:spcPct val="110000"/>
              </a:lnSpc>
              <a:buFont typeface="Arial" panose="020B0604020202020204" pitchFamily="34" charset="0"/>
              <a:buChar char="•"/>
              <a:defRPr lang="en-US" sz="1600" kern="1200" cap="none" spc="0" baseline="0" dirty="0">
                <a:solidFill>
                  <a:prstClr val="black"/>
                </a:solidFill>
                <a:latin typeface="Yu Gothic UI Semilight" panose="020B0400000000000000" pitchFamily="34" charset="-128"/>
                <a:ea typeface="+mn-ea"/>
                <a:cs typeface="+mn-cs"/>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207540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8DB6A3A-74E6-4FE2-8AD2-CEB07044718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noProof="0"/>
              <a:t>Click to edit Master title style</a:t>
            </a:r>
            <a:endParaRPr lang="en-US" noProof="0" dirty="0"/>
          </a:p>
        </p:txBody>
      </p:sp>
      <p:sp>
        <p:nvSpPr>
          <p:cNvPr id="3" name="Text Placeholder 2">
            <a:extLst>
              <a:ext uri="{FF2B5EF4-FFF2-40B4-BE49-F238E27FC236}">
                <a16:creationId xmlns:a16="http://schemas.microsoft.com/office/drawing/2014/main" id="{2C0128AA-FDF4-4DD5-A009-3C58D24570F2}"/>
              </a:ext>
            </a:extLst>
          </p:cNvPr>
          <p:cNvSpPr>
            <a:spLocks noGrp="1"/>
          </p:cNvSpPr>
          <p:nvPr>
            <p:ph type="body" idx="1"/>
          </p:nvPr>
        </p:nvSpPr>
        <p:spPr>
          <a:xfrm>
            <a:off x="838200" y="1825625"/>
            <a:ext cx="10515600" cy="4048274"/>
          </a:xfrm>
          <a:prstGeom prst="rect">
            <a:avLst/>
          </a:prstGeom>
        </p:spPr>
        <p:txBody>
          <a:bodyPr vert="horz" lIns="91440" tIns="45720" rIns="91440" bIns="45720" rtlCol="0">
            <a:norm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4" name="Date Placeholder 3">
            <a:extLst>
              <a:ext uri="{FF2B5EF4-FFF2-40B4-BE49-F238E27FC236}">
                <a16:creationId xmlns:a16="http://schemas.microsoft.com/office/drawing/2014/main" id="{BB1C2DC0-7E13-4A66-9F9B-371BA9C6E4F1}"/>
              </a:ext>
            </a:extLst>
          </p:cNvPr>
          <p:cNvSpPr>
            <a:spLocks noGrp="1"/>
          </p:cNvSpPr>
          <p:nvPr>
            <p:ph type="dt" sz="half" idx="2"/>
          </p:nvPr>
        </p:nvSpPr>
        <p:spPr>
          <a:xfrm>
            <a:off x="8610600" y="6118484"/>
            <a:ext cx="2743200" cy="365125"/>
          </a:xfrm>
          <a:prstGeom prst="rect">
            <a:avLst/>
          </a:prstGeom>
        </p:spPr>
        <p:txBody>
          <a:bodyPr vert="horz" lIns="91440" tIns="45720" rIns="91440" bIns="45720" rtlCol="0" anchor="ctr"/>
          <a:lstStyle>
            <a:lvl1pPr algn="r">
              <a:defRPr sz="1100">
                <a:solidFill>
                  <a:schemeClr val="accent3"/>
                </a:solidFill>
                <a:latin typeface="Yu Gothic UI Semilight" panose="020B0400000000000000" pitchFamily="34" charset="-128"/>
              </a:defRPr>
            </a:lvl1pPr>
          </a:lstStyle>
          <a:p>
            <a:fld id="{3CA3B387-33D3-4D27-BE27-9B85ACC6AC8A}" type="datetime1">
              <a:rPr lang="en-US" smtClean="0"/>
              <a:pPr/>
              <a:t>9/1/2026</a:t>
            </a:fld>
            <a:endParaRPr lang="en-US" dirty="0"/>
          </a:p>
        </p:txBody>
      </p:sp>
      <p:sp>
        <p:nvSpPr>
          <p:cNvPr id="11" name="Footer Placeholder 4">
            <a:extLst>
              <a:ext uri="{FF2B5EF4-FFF2-40B4-BE49-F238E27FC236}">
                <a16:creationId xmlns:a16="http://schemas.microsoft.com/office/drawing/2014/main" id="{1F296578-6D40-435B-861E-0904DDC10B7C}"/>
              </a:ext>
            </a:extLst>
          </p:cNvPr>
          <p:cNvSpPr>
            <a:spLocks noGrp="1"/>
          </p:cNvSpPr>
          <p:nvPr>
            <p:ph type="ftr" sz="quarter" idx="3"/>
          </p:nvPr>
        </p:nvSpPr>
        <p:spPr>
          <a:xfrm>
            <a:off x="838200" y="6118484"/>
            <a:ext cx="3398763" cy="365125"/>
          </a:xfrm>
          <a:prstGeom prst="rect">
            <a:avLst/>
          </a:prstGeom>
        </p:spPr>
        <p:txBody>
          <a:bodyPr vert="horz" lIns="91440" tIns="45720" rIns="91440" bIns="45720" rtlCol="0" anchor="ctr"/>
          <a:lstStyle>
            <a:lvl1pPr algn="l">
              <a:defRPr sz="1100" cap="all" spc="300" baseline="0">
                <a:solidFill>
                  <a:schemeClr val="accent3"/>
                </a:solidFill>
                <a:latin typeface="Yu Gothic UI Semilight" panose="020B0400000000000000" pitchFamily="34" charset="-128"/>
              </a:defRPr>
            </a:lvl1pPr>
          </a:lstStyle>
          <a:p>
            <a:endParaRPr lang="en-US" dirty="0"/>
          </a:p>
        </p:txBody>
      </p:sp>
      <p:sp>
        <p:nvSpPr>
          <p:cNvPr id="5" name="Rectangle 4">
            <a:extLst>
              <a:ext uri="{FF2B5EF4-FFF2-40B4-BE49-F238E27FC236}">
                <a16:creationId xmlns:a16="http://schemas.microsoft.com/office/drawing/2014/main" id="{BF608E0E-05B9-F221-80C3-04CA4E4ABA35}"/>
              </a:ext>
            </a:extLst>
          </p:cNvPr>
          <p:cNvSpPr/>
          <p:nvPr userDrawn="1"/>
        </p:nvSpPr>
        <p:spPr>
          <a:xfrm>
            <a:off x="361950" y="327025"/>
            <a:ext cx="11468100" cy="6203950"/>
          </a:xfrm>
          <a:prstGeom prst="rect">
            <a:avLst/>
          </a:prstGeom>
          <a:noFill/>
          <a:ln w="28575" cap="flat">
            <a:solidFill>
              <a:schemeClr val="accent3"/>
            </a:solidFill>
            <a:prstDash val="solid"/>
            <a:miter/>
          </a:ln>
        </p:spPr>
        <p:txBody>
          <a:bodyPr rtlCol="0" anchor="ctr"/>
          <a:lstStyle/>
          <a:p>
            <a:pPr algn="l"/>
            <a:endParaRPr lang="en-US" dirty="0">
              <a:latin typeface="Yu Gothic UI Semilight" panose="020B0400000000000000" pitchFamily="34" charset="-128"/>
            </a:endParaRPr>
          </a:p>
        </p:txBody>
      </p:sp>
      <p:grpSp>
        <p:nvGrpSpPr>
          <p:cNvPr id="45" name="Group 44">
            <a:extLst>
              <a:ext uri="{FF2B5EF4-FFF2-40B4-BE49-F238E27FC236}">
                <a16:creationId xmlns:a16="http://schemas.microsoft.com/office/drawing/2014/main" id="{0D2231DE-625E-E718-1111-43464C19E14D}"/>
              </a:ext>
            </a:extLst>
          </p:cNvPr>
          <p:cNvGrpSpPr/>
          <p:nvPr userDrawn="1"/>
        </p:nvGrpSpPr>
        <p:grpSpPr>
          <a:xfrm>
            <a:off x="6096000" y="327025"/>
            <a:ext cx="0" cy="6203950"/>
            <a:chOff x="6096000" y="327025"/>
            <a:chExt cx="0" cy="6203950"/>
          </a:xfrm>
        </p:grpSpPr>
        <p:cxnSp>
          <p:nvCxnSpPr>
            <p:cNvPr id="46" name="Straight Connector 45">
              <a:extLst>
                <a:ext uri="{FF2B5EF4-FFF2-40B4-BE49-F238E27FC236}">
                  <a16:creationId xmlns:a16="http://schemas.microsoft.com/office/drawing/2014/main" id="{DC307328-46EA-E83E-5BCB-1C57369D3ACD}"/>
                </a:ext>
              </a:extLst>
            </p:cNvPr>
            <p:cNvCxnSpPr>
              <a:cxnSpLocks/>
            </p:cNvCxnSpPr>
            <p:nvPr/>
          </p:nvCxnSpPr>
          <p:spPr>
            <a:xfrm flipV="1">
              <a:off x="6096000" y="6281057"/>
              <a:ext cx="0" cy="249918"/>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E603F6C5-78F9-FA16-B62C-389A70997BE3}"/>
                </a:ext>
              </a:extLst>
            </p:cNvPr>
            <p:cNvCxnSpPr>
              <a:cxnSpLocks/>
            </p:cNvCxnSpPr>
            <p:nvPr/>
          </p:nvCxnSpPr>
          <p:spPr>
            <a:xfrm flipV="1">
              <a:off x="6096000" y="327025"/>
              <a:ext cx="0" cy="249918"/>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223999130"/>
      </p:ext>
    </p:extLst>
  </p:cSld>
  <p:clrMap bg1="lt1" tx1="dk1" bg2="lt2" tx2="dk2" accent1="accent1" accent2="accent2" accent3="accent3" accent4="accent4" accent5="accent5" accent6="accent6" hlink="hlink" folHlink="folHlink"/>
  <p:sldLayoutIdLst>
    <p:sldLayoutId id="2147483653" r:id="rId1"/>
    <p:sldLayoutId id="2147483696" r:id="rId2"/>
    <p:sldLayoutId id="2147483718" r:id="rId3"/>
    <p:sldLayoutId id="2147483712" r:id="rId4"/>
    <p:sldLayoutId id="2147483719" r:id="rId5"/>
    <p:sldLayoutId id="2147483705" r:id="rId6"/>
    <p:sldLayoutId id="2147483713" r:id="rId7"/>
    <p:sldLayoutId id="2147483699" r:id="rId8"/>
    <p:sldLayoutId id="2147483716" r:id="rId9"/>
    <p:sldLayoutId id="2147483702" r:id="rId10"/>
    <p:sldLayoutId id="2147483714" r:id="rId11"/>
    <p:sldLayoutId id="2147483720" r:id="rId12"/>
    <p:sldLayoutId id="2147483709" r:id="rId13"/>
  </p:sldLayoutIdLst>
  <p:hf hdr="0" ftr="0" dt="0"/>
  <p:txStyles>
    <p:titleStyle>
      <a:lvl1pPr algn="l" defTabSz="914400" rtl="0" eaLnBrk="1" latinLnBrk="0" hangingPunct="1">
        <a:lnSpc>
          <a:spcPct val="90000"/>
        </a:lnSpc>
        <a:spcBef>
          <a:spcPct val="0"/>
        </a:spcBef>
        <a:buNone/>
        <a:defRPr sz="5000" b="0" kern="1200">
          <a:solidFill>
            <a:schemeClr val="accent3"/>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Yu Gothic UI Semilight" panose="020B0400000000000000" pitchFamily="34" charset="-128"/>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Yu Gothic UI Semilight" panose="020B0400000000000000" pitchFamily="34" charset="-128"/>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Yu Gothic UI Semilight" panose="020B0400000000000000" pitchFamily="34" charset="-128"/>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Yu Gothic UI Semilight" panose="020B0400000000000000" pitchFamily="34" charset="-128"/>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Yu Gothic UI Semilight" panose="020B0400000000000000" pitchFamily="34" charset="-128"/>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72" userDrawn="1">
          <p15:clr>
            <a:srgbClr val="F26B43"/>
          </p15:clr>
        </p15:guide>
        <p15:guide id="2" pos="574" userDrawn="1">
          <p15:clr>
            <a:srgbClr val="F26B43"/>
          </p15:clr>
        </p15:guide>
        <p15:guide id="3" pos="7106" userDrawn="1">
          <p15:clr>
            <a:srgbClr val="F26B43"/>
          </p15:clr>
        </p15:guide>
        <p15:guide id="4" orient="horz" pos="3748" userDrawn="1">
          <p15:clr>
            <a:srgbClr val="F26B43"/>
          </p15:clr>
        </p15:guide>
        <p15:guide id="5" pos="4407" userDrawn="1">
          <p15:clr>
            <a:srgbClr val="F26B43"/>
          </p15:clr>
        </p15:guide>
        <p15:guide id="6" pos="3273" userDrawn="1">
          <p15:clr>
            <a:srgbClr val="F26B43"/>
          </p15:clr>
        </p15:guide>
        <p15:guide id="7" pos="3840" userDrawn="1">
          <p15:clr>
            <a:srgbClr val="F26B43"/>
          </p15:clr>
        </p15:guide>
        <p15:guide id="8" orient="horz" pos="2160" userDrawn="1">
          <p15:clr>
            <a:srgbClr val="F26B43"/>
          </p15:clr>
        </p15:guide>
        <p15:guide id="9" pos="302" userDrawn="1">
          <p15:clr>
            <a:srgbClr val="F26B43"/>
          </p15:clr>
        </p15:guide>
        <p15:guide id="10" pos="737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0.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4.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10.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6.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10.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0.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B3275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5857963-8D3D-4F24-B535-54652EE095F0}"/>
              </a:ext>
            </a:extLst>
          </p:cNvPr>
          <p:cNvSpPr>
            <a:spLocks noGrp="1"/>
          </p:cNvSpPr>
          <p:nvPr>
            <p:ph type="title"/>
          </p:nvPr>
        </p:nvSpPr>
        <p:spPr>
          <a:xfrm>
            <a:off x="868680" y="804672"/>
            <a:ext cx="10460736" cy="3255264"/>
          </a:xfrm>
        </p:spPr>
        <p:txBody>
          <a:bodyPr anchor="b"/>
          <a:lstStyle/>
          <a:p>
            <a:r>
              <a:rPr lang="en-US" dirty="0" err="1"/>
              <a:t>OKCupid</a:t>
            </a:r>
            <a:r>
              <a:rPr lang="en-US" dirty="0"/>
              <a:t> – Machine Learning Analysis</a:t>
            </a:r>
          </a:p>
        </p:txBody>
      </p:sp>
      <p:sp>
        <p:nvSpPr>
          <p:cNvPr id="5" name="Text Placeholder 4">
            <a:extLst>
              <a:ext uri="{FF2B5EF4-FFF2-40B4-BE49-F238E27FC236}">
                <a16:creationId xmlns:a16="http://schemas.microsoft.com/office/drawing/2014/main" id="{B623514F-9C9F-4868-A7D9-66CAA07E615D}"/>
              </a:ext>
            </a:extLst>
          </p:cNvPr>
          <p:cNvSpPr>
            <a:spLocks noGrp="1"/>
          </p:cNvSpPr>
          <p:nvPr>
            <p:ph type="body" sz="quarter" idx="13"/>
          </p:nvPr>
        </p:nvSpPr>
        <p:spPr>
          <a:xfrm>
            <a:off x="3081573" y="4526280"/>
            <a:ext cx="6028854" cy="914400"/>
          </a:xfrm>
        </p:spPr>
        <p:txBody>
          <a:bodyPr vert="horz" lIns="91440" tIns="45720" rIns="91440" bIns="45720" rtlCol="0" anchor="t">
            <a:noAutofit/>
          </a:bodyPr>
          <a:lstStyle/>
          <a:p>
            <a:r>
              <a:rPr lang="en-US" dirty="0"/>
              <a:t>By Faatimah </a:t>
            </a:r>
            <a:r>
              <a:rPr lang="en-US" dirty="0" err="1"/>
              <a:t>majothi</a:t>
            </a:r>
            <a:endParaRPr lang="en-US" dirty="0"/>
          </a:p>
        </p:txBody>
      </p:sp>
    </p:spTree>
    <p:extLst>
      <p:ext uri="{BB962C8B-B14F-4D97-AF65-F5344CB8AC3E}">
        <p14:creationId xmlns:p14="http://schemas.microsoft.com/office/powerpoint/2010/main" val="21423163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B3275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63CB3-2956-E8D2-C23D-A3BAA7295DEC}"/>
              </a:ext>
            </a:extLst>
          </p:cNvPr>
          <p:cNvSpPr>
            <a:spLocks noGrp="1"/>
          </p:cNvSpPr>
          <p:nvPr>
            <p:ph type="title"/>
          </p:nvPr>
        </p:nvSpPr>
        <p:spPr>
          <a:xfrm>
            <a:off x="838200" y="853334"/>
            <a:ext cx="4844142" cy="5151334"/>
          </a:xfrm>
          <a:noFill/>
        </p:spPr>
        <p:txBody>
          <a:bodyPr>
            <a:noAutofit/>
          </a:bodyPr>
          <a:lstStyle/>
          <a:p>
            <a:r>
              <a:rPr lang="en-US" dirty="0"/>
              <a:t>Introduction</a:t>
            </a:r>
          </a:p>
        </p:txBody>
      </p:sp>
      <p:pic>
        <p:nvPicPr>
          <p:cNvPr id="9" name="Online Image Placeholder 12" descr="A person wearing a suit sitting on a bed drinking from a cup, with a suitcase nearby">
            <a:extLst>
              <a:ext uri="{FF2B5EF4-FFF2-40B4-BE49-F238E27FC236}">
                <a16:creationId xmlns:a16="http://schemas.microsoft.com/office/drawing/2014/main" id="{F03AA6D8-831B-8498-BA31-38792288C6AD}"/>
              </a:ext>
            </a:extLst>
          </p:cNvPr>
          <p:cNvPicPr>
            <a:picLocks noGrp="1" noChangeAspect="1"/>
          </p:cNvPicPr>
          <p:nvPr>
            <p:ph type="pic" sz="quarter" idx="11"/>
          </p:nvPr>
        </p:nvPicPr>
        <p:blipFill rotWithShape="1">
          <a:blip r:embed="rId2" cstate="print">
            <a:duotone>
              <a:prstClr val="black"/>
              <a:schemeClr val="accent3">
                <a:tint val="45000"/>
                <a:satMod val="400000"/>
              </a:schemeClr>
            </a:duotone>
            <a:extLst>
              <a:ext uri="{28A0092B-C50C-407E-A947-70E740481C1C}">
                <a14:useLocalDpi xmlns:a14="http://schemas.microsoft.com/office/drawing/2010/main"/>
              </a:ext>
            </a:extLst>
          </a:blip>
          <a:srcRect/>
          <a:stretch/>
        </p:blipFill>
        <p:spPr>
          <a:xfrm>
            <a:off x="6428012" y="685800"/>
            <a:ext cx="5070020" cy="5486400"/>
          </a:xfrm>
        </p:spPr>
      </p:pic>
    </p:spTree>
    <p:extLst>
      <p:ext uri="{BB962C8B-B14F-4D97-AF65-F5344CB8AC3E}">
        <p14:creationId xmlns:p14="http://schemas.microsoft.com/office/powerpoint/2010/main" val="4351953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B33A463-AB57-6332-E6A2-A1A7AB3ED115}"/>
              </a:ext>
            </a:extLst>
          </p:cNvPr>
          <p:cNvSpPr>
            <a:spLocks noGrp="1"/>
          </p:cNvSpPr>
          <p:nvPr>
            <p:ph type="title"/>
            <p:extLst>
              <p:ext uri="{E7BDC344-281C-4309-B0C6-D0EE65EED2A8}">
                <p202:designPr xmlns:p202="http://schemas.microsoft.com/office/powerpoint/2020/02/main">
                  <p202:designTagLst>
                    <p202:designTag name="ARCH:1:CLS" val="LargePlainText"/>
                  </p202:designTagLst>
                </p202:designPr>
              </p:ext>
            </p:extLst>
          </p:nvPr>
        </p:nvSpPr>
        <p:spPr>
          <a:xfrm>
            <a:off x="1704181" y="2167821"/>
            <a:ext cx="8783638" cy="2522359"/>
          </a:xfrm>
        </p:spPr>
        <p:txBody>
          <a:bodyPr anchor="ctr">
            <a:normAutofit/>
          </a:bodyPr>
          <a:lstStyle/>
          <a:p>
            <a:pPr indent="0">
              <a:buNone/>
            </a:pPr>
            <a:r>
              <a:rPr lang="en-GB" sz="1800" b="1" dirty="0"/>
              <a:t>“</a:t>
            </a:r>
            <a:r>
              <a:rPr lang="en-GB" sz="1800" b="1" kern="1200" cap="all" spc="300" dirty="0"/>
              <a:t>In recent years, there has been a massive rise in the usage of dating apps to find love. Many of these apps use sophisticated data science techniques to recommend possible matches to users and to optimize the user experience. These apps give us access to a wealth of information that we’ve never had before about how different people experience romance.” </a:t>
            </a:r>
            <a:br>
              <a:rPr lang="en-GB" sz="1800" b="1" kern="1200" cap="all" spc="300" dirty="0"/>
            </a:br>
            <a:br>
              <a:rPr lang="en-GB" sz="1800" b="1" kern="1200" cap="all" spc="300" dirty="0"/>
            </a:br>
            <a:r>
              <a:rPr lang="en-GB" sz="1800" b="1" kern="1200" cap="all" spc="300" dirty="0"/>
              <a:t>– </a:t>
            </a:r>
            <a:r>
              <a:rPr lang="en-GB" sz="1800" b="1" kern="1200" cap="all" spc="300" dirty="0" err="1"/>
              <a:t>Codecademy</a:t>
            </a:r>
            <a:endParaRPr lang="en-GB" sz="1800" dirty="0"/>
          </a:p>
        </p:txBody>
      </p:sp>
    </p:spTree>
    <p:extLst>
      <p:ext uri="{BB962C8B-B14F-4D97-AF65-F5344CB8AC3E}">
        <p14:creationId xmlns:p14="http://schemas.microsoft.com/office/powerpoint/2010/main" val="8063353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5F5E3-2B1C-7C0A-8581-67A9052D13AA}"/>
              </a:ext>
            </a:extLst>
          </p:cNvPr>
          <p:cNvSpPr>
            <a:spLocks noGrp="1"/>
          </p:cNvSpPr>
          <p:nvPr>
            <p:ph type="title"/>
          </p:nvPr>
        </p:nvSpPr>
        <p:spPr>
          <a:xfrm>
            <a:off x="838200" y="853333"/>
            <a:ext cx="4844143" cy="5151334"/>
          </a:xfrm>
          <a:noFill/>
        </p:spPr>
        <p:txBody>
          <a:bodyPr>
            <a:noAutofit/>
          </a:bodyPr>
          <a:lstStyle/>
          <a:p>
            <a:r>
              <a:rPr lang="en-US" dirty="0"/>
              <a:t>Overview</a:t>
            </a:r>
          </a:p>
        </p:txBody>
      </p:sp>
      <p:sp>
        <p:nvSpPr>
          <p:cNvPr id="3" name="Content Placeholder 2">
            <a:extLst>
              <a:ext uri="{FF2B5EF4-FFF2-40B4-BE49-F238E27FC236}">
                <a16:creationId xmlns:a16="http://schemas.microsoft.com/office/drawing/2014/main" id="{A6A33159-D030-2F82-A142-F75940728319}"/>
              </a:ext>
            </a:extLst>
          </p:cNvPr>
          <p:cNvSpPr>
            <a:spLocks noGrp="1"/>
          </p:cNvSpPr>
          <p:nvPr>
            <p:ph idx="1"/>
          </p:nvPr>
        </p:nvSpPr>
        <p:spPr>
          <a:xfrm>
            <a:off x="6455228" y="853333"/>
            <a:ext cx="4997631" cy="5151334"/>
          </a:xfrm>
          <a:noFill/>
        </p:spPr>
        <p:txBody>
          <a:bodyPr>
            <a:normAutofit/>
          </a:bodyPr>
          <a:lstStyle/>
          <a:p>
            <a:r>
              <a:rPr lang="en-GB" dirty="0" err="1"/>
              <a:t>OKCupid</a:t>
            </a:r>
            <a:r>
              <a:rPr lang="en-GB" dirty="0"/>
              <a:t> is an app that focuses on using multiple choice and short answers to match users. </a:t>
            </a:r>
          </a:p>
          <a:p>
            <a:r>
              <a:rPr lang="en-GB" dirty="0"/>
              <a:t>In this project, we used machine learning to predict whether a user is a smoker, based on profile details like age, interests, and lifestyle habits.</a:t>
            </a:r>
          </a:p>
          <a:p>
            <a:r>
              <a:rPr lang="en-GB" dirty="0"/>
              <a:t>We built and tested classification models to measure how well they predict smoker status.</a:t>
            </a:r>
          </a:p>
          <a:p>
            <a:r>
              <a:rPr lang="en-GB" dirty="0"/>
              <a:t>Our hypothesis was that user characteristics are not strong predictors of a lifestyle choice such as smoking.</a:t>
            </a:r>
            <a:endParaRPr lang="en-US" dirty="0"/>
          </a:p>
        </p:txBody>
      </p:sp>
    </p:spTree>
    <p:extLst>
      <p:ext uri="{BB962C8B-B14F-4D97-AF65-F5344CB8AC3E}">
        <p14:creationId xmlns:p14="http://schemas.microsoft.com/office/powerpoint/2010/main" val="36666746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2181D-911C-1343-7267-E35AC86CCA0E}"/>
              </a:ext>
            </a:extLst>
          </p:cNvPr>
          <p:cNvSpPr>
            <a:spLocks noGrp="1"/>
          </p:cNvSpPr>
          <p:nvPr>
            <p:ph type="title"/>
          </p:nvPr>
        </p:nvSpPr>
        <p:spPr>
          <a:xfrm>
            <a:off x="838200" y="853333"/>
            <a:ext cx="4844143" cy="5151334"/>
          </a:xfrm>
          <a:noFill/>
        </p:spPr>
        <p:txBody>
          <a:bodyPr anchor="ctr">
            <a:noAutofit/>
          </a:bodyPr>
          <a:lstStyle/>
          <a:p>
            <a:r>
              <a:rPr lang="en-US" dirty="0"/>
              <a:t>Project Goals</a:t>
            </a:r>
          </a:p>
        </p:txBody>
      </p:sp>
      <p:sp>
        <p:nvSpPr>
          <p:cNvPr id="3" name="Content Placeholder 2">
            <a:extLst>
              <a:ext uri="{FF2B5EF4-FFF2-40B4-BE49-F238E27FC236}">
                <a16:creationId xmlns:a16="http://schemas.microsoft.com/office/drawing/2014/main" id="{9BEA8735-F1DC-1DE6-0A38-429B2F660F8A}"/>
              </a:ext>
            </a:extLst>
          </p:cNvPr>
          <p:cNvSpPr>
            <a:spLocks noGrp="1"/>
          </p:cNvSpPr>
          <p:nvPr>
            <p:ph idx="1"/>
          </p:nvPr>
        </p:nvSpPr>
        <p:spPr>
          <a:xfrm>
            <a:off x="6455229" y="853333"/>
            <a:ext cx="4920342" cy="5151334"/>
          </a:xfrm>
          <a:noFill/>
        </p:spPr>
        <p:txBody>
          <a:bodyPr>
            <a:normAutofit/>
          </a:bodyPr>
          <a:lstStyle/>
          <a:p>
            <a:r>
              <a:rPr lang="en-US" dirty="0"/>
              <a:t>EDA</a:t>
            </a:r>
          </a:p>
          <a:p>
            <a:r>
              <a:rPr lang="en-US" dirty="0"/>
              <a:t>Data preprocessing</a:t>
            </a:r>
          </a:p>
          <a:p>
            <a:r>
              <a:rPr lang="en-US" dirty="0"/>
              <a:t>Model building</a:t>
            </a:r>
          </a:p>
          <a:p>
            <a:r>
              <a:rPr lang="en-US" dirty="0"/>
              <a:t>Model evaluation</a:t>
            </a:r>
          </a:p>
          <a:p>
            <a:r>
              <a:rPr lang="en-US" dirty="0"/>
              <a:t>Analysis</a:t>
            </a:r>
          </a:p>
        </p:txBody>
      </p:sp>
    </p:spTree>
    <p:extLst>
      <p:ext uri="{BB962C8B-B14F-4D97-AF65-F5344CB8AC3E}">
        <p14:creationId xmlns:p14="http://schemas.microsoft.com/office/powerpoint/2010/main" val="41695528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B32752"/>
        </a:solidFill>
        <a:effectLst/>
      </p:bgPr>
    </p:bg>
    <p:spTree>
      <p:nvGrpSpPr>
        <p:cNvPr id="1" name="">
          <a:extLst>
            <a:ext uri="{FF2B5EF4-FFF2-40B4-BE49-F238E27FC236}">
              <a16:creationId xmlns:a16="http://schemas.microsoft.com/office/drawing/2014/main" id="{20C57DFB-853A-F288-F2ED-562F44AF59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93C892-83AE-EB96-2D22-452739D4C4F1}"/>
              </a:ext>
            </a:extLst>
          </p:cNvPr>
          <p:cNvSpPr>
            <a:spLocks noGrp="1"/>
          </p:cNvSpPr>
          <p:nvPr>
            <p:ph type="title"/>
          </p:nvPr>
        </p:nvSpPr>
        <p:spPr>
          <a:xfrm>
            <a:off x="838200" y="853334"/>
            <a:ext cx="4844142" cy="5151334"/>
          </a:xfrm>
          <a:noFill/>
        </p:spPr>
        <p:txBody>
          <a:bodyPr>
            <a:noAutofit/>
          </a:bodyPr>
          <a:lstStyle/>
          <a:p>
            <a:r>
              <a:rPr lang="en-US" dirty="0"/>
              <a:t>EDA</a:t>
            </a:r>
          </a:p>
        </p:txBody>
      </p:sp>
      <p:pic>
        <p:nvPicPr>
          <p:cNvPr id="9" name="Online Image Placeholder 12" descr="A person wearing a suit sitting on a bed drinking from a cup, with a suitcase nearby">
            <a:extLst>
              <a:ext uri="{FF2B5EF4-FFF2-40B4-BE49-F238E27FC236}">
                <a16:creationId xmlns:a16="http://schemas.microsoft.com/office/drawing/2014/main" id="{EE8E274D-FD3D-2E8C-AC11-0CD6439C5D03}"/>
              </a:ext>
            </a:extLst>
          </p:cNvPr>
          <p:cNvPicPr>
            <a:picLocks noGrp="1" noChangeAspect="1"/>
          </p:cNvPicPr>
          <p:nvPr>
            <p:ph type="pic" sz="quarter" idx="11"/>
          </p:nvPr>
        </p:nvPicPr>
        <p:blipFill rotWithShape="1">
          <a:blip r:embed="rId2" cstate="print">
            <a:duotone>
              <a:prstClr val="black"/>
              <a:schemeClr val="accent3">
                <a:tint val="45000"/>
                <a:satMod val="400000"/>
              </a:schemeClr>
            </a:duotone>
            <a:extLst>
              <a:ext uri="{28A0092B-C50C-407E-A947-70E740481C1C}">
                <a14:useLocalDpi xmlns:a14="http://schemas.microsoft.com/office/drawing/2010/main"/>
              </a:ext>
            </a:extLst>
          </a:blip>
          <a:srcRect/>
          <a:stretch/>
        </p:blipFill>
        <p:spPr>
          <a:xfrm>
            <a:off x="6428012" y="685800"/>
            <a:ext cx="5070020" cy="5486400"/>
          </a:xfrm>
        </p:spPr>
      </p:pic>
      <p:sp>
        <p:nvSpPr>
          <p:cNvPr id="6" name="TextBox 5">
            <a:extLst>
              <a:ext uri="{FF2B5EF4-FFF2-40B4-BE49-F238E27FC236}">
                <a16:creationId xmlns:a16="http://schemas.microsoft.com/office/drawing/2014/main" id="{0D90D112-AA1E-0155-3D8D-0D3A14D62BBC}"/>
              </a:ext>
            </a:extLst>
          </p:cNvPr>
          <p:cNvSpPr txBox="1"/>
          <p:nvPr/>
        </p:nvSpPr>
        <p:spPr>
          <a:xfrm>
            <a:off x="838200" y="1656113"/>
            <a:ext cx="3438832" cy="369332"/>
          </a:xfrm>
          <a:prstGeom prst="rect">
            <a:avLst/>
          </a:prstGeom>
          <a:noFill/>
        </p:spPr>
        <p:txBody>
          <a:bodyPr wrap="square" rtlCol="0">
            <a:spAutoFit/>
          </a:bodyPr>
          <a:lstStyle/>
          <a:p>
            <a:r>
              <a:rPr lang="en-GB" dirty="0">
                <a:solidFill>
                  <a:schemeClr val="bg1"/>
                </a:solidFill>
                <a:latin typeface="+mj-lt"/>
              </a:rPr>
              <a:t>Exploratory Data Analysis</a:t>
            </a:r>
          </a:p>
        </p:txBody>
      </p:sp>
    </p:spTree>
    <p:extLst>
      <p:ext uri="{BB962C8B-B14F-4D97-AF65-F5344CB8AC3E}">
        <p14:creationId xmlns:p14="http://schemas.microsoft.com/office/powerpoint/2010/main" val="20452739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30A76-B788-B363-104E-266B7C7F7208}"/>
              </a:ext>
            </a:extLst>
          </p:cNvPr>
          <p:cNvSpPr>
            <a:spLocks noGrp="1"/>
          </p:cNvSpPr>
          <p:nvPr>
            <p:ph type="title"/>
          </p:nvPr>
        </p:nvSpPr>
        <p:spPr>
          <a:noFill/>
        </p:spPr>
        <p:txBody>
          <a:bodyPr>
            <a:noAutofit/>
          </a:bodyPr>
          <a:lstStyle/>
          <a:p>
            <a:r>
              <a:rPr lang="en-US" dirty="0"/>
              <a:t>The Dataset</a:t>
            </a:r>
          </a:p>
        </p:txBody>
      </p:sp>
      <p:graphicFrame>
        <p:nvGraphicFramePr>
          <p:cNvPr id="7" name="Content Placeholder 6">
            <a:extLst>
              <a:ext uri="{FF2B5EF4-FFF2-40B4-BE49-F238E27FC236}">
                <a16:creationId xmlns:a16="http://schemas.microsoft.com/office/drawing/2014/main" id="{74460F7A-8A38-25C4-1436-0290EE133467}"/>
              </a:ext>
            </a:extLst>
          </p:cNvPr>
          <p:cNvGraphicFramePr>
            <a:graphicFrameLocks noGrp="1"/>
          </p:cNvGraphicFramePr>
          <p:nvPr>
            <p:ph sz="quarter" idx="14"/>
            <p:extLst>
              <p:ext uri="{D42A27DB-BD31-4B8C-83A1-F6EECF244321}">
                <p14:modId xmlns:p14="http://schemas.microsoft.com/office/powerpoint/2010/main" val="2051198597"/>
              </p:ext>
            </p:extLst>
          </p:nvPr>
        </p:nvGraphicFramePr>
        <p:xfrm>
          <a:off x="838200" y="1828800"/>
          <a:ext cx="10515600" cy="42894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437779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1A87AFC-7491-BA18-5A7B-BA25883EAC60}"/>
              </a:ext>
            </a:extLst>
          </p:cNvPr>
          <p:cNvSpPr>
            <a:spLocks noGrp="1"/>
          </p:cNvSpPr>
          <p:nvPr>
            <p:ph type="title"/>
          </p:nvPr>
        </p:nvSpPr>
        <p:spPr>
          <a:xfrm>
            <a:off x="838198" y="853335"/>
            <a:ext cx="10515602" cy="702196"/>
          </a:xfrm>
        </p:spPr>
        <p:txBody>
          <a:bodyPr anchor="t">
            <a:normAutofit/>
          </a:bodyPr>
          <a:lstStyle/>
          <a:p>
            <a:r>
              <a:rPr lang="en-GB" dirty="0"/>
              <a:t>Numeric Data</a:t>
            </a:r>
          </a:p>
        </p:txBody>
      </p:sp>
      <p:pic>
        <p:nvPicPr>
          <p:cNvPr id="8" name="Content Placeholder 7">
            <a:extLst>
              <a:ext uri="{FF2B5EF4-FFF2-40B4-BE49-F238E27FC236}">
                <a16:creationId xmlns:a16="http://schemas.microsoft.com/office/drawing/2014/main" id="{779EC810-54E6-0AAC-80E1-24CD13137CDD}"/>
              </a:ext>
            </a:extLst>
          </p:cNvPr>
          <p:cNvPicPr>
            <a:picLocks noGrp="1" noChangeAspect="1"/>
          </p:cNvPicPr>
          <p:nvPr>
            <p:ph sz="quarter" idx="14"/>
          </p:nvPr>
        </p:nvPicPr>
        <p:blipFill>
          <a:blip r:embed="rId2"/>
          <a:stretch>
            <a:fillRect/>
          </a:stretch>
        </p:blipFill>
        <p:spPr>
          <a:xfrm>
            <a:off x="837520" y="2408631"/>
            <a:ext cx="10515601" cy="2576323"/>
          </a:xfrm>
          <a:prstGeom prst="rect">
            <a:avLst/>
          </a:prstGeom>
          <a:noFill/>
        </p:spPr>
      </p:pic>
      <p:sp>
        <p:nvSpPr>
          <p:cNvPr id="9" name="TextBox 8">
            <a:extLst>
              <a:ext uri="{FF2B5EF4-FFF2-40B4-BE49-F238E27FC236}">
                <a16:creationId xmlns:a16="http://schemas.microsoft.com/office/drawing/2014/main" id="{6C69919A-6C63-4E6E-AB7D-BFAA234C59B7}"/>
              </a:ext>
            </a:extLst>
          </p:cNvPr>
          <p:cNvSpPr txBox="1"/>
          <p:nvPr/>
        </p:nvSpPr>
        <p:spPr>
          <a:xfrm>
            <a:off x="837520" y="1658915"/>
            <a:ext cx="10515601" cy="646331"/>
          </a:xfrm>
          <a:prstGeom prst="rect">
            <a:avLst/>
          </a:prstGeom>
          <a:noFill/>
        </p:spPr>
        <p:txBody>
          <a:bodyPr wrap="square" rtlCol="0">
            <a:spAutoFit/>
          </a:bodyPr>
          <a:lstStyle/>
          <a:p>
            <a:pPr algn="ctr"/>
            <a:r>
              <a:rPr lang="en-GB" dirty="0">
                <a:latin typeface="Yu Gothic UI Semilight" panose="020B0400000000000000" pitchFamily="34" charset="-128"/>
              </a:rPr>
              <a:t>The numeric data in </a:t>
            </a:r>
            <a:r>
              <a:rPr lang="en-GB" sz="1600" dirty="0">
                <a:latin typeface="Courier New" panose="02070309020205020404" pitchFamily="49" charset="0"/>
                <a:cs typeface="Courier New" panose="02070309020205020404" pitchFamily="49" charset="0"/>
              </a:rPr>
              <a:t>profiles </a:t>
            </a:r>
            <a:r>
              <a:rPr lang="en-GB" dirty="0">
                <a:latin typeface="Yu Gothic UI Semilight" panose="020B0400000000000000" pitchFamily="34" charset="-128"/>
                <a:cs typeface="Courier New" panose="02070309020205020404" pitchFamily="49" charset="0"/>
              </a:rPr>
              <a:t>showed a diverse range of ages, heights and incomes. After removing outliers, we were left with the following distributions.</a:t>
            </a:r>
            <a:endParaRPr lang="en-GB" dirty="0">
              <a:latin typeface="Courier New" panose="02070309020205020404" pitchFamily="49" charset="0"/>
              <a:cs typeface="Courier New" panose="02070309020205020404" pitchFamily="49" charset="0"/>
            </a:endParaRPr>
          </a:p>
        </p:txBody>
      </p:sp>
      <p:sp>
        <p:nvSpPr>
          <p:cNvPr id="10" name="TextBox 9">
            <a:extLst>
              <a:ext uri="{FF2B5EF4-FFF2-40B4-BE49-F238E27FC236}">
                <a16:creationId xmlns:a16="http://schemas.microsoft.com/office/drawing/2014/main" id="{65433B24-5BAA-70D9-1C1E-455E523BE609}"/>
              </a:ext>
            </a:extLst>
          </p:cNvPr>
          <p:cNvSpPr txBox="1"/>
          <p:nvPr/>
        </p:nvSpPr>
        <p:spPr>
          <a:xfrm>
            <a:off x="837520" y="4984954"/>
            <a:ext cx="10515601" cy="923330"/>
          </a:xfrm>
          <a:prstGeom prst="rect">
            <a:avLst/>
          </a:prstGeom>
          <a:noFill/>
        </p:spPr>
        <p:txBody>
          <a:bodyPr wrap="square" rtlCol="0">
            <a:spAutoFit/>
          </a:bodyPr>
          <a:lstStyle/>
          <a:p>
            <a:pPr algn="ctr"/>
            <a:r>
              <a:rPr lang="en-GB" dirty="0">
                <a:latin typeface="Yu Gothic UI Semilight" panose="020B0400000000000000" pitchFamily="34" charset="-128"/>
                <a:ea typeface="Yu Gothic UI Semilight" panose="020B0400000000000000" pitchFamily="34" charset="-128"/>
              </a:rPr>
              <a:t>For this project, we chose to focus on categorical features because machine learning models often struggle with datasets that mix categorical and numerical data, especially without extra preprocessing. Using only categorical features helped us avoid issues with data compatibility.</a:t>
            </a:r>
          </a:p>
        </p:txBody>
      </p:sp>
    </p:spTree>
    <p:extLst>
      <p:ext uri="{BB962C8B-B14F-4D97-AF65-F5344CB8AC3E}">
        <p14:creationId xmlns:p14="http://schemas.microsoft.com/office/powerpoint/2010/main" val="23653285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a:extLst>
            <a:ext uri="{FF2B5EF4-FFF2-40B4-BE49-F238E27FC236}">
              <a16:creationId xmlns:a16="http://schemas.microsoft.com/office/drawing/2014/main" id="{E8C53BA7-F730-DFCF-6A89-0F6FB2CA01F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344E5B5-43F3-D220-781D-6CB998F93006}"/>
              </a:ext>
            </a:extLst>
          </p:cNvPr>
          <p:cNvSpPr>
            <a:spLocks noGrp="1"/>
          </p:cNvSpPr>
          <p:nvPr>
            <p:ph type="title"/>
          </p:nvPr>
        </p:nvSpPr>
        <p:spPr>
          <a:xfrm>
            <a:off x="838200" y="853333"/>
            <a:ext cx="4844143" cy="2792412"/>
          </a:xfrm>
        </p:spPr>
        <p:txBody>
          <a:bodyPr anchor="t">
            <a:normAutofit/>
          </a:bodyPr>
          <a:lstStyle/>
          <a:p>
            <a:r>
              <a:rPr lang="en-GB" dirty="0"/>
              <a:t>Categorical Data</a:t>
            </a:r>
          </a:p>
        </p:txBody>
      </p:sp>
      <p:sp>
        <p:nvSpPr>
          <p:cNvPr id="15" name="Content Placeholder 14">
            <a:extLst>
              <a:ext uri="{FF2B5EF4-FFF2-40B4-BE49-F238E27FC236}">
                <a16:creationId xmlns:a16="http://schemas.microsoft.com/office/drawing/2014/main" id="{FC228978-D101-2C07-4D08-C3810F93BD74}"/>
              </a:ext>
            </a:extLst>
          </p:cNvPr>
          <p:cNvSpPr>
            <a:spLocks noGrp="1"/>
          </p:cNvSpPr>
          <p:nvPr>
            <p:ph sz="half" idx="13"/>
          </p:nvPr>
        </p:nvSpPr>
        <p:spPr>
          <a:xfrm>
            <a:off x="838200" y="1816715"/>
            <a:ext cx="10515600" cy="2188317"/>
          </a:xfrm>
        </p:spPr>
        <p:txBody>
          <a:bodyPr>
            <a:normAutofit/>
          </a:bodyPr>
          <a:lstStyle/>
          <a:p>
            <a:pPr algn="ctr">
              <a:lnSpc>
                <a:spcPct val="90000"/>
              </a:lnSpc>
            </a:pPr>
            <a:r>
              <a:rPr lang="en-GB" dirty="0"/>
              <a:t>Some of the categorical columns, such as </a:t>
            </a:r>
            <a:r>
              <a:rPr lang="en-GB" b="1" dirty="0"/>
              <a:t>religion</a:t>
            </a:r>
            <a:r>
              <a:rPr lang="en-GB" dirty="0"/>
              <a:t> and </a:t>
            </a:r>
            <a:r>
              <a:rPr lang="en-GB" b="1" dirty="0"/>
              <a:t>sign</a:t>
            </a:r>
            <a:r>
              <a:rPr lang="en-GB" dirty="0"/>
              <a:t>, contained multiple responses that could be summarised into main categories. This was done as part of the EDA step rather than during preprocessing to make visualisations clearer.</a:t>
            </a:r>
          </a:p>
        </p:txBody>
      </p:sp>
      <p:pic>
        <p:nvPicPr>
          <p:cNvPr id="6" name="Content Placeholder 5">
            <a:extLst>
              <a:ext uri="{FF2B5EF4-FFF2-40B4-BE49-F238E27FC236}">
                <a16:creationId xmlns:a16="http://schemas.microsoft.com/office/drawing/2014/main" id="{B5379BBE-8DEC-3797-ABA6-92C4EB849BD5}"/>
              </a:ext>
            </a:extLst>
          </p:cNvPr>
          <p:cNvPicPr>
            <a:picLocks noGrp="1" noChangeAspect="1"/>
          </p:cNvPicPr>
          <p:nvPr>
            <p:ph sz="half" idx="2"/>
          </p:nvPr>
        </p:nvPicPr>
        <p:blipFill>
          <a:blip r:embed="rId2"/>
          <a:stretch>
            <a:fillRect/>
          </a:stretch>
        </p:blipFill>
        <p:spPr>
          <a:xfrm>
            <a:off x="1810194" y="3107210"/>
            <a:ext cx="8571612" cy="2828631"/>
          </a:xfrm>
          <a:prstGeom prst="rect">
            <a:avLst/>
          </a:prstGeom>
          <a:noFill/>
        </p:spPr>
      </p:pic>
    </p:spTree>
    <p:extLst>
      <p:ext uri="{BB962C8B-B14F-4D97-AF65-F5344CB8AC3E}">
        <p14:creationId xmlns:p14="http://schemas.microsoft.com/office/powerpoint/2010/main" val="42091629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a:extLst>
            <a:ext uri="{FF2B5EF4-FFF2-40B4-BE49-F238E27FC236}">
              <a16:creationId xmlns:a16="http://schemas.microsoft.com/office/drawing/2014/main" id="{94AD1A0C-5519-1552-74CB-6D102BCFAF4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7C840FD-B062-7C77-27DA-BA5D849C122C}"/>
              </a:ext>
            </a:extLst>
          </p:cNvPr>
          <p:cNvSpPr>
            <a:spLocks noGrp="1"/>
          </p:cNvSpPr>
          <p:nvPr>
            <p:ph type="title"/>
          </p:nvPr>
        </p:nvSpPr>
        <p:spPr>
          <a:xfrm>
            <a:off x="838200" y="853333"/>
            <a:ext cx="4844143" cy="2792412"/>
          </a:xfrm>
        </p:spPr>
        <p:txBody>
          <a:bodyPr anchor="t">
            <a:normAutofit/>
          </a:bodyPr>
          <a:lstStyle/>
          <a:p>
            <a:r>
              <a:rPr lang="en-GB" dirty="0"/>
              <a:t>Target Label</a:t>
            </a:r>
          </a:p>
        </p:txBody>
      </p:sp>
      <p:pic>
        <p:nvPicPr>
          <p:cNvPr id="12" name="Picture Placeholder 11">
            <a:extLst>
              <a:ext uri="{FF2B5EF4-FFF2-40B4-BE49-F238E27FC236}">
                <a16:creationId xmlns:a16="http://schemas.microsoft.com/office/drawing/2014/main" id="{B1D7AA89-A550-3FF9-229A-9D15AC18C5BA}"/>
              </a:ext>
            </a:extLst>
          </p:cNvPr>
          <p:cNvPicPr>
            <a:picLocks noGrp="1" noChangeAspect="1"/>
          </p:cNvPicPr>
          <p:nvPr>
            <p:ph sz="half" idx="13"/>
          </p:nvPr>
        </p:nvPicPr>
        <p:blipFill>
          <a:blip r:embed="rId2"/>
          <a:stretch>
            <a:fillRect/>
          </a:stretch>
        </p:blipFill>
        <p:spPr>
          <a:xfrm>
            <a:off x="6455228" y="1708378"/>
            <a:ext cx="4898571" cy="3441246"/>
          </a:xfrm>
          <a:custGeom>
            <a:avLst/>
            <a:gdLst>
              <a:gd name="connsiteX0" fmla="*/ 5070020 w 5070020"/>
              <a:gd name="connsiteY0" fmla="*/ 0 h 5486400"/>
              <a:gd name="connsiteX1" fmla="*/ 5070020 w 5070020"/>
              <a:gd name="connsiteY1" fmla="*/ 5486400 h 5486400"/>
              <a:gd name="connsiteX2" fmla="*/ 0 w 5070020"/>
              <a:gd name="connsiteY2" fmla="*/ 5486399 h 5486400"/>
              <a:gd name="connsiteX3" fmla="*/ 0 w 5070020"/>
              <a:gd name="connsiteY3" fmla="*/ 579095 h 5486400"/>
              <a:gd name="connsiteX4" fmla="*/ 268 w 5070020"/>
              <a:gd name="connsiteY4" fmla="*/ 579362 h 5486400"/>
              <a:gd name="connsiteX5" fmla="*/ 582189 w 5070020"/>
              <a:gd name="connsiteY5" fmla="*/ 266 h 5486400"/>
              <a:gd name="connsiteX6" fmla="*/ 581922 w 5070020"/>
              <a:gd name="connsiteY6" fmla="*/ 1 h 548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70020" h="5486400">
                <a:moveTo>
                  <a:pt x="5070020" y="0"/>
                </a:moveTo>
                <a:lnTo>
                  <a:pt x="5070020" y="5486400"/>
                </a:lnTo>
                <a:lnTo>
                  <a:pt x="0" y="5486399"/>
                </a:lnTo>
                <a:lnTo>
                  <a:pt x="0" y="579095"/>
                </a:lnTo>
                <a:lnTo>
                  <a:pt x="268" y="579362"/>
                </a:lnTo>
                <a:lnTo>
                  <a:pt x="582189" y="266"/>
                </a:lnTo>
                <a:lnTo>
                  <a:pt x="581922" y="1"/>
                </a:lnTo>
                <a:close/>
              </a:path>
            </a:pathLst>
          </a:custGeom>
          <a:noFill/>
        </p:spPr>
      </p:pic>
      <p:sp>
        <p:nvSpPr>
          <p:cNvPr id="15" name="Content Placeholder 14">
            <a:extLst>
              <a:ext uri="{FF2B5EF4-FFF2-40B4-BE49-F238E27FC236}">
                <a16:creationId xmlns:a16="http://schemas.microsoft.com/office/drawing/2014/main" id="{3529F921-331B-7055-5433-DEAC87D72A03}"/>
              </a:ext>
            </a:extLst>
          </p:cNvPr>
          <p:cNvSpPr>
            <a:spLocks noGrp="1"/>
          </p:cNvSpPr>
          <p:nvPr>
            <p:ph sz="half" idx="2"/>
          </p:nvPr>
        </p:nvSpPr>
        <p:spPr>
          <a:xfrm>
            <a:off x="810985" y="3429000"/>
            <a:ext cx="4898571" cy="2188317"/>
          </a:xfrm>
        </p:spPr>
        <p:txBody>
          <a:bodyPr>
            <a:normAutofit lnSpcReduction="10000"/>
          </a:bodyPr>
          <a:lstStyle/>
          <a:p>
            <a:r>
              <a:rPr lang="en-GB" dirty="0"/>
              <a:t>Analysis of the </a:t>
            </a:r>
            <a:r>
              <a:rPr lang="en-GB" b="1" dirty="0"/>
              <a:t>smoker</a:t>
            </a:r>
            <a:r>
              <a:rPr lang="en-GB" dirty="0"/>
              <a:t> column found that most of the users did not smoke, but some smoked conditionally. Since we wanted our models to predict solely whether a user was a smoker or a non-smoker, the multiple responses would be an obstacle to handle during preprocessing.</a:t>
            </a:r>
          </a:p>
        </p:txBody>
      </p:sp>
    </p:spTree>
    <p:extLst>
      <p:ext uri="{BB962C8B-B14F-4D97-AF65-F5344CB8AC3E}">
        <p14:creationId xmlns:p14="http://schemas.microsoft.com/office/powerpoint/2010/main" val="28768253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8495EDB-6E81-7621-4A80-AFB48C35A1F1}"/>
              </a:ext>
            </a:extLst>
          </p:cNvPr>
          <p:cNvSpPr>
            <a:spLocks noGrp="1"/>
          </p:cNvSpPr>
          <p:nvPr>
            <p:ph type="title"/>
          </p:nvPr>
        </p:nvSpPr>
        <p:spPr>
          <a:xfrm>
            <a:off x="838200" y="853333"/>
            <a:ext cx="4844143" cy="5151334"/>
          </a:xfrm>
        </p:spPr>
        <p:txBody>
          <a:bodyPr anchor="ctr">
            <a:normAutofit/>
          </a:bodyPr>
          <a:lstStyle/>
          <a:p>
            <a:r>
              <a:rPr lang="en-GB" dirty="0"/>
              <a:t>Key Observations</a:t>
            </a:r>
          </a:p>
        </p:txBody>
      </p:sp>
      <p:graphicFrame>
        <p:nvGraphicFramePr>
          <p:cNvPr id="8" name="Content Placeholder 5">
            <a:extLst>
              <a:ext uri="{FF2B5EF4-FFF2-40B4-BE49-F238E27FC236}">
                <a16:creationId xmlns:a16="http://schemas.microsoft.com/office/drawing/2014/main" id="{1746A51C-5418-8110-1E0B-9F865F20D3E0}"/>
              </a:ext>
            </a:extLst>
          </p:cNvPr>
          <p:cNvGraphicFramePr>
            <a:graphicFrameLocks noGrp="1"/>
          </p:cNvGraphicFramePr>
          <p:nvPr>
            <p:ph idx="1"/>
            <p:extLst>
              <p:ext uri="{D42A27DB-BD31-4B8C-83A1-F6EECF244321}">
                <p14:modId xmlns:p14="http://schemas.microsoft.com/office/powerpoint/2010/main" val="1540182290"/>
              </p:ext>
            </p:extLst>
          </p:nvPr>
        </p:nvGraphicFramePr>
        <p:xfrm>
          <a:off x="6455229" y="853333"/>
          <a:ext cx="4920342" cy="51513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51387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B32752"/>
        </a:solidFill>
        <a:effectLst/>
      </p:bgPr>
    </p:bg>
    <p:spTree>
      <p:nvGrpSpPr>
        <p:cNvPr id="1" name="">
          <a:extLst>
            <a:ext uri="{FF2B5EF4-FFF2-40B4-BE49-F238E27FC236}">
              <a16:creationId xmlns:a16="http://schemas.microsoft.com/office/drawing/2014/main" id="{9B426DB1-25B8-73E5-6816-3E922B6C22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A8174C-AB5A-D314-1279-CCE06EAE6EEF}"/>
              </a:ext>
            </a:extLst>
          </p:cNvPr>
          <p:cNvSpPr>
            <a:spLocks noGrp="1"/>
          </p:cNvSpPr>
          <p:nvPr>
            <p:ph type="title"/>
          </p:nvPr>
        </p:nvSpPr>
        <p:spPr>
          <a:xfrm>
            <a:off x="838200" y="853334"/>
            <a:ext cx="4844142" cy="5151334"/>
          </a:xfrm>
          <a:noFill/>
        </p:spPr>
        <p:txBody>
          <a:bodyPr>
            <a:noAutofit/>
          </a:bodyPr>
          <a:lstStyle/>
          <a:p>
            <a:r>
              <a:rPr lang="en-US" dirty="0"/>
              <a:t>Data Preprocessing</a:t>
            </a:r>
            <a:br>
              <a:rPr lang="en-US" dirty="0"/>
            </a:br>
            <a:endParaRPr lang="en-US" dirty="0"/>
          </a:p>
        </p:txBody>
      </p:sp>
      <p:pic>
        <p:nvPicPr>
          <p:cNvPr id="9" name="Online Image Placeholder 12" descr="A person wearing a suit sitting on a bed drinking from a cup, with a suitcase nearby">
            <a:extLst>
              <a:ext uri="{FF2B5EF4-FFF2-40B4-BE49-F238E27FC236}">
                <a16:creationId xmlns:a16="http://schemas.microsoft.com/office/drawing/2014/main" id="{C74F23C1-85F3-CC51-E97B-85225A9D8985}"/>
              </a:ext>
            </a:extLst>
          </p:cNvPr>
          <p:cNvPicPr>
            <a:picLocks noGrp="1" noChangeAspect="1"/>
          </p:cNvPicPr>
          <p:nvPr>
            <p:ph type="pic" sz="quarter" idx="11"/>
          </p:nvPr>
        </p:nvPicPr>
        <p:blipFill rotWithShape="1">
          <a:blip r:embed="rId2" cstate="print">
            <a:duotone>
              <a:prstClr val="black"/>
              <a:schemeClr val="accent3">
                <a:tint val="45000"/>
                <a:satMod val="400000"/>
              </a:schemeClr>
            </a:duotone>
            <a:extLst>
              <a:ext uri="{28A0092B-C50C-407E-A947-70E740481C1C}">
                <a14:useLocalDpi xmlns:a14="http://schemas.microsoft.com/office/drawing/2010/main"/>
              </a:ext>
            </a:extLst>
          </a:blip>
          <a:srcRect/>
          <a:stretch/>
        </p:blipFill>
        <p:spPr>
          <a:xfrm>
            <a:off x="6428012" y="685800"/>
            <a:ext cx="5070020" cy="5486400"/>
          </a:xfrm>
        </p:spPr>
      </p:pic>
      <p:sp>
        <p:nvSpPr>
          <p:cNvPr id="4" name="TextBox 3">
            <a:extLst>
              <a:ext uri="{FF2B5EF4-FFF2-40B4-BE49-F238E27FC236}">
                <a16:creationId xmlns:a16="http://schemas.microsoft.com/office/drawing/2014/main" id="{7078C479-FA5A-A50B-1CF4-1AD6DF47DABB}"/>
              </a:ext>
            </a:extLst>
          </p:cNvPr>
          <p:cNvSpPr txBox="1"/>
          <p:nvPr/>
        </p:nvSpPr>
        <p:spPr>
          <a:xfrm>
            <a:off x="838200" y="2472190"/>
            <a:ext cx="3438832" cy="369332"/>
          </a:xfrm>
          <a:prstGeom prst="rect">
            <a:avLst/>
          </a:prstGeom>
          <a:noFill/>
        </p:spPr>
        <p:txBody>
          <a:bodyPr wrap="square" rtlCol="0">
            <a:spAutoFit/>
          </a:bodyPr>
          <a:lstStyle/>
          <a:p>
            <a:r>
              <a:rPr lang="en-GB" dirty="0">
                <a:solidFill>
                  <a:schemeClr val="bg1"/>
                </a:solidFill>
                <a:latin typeface="+mj-lt"/>
              </a:rPr>
              <a:t>Cleaning and processing data</a:t>
            </a:r>
          </a:p>
        </p:txBody>
      </p:sp>
    </p:spTree>
    <p:extLst>
      <p:ext uri="{BB962C8B-B14F-4D97-AF65-F5344CB8AC3E}">
        <p14:creationId xmlns:p14="http://schemas.microsoft.com/office/powerpoint/2010/main" val="4379276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a:extLst>
            <a:ext uri="{FF2B5EF4-FFF2-40B4-BE49-F238E27FC236}">
              <a16:creationId xmlns:a16="http://schemas.microsoft.com/office/drawing/2014/main" id="{8D8D9BC7-E89C-4916-479A-EBDD06DD38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CBD491-5DAC-1E24-EDE6-EC24CEA362A1}"/>
              </a:ext>
            </a:extLst>
          </p:cNvPr>
          <p:cNvSpPr>
            <a:spLocks noGrp="1"/>
          </p:cNvSpPr>
          <p:nvPr>
            <p:ph type="title"/>
          </p:nvPr>
        </p:nvSpPr>
        <p:spPr>
          <a:xfrm>
            <a:off x="838200" y="853333"/>
            <a:ext cx="4844143" cy="2792412"/>
          </a:xfrm>
        </p:spPr>
        <p:txBody>
          <a:bodyPr anchor="t">
            <a:normAutofit/>
          </a:bodyPr>
          <a:lstStyle/>
          <a:p>
            <a:r>
              <a:rPr lang="en-GB" dirty="0"/>
              <a:t>Preprocessing Overview</a:t>
            </a:r>
          </a:p>
        </p:txBody>
      </p:sp>
      <p:sp>
        <p:nvSpPr>
          <p:cNvPr id="4" name="Content Placeholder 3">
            <a:extLst>
              <a:ext uri="{FF2B5EF4-FFF2-40B4-BE49-F238E27FC236}">
                <a16:creationId xmlns:a16="http://schemas.microsoft.com/office/drawing/2014/main" id="{D0AF800F-8D66-745A-E540-B25F02BBF47C}"/>
              </a:ext>
            </a:extLst>
          </p:cNvPr>
          <p:cNvSpPr>
            <a:spLocks noGrp="1"/>
          </p:cNvSpPr>
          <p:nvPr>
            <p:ph sz="quarter" idx="15"/>
          </p:nvPr>
        </p:nvSpPr>
        <p:spPr>
          <a:xfrm>
            <a:off x="837521" y="3813681"/>
            <a:ext cx="4844142" cy="2188317"/>
          </a:xfrm>
        </p:spPr>
        <p:txBody>
          <a:bodyPr>
            <a:normAutofit/>
          </a:bodyPr>
          <a:lstStyle/>
          <a:p>
            <a:pPr marL="0" indent="0">
              <a:buNone/>
            </a:pPr>
            <a:r>
              <a:rPr lang="en-GB" dirty="0"/>
              <a:t>Now that we had sufficient insight on the data in our </a:t>
            </a:r>
            <a:r>
              <a:rPr kumimoji="0" lang="en-GB" sz="1800" b="0" i="0" u="none" strike="noStrike" kern="1200" cap="none" spc="0" normalizeH="0" baseline="0" noProof="0" dirty="0">
                <a:ln>
                  <a:noFill/>
                </a:ln>
                <a:effectLst/>
                <a:uLnTx/>
                <a:uFillTx/>
                <a:latin typeface="Courier New" panose="02070309020205020404" pitchFamily="49" charset="0"/>
                <a:cs typeface="Courier New" panose="02070309020205020404" pitchFamily="49" charset="0"/>
              </a:rPr>
              <a:t>profiles</a:t>
            </a:r>
            <a:r>
              <a:rPr lang="en-GB" dirty="0"/>
              <a:t> </a:t>
            </a:r>
            <a:r>
              <a:rPr lang="en-GB" dirty="0" err="1"/>
              <a:t>DataFrame</a:t>
            </a:r>
            <a:r>
              <a:rPr lang="en-GB" dirty="0"/>
              <a:t>, we moved on to cleaning and preprocessing the data into a format suitable for the machine learning algorithms. This involved the following steps:</a:t>
            </a:r>
          </a:p>
          <a:p>
            <a:pPr marL="0" indent="0">
              <a:buNone/>
            </a:pPr>
            <a:endParaRPr lang="en-GB" dirty="0"/>
          </a:p>
        </p:txBody>
      </p:sp>
      <p:graphicFrame>
        <p:nvGraphicFramePr>
          <p:cNvPr id="7" name="Content Placeholder 4">
            <a:extLst>
              <a:ext uri="{FF2B5EF4-FFF2-40B4-BE49-F238E27FC236}">
                <a16:creationId xmlns:a16="http://schemas.microsoft.com/office/drawing/2014/main" id="{8B065088-FB48-7A2B-B033-73B249190E5E}"/>
              </a:ext>
            </a:extLst>
          </p:cNvPr>
          <p:cNvGraphicFramePr>
            <a:graphicFrameLocks noGrp="1"/>
          </p:cNvGraphicFramePr>
          <p:nvPr>
            <p:ph sz="half" idx="13"/>
            <p:extLst>
              <p:ext uri="{D42A27DB-BD31-4B8C-83A1-F6EECF244321}">
                <p14:modId xmlns:p14="http://schemas.microsoft.com/office/powerpoint/2010/main" val="1164408600"/>
              </p:ext>
            </p:extLst>
          </p:nvPr>
        </p:nvGraphicFramePr>
        <p:xfrm>
          <a:off x="6455228" y="853334"/>
          <a:ext cx="4898571" cy="51513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891157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DDB557-E5D3-A357-2B9F-EC679A284F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6650AA-2A44-9C6C-2B9A-C44C91FA0218}"/>
              </a:ext>
            </a:extLst>
          </p:cNvPr>
          <p:cNvSpPr>
            <a:spLocks noGrp="1"/>
          </p:cNvSpPr>
          <p:nvPr>
            <p:ph type="title"/>
          </p:nvPr>
        </p:nvSpPr>
        <p:spPr>
          <a:xfrm>
            <a:off x="838200" y="853333"/>
            <a:ext cx="4844143" cy="5151334"/>
          </a:xfrm>
        </p:spPr>
        <p:txBody>
          <a:bodyPr anchor="ctr">
            <a:normAutofit/>
          </a:bodyPr>
          <a:lstStyle/>
          <a:p>
            <a:r>
              <a:rPr lang="en-GB"/>
              <a:t>Data Cleaning</a:t>
            </a:r>
          </a:p>
        </p:txBody>
      </p:sp>
      <p:graphicFrame>
        <p:nvGraphicFramePr>
          <p:cNvPr id="4" name="Diagram 3">
            <a:extLst>
              <a:ext uri="{FF2B5EF4-FFF2-40B4-BE49-F238E27FC236}">
                <a16:creationId xmlns:a16="http://schemas.microsoft.com/office/drawing/2014/main" id="{D475ABB2-25E7-5504-AA95-99A31DEE31F7}"/>
              </a:ext>
            </a:extLst>
          </p:cNvPr>
          <p:cNvGraphicFramePr/>
          <p:nvPr>
            <p:extLst>
              <p:ext uri="{D42A27DB-BD31-4B8C-83A1-F6EECF244321}">
                <p14:modId xmlns:p14="http://schemas.microsoft.com/office/powerpoint/2010/main" val="4169372211"/>
              </p:ext>
            </p:extLst>
          </p:nvPr>
        </p:nvGraphicFramePr>
        <p:xfrm>
          <a:off x="6455228" y="853333"/>
          <a:ext cx="4997631" cy="51513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462215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D6FAAA-F9E9-8B00-D435-4F3A7FA85F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738401-6E4D-7BD9-C75F-7EF38442B026}"/>
              </a:ext>
            </a:extLst>
          </p:cNvPr>
          <p:cNvSpPr>
            <a:spLocks noGrp="1"/>
          </p:cNvSpPr>
          <p:nvPr>
            <p:ph type="title"/>
          </p:nvPr>
        </p:nvSpPr>
        <p:spPr>
          <a:xfrm>
            <a:off x="838200" y="853333"/>
            <a:ext cx="4844143" cy="5151334"/>
          </a:xfrm>
        </p:spPr>
        <p:txBody>
          <a:bodyPr anchor="ctr">
            <a:normAutofit/>
          </a:bodyPr>
          <a:lstStyle/>
          <a:p>
            <a:r>
              <a:rPr lang="en-GB" dirty="0"/>
              <a:t>Feature Selection</a:t>
            </a:r>
          </a:p>
        </p:txBody>
      </p:sp>
      <p:sp>
        <p:nvSpPr>
          <p:cNvPr id="3" name="TextBox 2">
            <a:extLst>
              <a:ext uri="{FF2B5EF4-FFF2-40B4-BE49-F238E27FC236}">
                <a16:creationId xmlns:a16="http://schemas.microsoft.com/office/drawing/2014/main" id="{57F0C1C2-A89A-82EB-963A-0BD97DD86D5F}"/>
              </a:ext>
            </a:extLst>
          </p:cNvPr>
          <p:cNvSpPr txBox="1"/>
          <p:nvPr/>
        </p:nvSpPr>
        <p:spPr>
          <a:xfrm>
            <a:off x="6509657" y="853333"/>
            <a:ext cx="4844143" cy="5355312"/>
          </a:xfrm>
          <a:prstGeom prst="rect">
            <a:avLst/>
          </a:prstGeom>
          <a:noFill/>
        </p:spPr>
        <p:txBody>
          <a:bodyPr wrap="square" rtlCol="0">
            <a:spAutoFit/>
          </a:bodyPr>
          <a:lstStyle/>
          <a:p>
            <a:r>
              <a:rPr lang="en-GB" dirty="0">
                <a:latin typeface="Yu Gothic UI Semilight" panose="020B0400000000000000" pitchFamily="34" charset="-128"/>
                <a:ea typeface="Yu Gothic UI Semilight" panose="020B0400000000000000" pitchFamily="34" charset="-128"/>
              </a:rPr>
              <a:t>Next, we extracted a subset of relevant categorical feature columns from the cleaned </a:t>
            </a:r>
            <a:r>
              <a:rPr lang="en-GB" sz="1600" dirty="0">
                <a:latin typeface="Courier New" panose="02070309020205020404" pitchFamily="49" charset="0"/>
                <a:ea typeface="Yu Gothic UI Semilight" panose="020B0400000000000000" pitchFamily="34" charset="-128"/>
                <a:cs typeface="Courier New" panose="02070309020205020404" pitchFamily="49" charset="0"/>
              </a:rPr>
              <a:t>profiles</a:t>
            </a:r>
            <a:r>
              <a:rPr lang="en-GB" dirty="0">
                <a:latin typeface="Yu Gothic UI Semilight" panose="020B0400000000000000" pitchFamily="34" charset="-128"/>
                <a:ea typeface="Yu Gothic UI Semilight" panose="020B0400000000000000" pitchFamily="34" charset="-128"/>
              </a:rPr>
              <a:t> </a:t>
            </a:r>
            <a:r>
              <a:rPr lang="en-GB" dirty="0" err="1">
                <a:latin typeface="Yu Gothic UI Semilight" panose="020B0400000000000000" pitchFamily="34" charset="-128"/>
                <a:ea typeface="Yu Gothic UI Semilight" panose="020B0400000000000000" pitchFamily="34" charset="-128"/>
              </a:rPr>
              <a:t>DataFrame</a:t>
            </a:r>
            <a:r>
              <a:rPr lang="en-GB" dirty="0">
                <a:latin typeface="Yu Gothic UI Semilight" panose="020B0400000000000000" pitchFamily="34" charset="-128"/>
                <a:ea typeface="Yu Gothic UI Semilight" panose="020B0400000000000000" pitchFamily="34" charset="-128"/>
              </a:rPr>
              <a:t>, focusing on categorical features. We did this because the numerical features, such as height, age and income, posed a risk of introducing bias and noise into the models. </a:t>
            </a:r>
          </a:p>
          <a:p>
            <a:br>
              <a:rPr lang="en-GB" dirty="0">
                <a:latin typeface="Yu Gothic UI Semilight" panose="020B0400000000000000" pitchFamily="34" charset="-128"/>
                <a:ea typeface="Yu Gothic UI Semilight" panose="020B0400000000000000" pitchFamily="34" charset="-128"/>
              </a:rPr>
            </a:br>
            <a:r>
              <a:rPr lang="en-GB" dirty="0">
                <a:latin typeface="Yu Gothic UI Semilight" panose="020B0400000000000000" pitchFamily="34" charset="-128"/>
                <a:ea typeface="Yu Gothic UI Semilight" panose="020B0400000000000000" pitchFamily="34" charset="-128"/>
              </a:rPr>
              <a:t>The subset used in this project consisted of the following features:</a:t>
            </a:r>
          </a:p>
          <a:p>
            <a:pPr marL="285750" indent="-285750">
              <a:buFont typeface="Arial" panose="020B0604020202020204" pitchFamily="34" charset="0"/>
              <a:buChar char="•"/>
            </a:pPr>
            <a:r>
              <a:rPr lang="en-GB" dirty="0">
                <a:latin typeface="Yu Gothic UI Semilight" panose="020B0400000000000000" pitchFamily="34" charset="-128"/>
                <a:ea typeface="Yu Gothic UI Semilight" panose="020B0400000000000000" pitchFamily="34" charset="-128"/>
              </a:rPr>
              <a:t>'</a:t>
            </a:r>
            <a:r>
              <a:rPr lang="en-GB" b="1" dirty="0">
                <a:latin typeface="Yu Gothic UI Semilight" panose="020B0400000000000000" pitchFamily="34" charset="-128"/>
                <a:ea typeface="Yu Gothic UI Semilight" panose="020B0400000000000000" pitchFamily="34" charset="-128"/>
              </a:rPr>
              <a:t>sex</a:t>
            </a:r>
            <a:r>
              <a:rPr lang="en-GB" dirty="0">
                <a:latin typeface="Yu Gothic UI Semilight" panose="020B0400000000000000" pitchFamily="34" charset="-128"/>
                <a:ea typeface="Yu Gothic UI Semilight" panose="020B0400000000000000" pitchFamily="34" charset="-128"/>
              </a:rPr>
              <a:t>’</a:t>
            </a:r>
          </a:p>
          <a:p>
            <a:pPr marL="285750" indent="-285750">
              <a:buFont typeface="Arial" panose="020B0604020202020204" pitchFamily="34" charset="0"/>
              <a:buChar char="•"/>
            </a:pPr>
            <a:r>
              <a:rPr lang="en-GB" dirty="0">
                <a:latin typeface="Yu Gothic UI Semilight" panose="020B0400000000000000" pitchFamily="34" charset="-128"/>
                <a:ea typeface="Yu Gothic UI Semilight" panose="020B0400000000000000" pitchFamily="34" charset="-128"/>
              </a:rPr>
              <a:t>'</a:t>
            </a:r>
            <a:r>
              <a:rPr lang="en-GB" b="1" dirty="0" err="1">
                <a:latin typeface="Yu Gothic UI Semilight" panose="020B0400000000000000" pitchFamily="34" charset="-128"/>
                <a:ea typeface="Yu Gothic UI Semilight" panose="020B0400000000000000" pitchFamily="34" charset="-128"/>
              </a:rPr>
              <a:t>body_type</a:t>
            </a:r>
            <a:r>
              <a:rPr lang="en-GB" dirty="0">
                <a:latin typeface="Yu Gothic UI Semilight" panose="020B0400000000000000" pitchFamily="34" charset="-128"/>
                <a:ea typeface="Yu Gothic UI Semilight" panose="020B0400000000000000" pitchFamily="34" charset="-128"/>
              </a:rPr>
              <a:t>’</a:t>
            </a:r>
          </a:p>
          <a:p>
            <a:pPr marL="285750" indent="-285750">
              <a:buFont typeface="Arial" panose="020B0604020202020204" pitchFamily="34" charset="0"/>
              <a:buChar char="•"/>
            </a:pPr>
            <a:r>
              <a:rPr lang="en-GB" dirty="0">
                <a:latin typeface="Yu Gothic UI Semilight" panose="020B0400000000000000" pitchFamily="34" charset="-128"/>
                <a:ea typeface="Yu Gothic UI Semilight" panose="020B0400000000000000" pitchFamily="34" charset="-128"/>
              </a:rPr>
              <a:t>'</a:t>
            </a:r>
            <a:r>
              <a:rPr lang="en-GB" b="1" dirty="0">
                <a:latin typeface="Yu Gothic UI Semilight" panose="020B0400000000000000" pitchFamily="34" charset="-128"/>
                <a:ea typeface="Yu Gothic UI Semilight" panose="020B0400000000000000" pitchFamily="34" charset="-128"/>
              </a:rPr>
              <a:t>diet</a:t>
            </a:r>
            <a:r>
              <a:rPr lang="en-GB" dirty="0">
                <a:latin typeface="Yu Gothic UI Semilight" panose="020B0400000000000000" pitchFamily="34" charset="-128"/>
                <a:ea typeface="Yu Gothic UI Semilight" panose="020B0400000000000000" pitchFamily="34" charset="-128"/>
              </a:rPr>
              <a:t>’</a:t>
            </a:r>
          </a:p>
          <a:p>
            <a:pPr marL="285750" indent="-285750">
              <a:buFont typeface="Arial" panose="020B0604020202020204" pitchFamily="34" charset="0"/>
              <a:buChar char="•"/>
            </a:pPr>
            <a:r>
              <a:rPr lang="en-GB" dirty="0">
                <a:latin typeface="Yu Gothic UI Semilight" panose="020B0400000000000000" pitchFamily="34" charset="-128"/>
                <a:ea typeface="Yu Gothic UI Semilight" panose="020B0400000000000000" pitchFamily="34" charset="-128"/>
              </a:rPr>
              <a:t>'</a:t>
            </a:r>
            <a:r>
              <a:rPr lang="en-GB" b="1" dirty="0">
                <a:latin typeface="Yu Gothic UI Semilight" panose="020B0400000000000000" pitchFamily="34" charset="-128"/>
                <a:ea typeface="Yu Gothic UI Semilight" panose="020B0400000000000000" pitchFamily="34" charset="-128"/>
              </a:rPr>
              <a:t>drinks</a:t>
            </a:r>
            <a:r>
              <a:rPr lang="en-GB" dirty="0">
                <a:latin typeface="Yu Gothic UI Semilight" panose="020B0400000000000000" pitchFamily="34" charset="-128"/>
                <a:ea typeface="Yu Gothic UI Semilight" panose="020B0400000000000000" pitchFamily="34" charset="-128"/>
              </a:rPr>
              <a:t>’</a:t>
            </a:r>
          </a:p>
          <a:p>
            <a:pPr marL="285750" indent="-285750">
              <a:buFont typeface="Arial" panose="020B0604020202020204" pitchFamily="34" charset="0"/>
              <a:buChar char="•"/>
            </a:pPr>
            <a:r>
              <a:rPr lang="en-GB" dirty="0">
                <a:latin typeface="Yu Gothic UI Semilight" panose="020B0400000000000000" pitchFamily="34" charset="-128"/>
                <a:ea typeface="Yu Gothic UI Semilight" panose="020B0400000000000000" pitchFamily="34" charset="-128"/>
              </a:rPr>
              <a:t>'</a:t>
            </a:r>
            <a:r>
              <a:rPr lang="en-GB" b="1" dirty="0">
                <a:latin typeface="Yu Gothic UI Semilight" panose="020B0400000000000000" pitchFamily="34" charset="-128"/>
                <a:ea typeface="Yu Gothic UI Semilight" panose="020B0400000000000000" pitchFamily="34" charset="-128"/>
              </a:rPr>
              <a:t>drugs</a:t>
            </a:r>
            <a:r>
              <a:rPr lang="en-GB" dirty="0">
                <a:latin typeface="Yu Gothic UI Semilight" panose="020B0400000000000000" pitchFamily="34" charset="-128"/>
                <a:ea typeface="Yu Gothic UI Semilight" panose="020B0400000000000000" pitchFamily="34" charset="-128"/>
              </a:rPr>
              <a:t>’</a:t>
            </a:r>
          </a:p>
          <a:p>
            <a:pPr marL="285750" indent="-285750">
              <a:buFont typeface="Arial" panose="020B0604020202020204" pitchFamily="34" charset="0"/>
              <a:buChar char="•"/>
            </a:pPr>
            <a:r>
              <a:rPr lang="en-GB" dirty="0">
                <a:latin typeface="Yu Gothic UI Semilight" panose="020B0400000000000000" pitchFamily="34" charset="-128"/>
                <a:ea typeface="Yu Gothic UI Semilight" panose="020B0400000000000000" pitchFamily="34" charset="-128"/>
              </a:rPr>
              <a:t>'</a:t>
            </a:r>
            <a:r>
              <a:rPr lang="en-GB" b="1" dirty="0">
                <a:latin typeface="Yu Gothic UI Semilight" panose="020B0400000000000000" pitchFamily="34" charset="-128"/>
                <a:ea typeface="Yu Gothic UI Semilight" panose="020B0400000000000000" pitchFamily="34" charset="-128"/>
              </a:rPr>
              <a:t>education</a:t>
            </a:r>
            <a:r>
              <a:rPr lang="en-GB" dirty="0">
                <a:latin typeface="Yu Gothic UI Semilight" panose="020B0400000000000000" pitchFamily="34" charset="-128"/>
                <a:ea typeface="Yu Gothic UI Semilight" panose="020B0400000000000000" pitchFamily="34" charset="-128"/>
              </a:rPr>
              <a:t>’</a:t>
            </a:r>
          </a:p>
          <a:p>
            <a:pPr marL="285750" indent="-285750">
              <a:buFont typeface="Arial" panose="020B0604020202020204" pitchFamily="34" charset="0"/>
              <a:buChar char="•"/>
            </a:pPr>
            <a:r>
              <a:rPr lang="en-GB" dirty="0">
                <a:latin typeface="Yu Gothic UI Semilight" panose="020B0400000000000000" pitchFamily="34" charset="-128"/>
                <a:ea typeface="Yu Gothic UI Semilight" panose="020B0400000000000000" pitchFamily="34" charset="-128"/>
              </a:rPr>
              <a:t>'</a:t>
            </a:r>
            <a:r>
              <a:rPr lang="en-GB" b="1" dirty="0">
                <a:latin typeface="Yu Gothic UI Semilight" panose="020B0400000000000000" pitchFamily="34" charset="-128"/>
                <a:ea typeface="Yu Gothic UI Semilight" panose="020B0400000000000000" pitchFamily="34" charset="-128"/>
              </a:rPr>
              <a:t>offspring</a:t>
            </a:r>
            <a:r>
              <a:rPr lang="en-GB" dirty="0">
                <a:latin typeface="Yu Gothic UI Semilight" panose="020B0400000000000000" pitchFamily="34" charset="-128"/>
                <a:ea typeface="Yu Gothic UI Semilight" panose="020B0400000000000000" pitchFamily="34" charset="-128"/>
              </a:rPr>
              <a:t>’</a:t>
            </a:r>
          </a:p>
          <a:p>
            <a:pPr marL="285750" indent="-285750">
              <a:buFont typeface="Arial" panose="020B0604020202020204" pitchFamily="34" charset="0"/>
              <a:buChar char="•"/>
            </a:pPr>
            <a:r>
              <a:rPr lang="en-GB" dirty="0">
                <a:latin typeface="Yu Gothic UI Semilight" panose="020B0400000000000000" pitchFamily="34" charset="-128"/>
                <a:ea typeface="Yu Gothic UI Semilight" panose="020B0400000000000000" pitchFamily="34" charset="-128"/>
              </a:rPr>
              <a:t>'</a:t>
            </a:r>
            <a:r>
              <a:rPr lang="en-GB" b="1" dirty="0">
                <a:latin typeface="Yu Gothic UI Semilight" panose="020B0400000000000000" pitchFamily="34" charset="-128"/>
                <a:ea typeface="Yu Gothic UI Semilight" panose="020B0400000000000000" pitchFamily="34" charset="-128"/>
              </a:rPr>
              <a:t>orientation</a:t>
            </a:r>
            <a:r>
              <a:rPr lang="en-GB" dirty="0">
                <a:latin typeface="Yu Gothic UI Semilight" panose="020B0400000000000000" pitchFamily="34" charset="-128"/>
                <a:ea typeface="Yu Gothic UI Semilight" panose="020B0400000000000000" pitchFamily="34" charset="-128"/>
              </a:rPr>
              <a:t>’</a:t>
            </a:r>
          </a:p>
          <a:p>
            <a:pPr marL="285750" indent="-285750">
              <a:buFont typeface="Arial" panose="020B0604020202020204" pitchFamily="34" charset="0"/>
              <a:buChar char="•"/>
            </a:pPr>
            <a:r>
              <a:rPr lang="en-GB" dirty="0">
                <a:latin typeface="Yu Gothic UI Semilight" panose="020B0400000000000000" pitchFamily="34" charset="-128"/>
                <a:ea typeface="Yu Gothic UI Semilight" panose="020B0400000000000000" pitchFamily="34" charset="-128"/>
              </a:rPr>
              <a:t>'</a:t>
            </a:r>
            <a:r>
              <a:rPr lang="en-GB" b="1" dirty="0" err="1">
                <a:latin typeface="Yu Gothic UI Semilight" panose="020B0400000000000000" pitchFamily="34" charset="-128"/>
                <a:ea typeface="Yu Gothic UI Semilight" panose="020B0400000000000000" pitchFamily="34" charset="-128"/>
              </a:rPr>
              <a:t>religion_cleaned</a:t>
            </a:r>
            <a:r>
              <a:rPr lang="en-GB" dirty="0">
                <a:latin typeface="Yu Gothic UI Semilight" panose="020B0400000000000000" pitchFamily="34" charset="-128"/>
                <a:ea typeface="Yu Gothic UI Semilight" panose="020B0400000000000000" pitchFamily="34" charset="-128"/>
              </a:rPr>
              <a:t>'</a:t>
            </a:r>
          </a:p>
        </p:txBody>
      </p:sp>
    </p:spTree>
    <p:extLst>
      <p:ext uri="{BB962C8B-B14F-4D97-AF65-F5344CB8AC3E}">
        <p14:creationId xmlns:p14="http://schemas.microsoft.com/office/powerpoint/2010/main" val="34854555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84EC8F-BE8A-2B1F-2DC5-F218C51F61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65CD47-64E7-F0BB-1329-B3D8E712D602}"/>
              </a:ext>
            </a:extLst>
          </p:cNvPr>
          <p:cNvSpPr>
            <a:spLocks noGrp="1"/>
          </p:cNvSpPr>
          <p:nvPr>
            <p:ph type="title"/>
          </p:nvPr>
        </p:nvSpPr>
        <p:spPr>
          <a:xfrm>
            <a:off x="838198" y="853335"/>
            <a:ext cx="10515602" cy="1377184"/>
          </a:xfrm>
        </p:spPr>
        <p:txBody>
          <a:bodyPr anchor="t">
            <a:normAutofit/>
          </a:bodyPr>
          <a:lstStyle/>
          <a:p>
            <a:r>
              <a:rPr lang="en-GB" dirty="0"/>
              <a:t>Feature Preprocessing</a:t>
            </a:r>
          </a:p>
        </p:txBody>
      </p:sp>
      <p:graphicFrame>
        <p:nvGraphicFramePr>
          <p:cNvPr id="8" name="Content Placeholder 5">
            <a:extLst>
              <a:ext uri="{FF2B5EF4-FFF2-40B4-BE49-F238E27FC236}">
                <a16:creationId xmlns:a16="http://schemas.microsoft.com/office/drawing/2014/main" id="{90C19B34-462A-3D74-5345-D187EE91F761}"/>
              </a:ext>
            </a:extLst>
          </p:cNvPr>
          <p:cNvGraphicFramePr>
            <a:graphicFrameLocks noGrp="1"/>
          </p:cNvGraphicFramePr>
          <p:nvPr>
            <p:ph sz="quarter" idx="14"/>
            <p:extLst>
              <p:ext uri="{D42A27DB-BD31-4B8C-83A1-F6EECF244321}">
                <p14:modId xmlns:p14="http://schemas.microsoft.com/office/powerpoint/2010/main" val="53148538"/>
              </p:ext>
            </p:extLst>
          </p:nvPr>
        </p:nvGraphicFramePr>
        <p:xfrm>
          <a:off x="837520" y="2651758"/>
          <a:ext cx="10515601" cy="34667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729758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B32752"/>
        </a:solidFill>
        <a:effectLst/>
      </p:bgPr>
    </p:bg>
    <p:spTree>
      <p:nvGrpSpPr>
        <p:cNvPr id="1" name="">
          <a:extLst>
            <a:ext uri="{FF2B5EF4-FFF2-40B4-BE49-F238E27FC236}">
              <a16:creationId xmlns:a16="http://schemas.microsoft.com/office/drawing/2014/main" id="{84FA19F4-AD17-4BA6-1001-3AFC0F0929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2ECD62-CBD6-ACAF-190A-2ECEC2361E86}"/>
              </a:ext>
            </a:extLst>
          </p:cNvPr>
          <p:cNvSpPr>
            <a:spLocks noGrp="1"/>
          </p:cNvSpPr>
          <p:nvPr>
            <p:ph type="title"/>
          </p:nvPr>
        </p:nvSpPr>
        <p:spPr>
          <a:xfrm>
            <a:off x="838200" y="853334"/>
            <a:ext cx="4844142" cy="5151334"/>
          </a:xfrm>
          <a:noFill/>
        </p:spPr>
        <p:txBody>
          <a:bodyPr>
            <a:noAutofit/>
          </a:bodyPr>
          <a:lstStyle/>
          <a:p>
            <a:r>
              <a:rPr lang="en-US" dirty="0"/>
              <a:t>Model Building</a:t>
            </a:r>
          </a:p>
        </p:txBody>
      </p:sp>
      <p:pic>
        <p:nvPicPr>
          <p:cNvPr id="9" name="Online Image Placeholder 12" descr="A person wearing a suit sitting on a bed drinking from a cup, with a suitcase nearby">
            <a:extLst>
              <a:ext uri="{FF2B5EF4-FFF2-40B4-BE49-F238E27FC236}">
                <a16:creationId xmlns:a16="http://schemas.microsoft.com/office/drawing/2014/main" id="{92A5547F-96D8-FD5D-11EF-7AF87279DC31}"/>
              </a:ext>
            </a:extLst>
          </p:cNvPr>
          <p:cNvPicPr>
            <a:picLocks noGrp="1" noChangeAspect="1"/>
          </p:cNvPicPr>
          <p:nvPr>
            <p:ph type="pic" sz="quarter" idx="11"/>
          </p:nvPr>
        </p:nvPicPr>
        <p:blipFill rotWithShape="1">
          <a:blip r:embed="rId2" cstate="print">
            <a:duotone>
              <a:prstClr val="black"/>
              <a:schemeClr val="accent3">
                <a:tint val="45000"/>
                <a:satMod val="400000"/>
              </a:schemeClr>
            </a:duotone>
            <a:extLst>
              <a:ext uri="{28A0092B-C50C-407E-A947-70E740481C1C}">
                <a14:useLocalDpi xmlns:a14="http://schemas.microsoft.com/office/drawing/2010/main"/>
              </a:ext>
            </a:extLst>
          </a:blip>
          <a:srcRect/>
          <a:stretch/>
        </p:blipFill>
        <p:spPr>
          <a:xfrm>
            <a:off x="6428012" y="685800"/>
            <a:ext cx="5070020" cy="5486400"/>
          </a:xfrm>
        </p:spPr>
      </p:pic>
      <p:sp>
        <p:nvSpPr>
          <p:cNvPr id="4" name="TextBox 3">
            <a:extLst>
              <a:ext uri="{FF2B5EF4-FFF2-40B4-BE49-F238E27FC236}">
                <a16:creationId xmlns:a16="http://schemas.microsoft.com/office/drawing/2014/main" id="{FE97AC43-29E6-D819-FF0D-0860448DD464}"/>
              </a:ext>
            </a:extLst>
          </p:cNvPr>
          <p:cNvSpPr txBox="1"/>
          <p:nvPr/>
        </p:nvSpPr>
        <p:spPr>
          <a:xfrm>
            <a:off x="838200" y="1656113"/>
            <a:ext cx="3438832" cy="646331"/>
          </a:xfrm>
          <a:prstGeom prst="rect">
            <a:avLst/>
          </a:prstGeom>
          <a:noFill/>
        </p:spPr>
        <p:txBody>
          <a:bodyPr wrap="square" rtlCol="0">
            <a:spAutoFit/>
          </a:bodyPr>
          <a:lstStyle/>
          <a:p>
            <a:r>
              <a:rPr lang="en-GB" dirty="0">
                <a:solidFill>
                  <a:schemeClr val="bg1"/>
                </a:solidFill>
                <a:latin typeface="+mj-lt"/>
              </a:rPr>
              <a:t>Building and training machine learning models</a:t>
            </a:r>
          </a:p>
        </p:txBody>
      </p:sp>
    </p:spTree>
    <p:extLst>
      <p:ext uri="{BB962C8B-B14F-4D97-AF65-F5344CB8AC3E}">
        <p14:creationId xmlns:p14="http://schemas.microsoft.com/office/powerpoint/2010/main" val="11842531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15DE-D135-0710-9984-A0A55E960CB0}"/>
              </a:ext>
            </a:extLst>
          </p:cNvPr>
          <p:cNvSpPr>
            <a:spLocks noGrp="1"/>
          </p:cNvSpPr>
          <p:nvPr>
            <p:ph type="title"/>
          </p:nvPr>
        </p:nvSpPr>
        <p:spPr>
          <a:xfrm>
            <a:off x="838200" y="853333"/>
            <a:ext cx="4844143" cy="2792412"/>
          </a:xfrm>
          <a:noFill/>
        </p:spPr>
        <p:txBody>
          <a:bodyPr>
            <a:noAutofit/>
          </a:bodyPr>
          <a:lstStyle/>
          <a:p>
            <a:r>
              <a:rPr lang="en-US" dirty="0"/>
              <a:t>Building and Training Models</a:t>
            </a:r>
          </a:p>
        </p:txBody>
      </p:sp>
      <p:sp>
        <p:nvSpPr>
          <p:cNvPr id="3" name="Content Placeholder 2">
            <a:extLst>
              <a:ext uri="{FF2B5EF4-FFF2-40B4-BE49-F238E27FC236}">
                <a16:creationId xmlns:a16="http://schemas.microsoft.com/office/drawing/2014/main" id="{ECC8AA23-D8D0-93BE-5C5F-103A750B0D2F}"/>
              </a:ext>
            </a:extLst>
          </p:cNvPr>
          <p:cNvSpPr>
            <a:spLocks noGrp="1"/>
          </p:cNvSpPr>
          <p:nvPr>
            <p:ph sz="half" idx="13"/>
          </p:nvPr>
        </p:nvSpPr>
        <p:spPr>
          <a:xfrm>
            <a:off x="838200" y="3813681"/>
            <a:ext cx="4898571" cy="2188317"/>
          </a:xfrm>
          <a:noFill/>
        </p:spPr>
        <p:txBody>
          <a:bodyPr vert="horz" lIns="91440" tIns="45720" rIns="91440" bIns="45720" rtlCol="0" anchor="t">
            <a:normAutofit lnSpcReduction="10000"/>
          </a:bodyPr>
          <a:lstStyle/>
          <a:p>
            <a:r>
              <a:rPr lang="en-US" dirty="0"/>
              <a:t>With the data preprocessed and ready for training, we built three different machine learning algorithms and trained them on the training data. We used hyperparameter tuning for the more complex models to try and improve the accuracy before testing.</a:t>
            </a:r>
          </a:p>
          <a:p>
            <a:r>
              <a:rPr lang="en-US" dirty="0"/>
              <a:t>The three ML models we used are:</a:t>
            </a:r>
          </a:p>
        </p:txBody>
      </p:sp>
      <p:graphicFrame>
        <p:nvGraphicFramePr>
          <p:cNvPr id="11" name="Content Placeholder 10" descr="Lined list SmartArt graphic">
            <a:extLst>
              <a:ext uri="{FF2B5EF4-FFF2-40B4-BE49-F238E27FC236}">
                <a16:creationId xmlns:a16="http://schemas.microsoft.com/office/drawing/2014/main" id="{C619B1BA-71C2-42B2-CE82-5EBA957CEB36}"/>
              </a:ext>
            </a:extLst>
          </p:cNvPr>
          <p:cNvGraphicFramePr>
            <a:graphicFrameLocks noGrp="1"/>
          </p:cNvGraphicFramePr>
          <p:nvPr>
            <p:ph sz="half" idx="2"/>
            <p:extLst>
              <p:ext uri="{D42A27DB-BD31-4B8C-83A1-F6EECF244321}">
                <p14:modId xmlns:p14="http://schemas.microsoft.com/office/powerpoint/2010/main" val="2576962486"/>
              </p:ext>
            </p:extLst>
          </p:nvPr>
        </p:nvGraphicFramePr>
        <p:xfrm>
          <a:off x="6510338" y="850900"/>
          <a:ext cx="4843462" cy="54038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372412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4187331-6706-5434-190D-0174D4B7F316}"/>
              </a:ext>
            </a:extLst>
          </p:cNvPr>
          <p:cNvSpPr>
            <a:spLocks noGrp="1"/>
          </p:cNvSpPr>
          <p:nvPr>
            <p:ph type="title"/>
          </p:nvPr>
        </p:nvSpPr>
        <p:spPr>
          <a:xfrm>
            <a:off x="838200" y="990987"/>
            <a:ext cx="10515602" cy="1377184"/>
          </a:xfrm>
        </p:spPr>
        <p:txBody>
          <a:bodyPr>
            <a:normAutofit/>
          </a:bodyPr>
          <a:lstStyle/>
          <a:p>
            <a:pPr algn="ctr"/>
            <a:r>
              <a:rPr lang="en-GB" sz="7200" dirty="0"/>
              <a:t>The Models</a:t>
            </a:r>
          </a:p>
        </p:txBody>
      </p:sp>
      <p:graphicFrame>
        <p:nvGraphicFramePr>
          <p:cNvPr id="6" name="Content Placeholder 5">
            <a:extLst>
              <a:ext uri="{FF2B5EF4-FFF2-40B4-BE49-F238E27FC236}">
                <a16:creationId xmlns:a16="http://schemas.microsoft.com/office/drawing/2014/main" id="{B59F138B-D01C-12F4-2ADD-8B0723D321DA}"/>
              </a:ext>
            </a:extLst>
          </p:cNvPr>
          <p:cNvGraphicFramePr>
            <a:graphicFrameLocks noGrp="1"/>
          </p:cNvGraphicFramePr>
          <p:nvPr>
            <p:ph sz="quarter" idx="14"/>
            <p:extLst>
              <p:ext uri="{D42A27DB-BD31-4B8C-83A1-F6EECF244321}">
                <p14:modId xmlns:p14="http://schemas.microsoft.com/office/powerpoint/2010/main" val="307324376"/>
              </p:ext>
            </p:extLst>
          </p:nvPr>
        </p:nvGraphicFramePr>
        <p:xfrm>
          <a:off x="838200" y="2399913"/>
          <a:ext cx="10515600" cy="34671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145223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a:extLst>
            <a:ext uri="{FF2B5EF4-FFF2-40B4-BE49-F238E27FC236}">
              <a16:creationId xmlns:a16="http://schemas.microsoft.com/office/drawing/2014/main" id="{75B67C5E-EBA7-82E3-CE4B-1A81532F8E6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67DFE84-B92C-7652-D420-17BAEBCA6049}"/>
              </a:ext>
            </a:extLst>
          </p:cNvPr>
          <p:cNvSpPr>
            <a:spLocks noGrp="1"/>
          </p:cNvSpPr>
          <p:nvPr>
            <p:ph type="title"/>
          </p:nvPr>
        </p:nvSpPr>
        <p:spPr/>
        <p:txBody>
          <a:bodyPr>
            <a:normAutofit fontScale="90000"/>
          </a:bodyPr>
          <a:lstStyle/>
          <a:p>
            <a:pPr algn="ctr"/>
            <a:r>
              <a:rPr lang="en-GB" sz="7200" dirty="0"/>
              <a:t>Logistic Regression Model</a:t>
            </a:r>
          </a:p>
        </p:txBody>
      </p:sp>
      <p:sp>
        <p:nvSpPr>
          <p:cNvPr id="7" name="Content Placeholder 6">
            <a:extLst>
              <a:ext uri="{FF2B5EF4-FFF2-40B4-BE49-F238E27FC236}">
                <a16:creationId xmlns:a16="http://schemas.microsoft.com/office/drawing/2014/main" id="{229A5699-E7A9-CBF4-D0D1-2A23A099F406}"/>
              </a:ext>
            </a:extLst>
          </p:cNvPr>
          <p:cNvSpPr>
            <a:spLocks noGrp="1"/>
          </p:cNvSpPr>
          <p:nvPr>
            <p:ph sz="quarter" idx="16"/>
          </p:nvPr>
        </p:nvSpPr>
        <p:spPr/>
        <p:txBody>
          <a:bodyPr>
            <a:normAutofit/>
          </a:bodyPr>
          <a:lstStyle/>
          <a:p>
            <a:pPr marL="0" indent="0">
              <a:buNone/>
            </a:pPr>
            <a:r>
              <a:rPr lang="en-GB" dirty="0"/>
              <a:t>Our first model used binomial logistic regression, to predict the binary target labels of smoker vs. non-smoker. We used the encoded and standardised data for this model, as logistic regression models are sensitive to feature scale. The logistic regression model was relatively simple compared to the other classifier models.</a:t>
            </a:r>
          </a:p>
          <a:p>
            <a:pPr marL="0" indent="0">
              <a:buNone/>
            </a:pPr>
            <a:endParaRPr lang="en-GB" dirty="0"/>
          </a:p>
          <a:p>
            <a:pPr marL="0" indent="0">
              <a:buNone/>
            </a:pPr>
            <a:r>
              <a:rPr lang="en-GB" dirty="0"/>
              <a:t>A binomial logistic regression model predicts the probability that an input belongs to one of two classes. It uses the sigmoid function and weighted sums of input features to generate a probability between 1 (one label) and 0 (the other label) and determine which the input is most likely to be.</a:t>
            </a:r>
          </a:p>
        </p:txBody>
      </p:sp>
      <p:sp>
        <p:nvSpPr>
          <p:cNvPr id="8" name="Rectangle: Rounded Corners 7">
            <a:extLst>
              <a:ext uri="{FF2B5EF4-FFF2-40B4-BE49-F238E27FC236}">
                <a16:creationId xmlns:a16="http://schemas.microsoft.com/office/drawing/2014/main" id="{98CA089F-8E4C-0546-54A1-F6240B0ADB93}"/>
              </a:ext>
            </a:extLst>
          </p:cNvPr>
          <p:cNvSpPr/>
          <p:nvPr/>
        </p:nvSpPr>
        <p:spPr>
          <a:xfrm>
            <a:off x="2132526" y="3751345"/>
            <a:ext cx="2255490" cy="2252580"/>
          </a:xfrm>
          <a:prstGeom prst="roundRect">
            <a:avLst/>
          </a:prstGeom>
          <a:blipFill>
            <a:blip r:embed="rId2"/>
            <a:srcRect/>
            <a:stretch>
              <a:fillRect/>
            </a:stretch>
          </a:bli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Tree>
    <p:extLst>
      <p:ext uri="{BB962C8B-B14F-4D97-AF65-F5344CB8AC3E}">
        <p14:creationId xmlns:p14="http://schemas.microsoft.com/office/powerpoint/2010/main" val="23809206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a:extLst>
            <a:ext uri="{FF2B5EF4-FFF2-40B4-BE49-F238E27FC236}">
              <a16:creationId xmlns:a16="http://schemas.microsoft.com/office/drawing/2014/main" id="{9F5964F0-4633-9E85-9787-5050199CEB5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1493611-26EA-543F-07EE-6F42A7D82803}"/>
              </a:ext>
            </a:extLst>
          </p:cNvPr>
          <p:cNvSpPr>
            <a:spLocks noGrp="1"/>
          </p:cNvSpPr>
          <p:nvPr>
            <p:ph type="title"/>
          </p:nvPr>
        </p:nvSpPr>
        <p:spPr/>
        <p:txBody>
          <a:bodyPr>
            <a:normAutofit fontScale="90000"/>
          </a:bodyPr>
          <a:lstStyle/>
          <a:p>
            <a:pPr algn="ctr"/>
            <a:r>
              <a:rPr lang="en-GB" sz="7200" dirty="0"/>
              <a:t>Random Forests Classifier</a:t>
            </a:r>
          </a:p>
        </p:txBody>
      </p:sp>
      <p:sp>
        <p:nvSpPr>
          <p:cNvPr id="7" name="Content Placeholder 6">
            <a:extLst>
              <a:ext uri="{FF2B5EF4-FFF2-40B4-BE49-F238E27FC236}">
                <a16:creationId xmlns:a16="http://schemas.microsoft.com/office/drawing/2014/main" id="{29BACD7D-96A6-CCFE-2758-D4FDB26C3EEA}"/>
              </a:ext>
            </a:extLst>
          </p:cNvPr>
          <p:cNvSpPr>
            <a:spLocks noGrp="1"/>
          </p:cNvSpPr>
          <p:nvPr>
            <p:ph sz="quarter" idx="16"/>
          </p:nvPr>
        </p:nvSpPr>
        <p:spPr/>
        <p:txBody>
          <a:bodyPr>
            <a:normAutofit/>
          </a:bodyPr>
          <a:lstStyle/>
          <a:p>
            <a:pPr marL="0" indent="0">
              <a:buNone/>
            </a:pPr>
            <a:r>
              <a:rPr lang="en-GB" dirty="0"/>
              <a:t>Our second model used a combination of many decision trees to select a predicted label for each input. Using a technique called hyperparameter tuning, we cycled over multiple values of hyperparameters to select the best number of decision trees for the random forest classifier before building our model.</a:t>
            </a:r>
          </a:p>
          <a:p>
            <a:pPr marL="0" indent="0">
              <a:buNone/>
            </a:pPr>
            <a:endParaRPr lang="en-GB" dirty="0"/>
          </a:p>
          <a:p>
            <a:pPr marL="0" indent="0">
              <a:buNone/>
            </a:pPr>
            <a:r>
              <a:rPr lang="en-GB" dirty="0"/>
              <a:t>Random forest classifiers work by building many decision trees, each trained on different parts of the data. Each tree makes its own prediction, and the random forest chooses the final label by taking a majority vote from all the trees. This approach avoids overfitting and tends to improve prediction accuracy.</a:t>
            </a:r>
          </a:p>
        </p:txBody>
      </p:sp>
      <p:sp>
        <p:nvSpPr>
          <p:cNvPr id="3" name="Rectangle: Rounded Corners 2">
            <a:extLst>
              <a:ext uri="{FF2B5EF4-FFF2-40B4-BE49-F238E27FC236}">
                <a16:creationId xmlns:a16="http://schemas.microsoft.com/office/drawing/2014/main" id="{004047F2-F607-B150-0737-791BF39C937C}"/>
              </a:ext>
            </a:extLst>
          </p:cNvPr>
          <p:cNvSpPr/>
          <p:nvPr/>
        </p:nvSpPr>
        <p:spPr>
          <a:xfrm>
            <a:off x="2132526" y="3751345"/>
            <a:ext cx="2255490" cy="2252580"/>
          </a:xfrm>
          <a:prstGeom prst="roundRect">
            <a:avLst/>
          </a:prstGeom>
          <a:blipFill>
            <a:blip r:embed="rId2"/>
            <a:srcRect/>
            <a:stretch>
              <a:fillRect/>
            </a:stretch>
          </a:bli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GB" dirty="0"/>
          </a:p>
        </p:txBody>
      </p:sp>
    </p:spTree>
    <p:extLst>
      <p:ext uri="{BB962C8B-B14F-4D97-AF65-F5344CB8AC3E}">
        <p14:creationId xmlns:p14="http://schemas.microsoft.com/office/powerpoint/2010/main" val="29305558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a:extLst>
            <a:ext uri="{FF2B5EF4-FFF2-40B4-BE49-F238E27FC236}">
              <a16:creationId xmlns:a16="http://schemas.microsoft.com/office/drawing/2014/main" id="{1D2C3510-AB40-91B6-222B-BA931BB7C48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18CBDE7-F025-1B91-9645-4FF7BEA4179E}"/>
              </a:ext>
            </a:extLst>
          </p:cNvPr>
          <p:cNvSpPr>
            <a:spLocks noGrp="1"/>
          </p:cNvSpPr>
          <p:nvPr>
            <p:ph type="title"/>
          </p:nvPr>
        </p:nvSpPr>
        <p:spPr/>
        <p:txBody>
          <a:bodyPr>
            <a:normAutofit fontScale="90000"/>
          </a:bodyPr>
          <a:lstStyle/>
          <a:p>
            <a:pPr algn="ctr"/>
            <a:r>
              <a:rPr lang="en-GB" sz="7200" dirty="0"/>
              <a:t>K-Nearest Neighbours Classifier</a:t>
            </a:r>
          </a:p>
        </p:txBody>
      </p:sp>
      <p:sp>
        <p:nvSpPr>
          <p:cNvPr id="7" name="Content Placeholder 6">
            <a:extLst>
              <a:ext uri="{FF2B5EF4-FFF2-40B4-BE49-F238E27FC236}">
                <a16:creationId xmlns:a16="http://schemas.microsoft.com/office/drawing/2014/main" id="{B82E5086-8E2A-6DF6-F6EE-46909F569ED5}"/>
              </a:ext>
            </a:extLst>
          </p:cNvPr>
          <p:cNvSpPr>
            <a:spLocks noGrp="1"/>
          </p:cNvSpPr>
          <p:nvPr>
            <p:ph sz="quarter" idx="16"/>
          </p:nvPr>
        </p:nvSpPr>
        <p:spPr/>
        <p:txBody>
          <a:bodyPr>
            <a:normAutofit/>
          </a:bodyPr>
          <a:lstStyle/>
          <a:p>
            <a:pPr marL="0" indent="0">
              <a:buNone/>
            </a:pPr>
            <a:r>
              <a:rPr lang="en-GB" dirty="0"/>
              <a:t>Our third model predicted smoker status based on the most similar data points to each input. We used the standardised data, as k-nearest neighbours (KNN) models use ‘distance’ to calculate labels and are sensitive to feature scale.</a:t>
            </a:r>
          </a:p>
          <a:p>
            <a:pPr marL="0" indent="0">
              <a:buNone/>
            </a:pPr>
            <a:endParaRPr lang="en-GB" dirty="0"/>
          </a:p>
          <a:p>
            <a:pPr marL="0" indent="0">
              <a:buNone/>
            </a:pPr>
            <a:r>
              <a:rPr lang="en-GB" dirty="0"/>
              <a:t>The model predicts labels for each input by looking at the labels of the ‘k-closest’ data points in the training set. The model assigns the most common label among these neighbours to the input. The value of k controls how many neighbours are considered for each prediction. We calculated the optimal K using hyperparameter tuning as we did with the random forest classifier.</a:t>
            </a:r>
          </a:p>
        </p:txBody>
      </p:sp>
      <p:sp>
        <p:nvSpPr>
          <p:cNvPr id="2" name="Rectangle: Rounded Corners 1">
            <a:extLst>
              <a:ext uri="{FF2B5EF4-FFF2-40B4-BE49-F238E27FC236}">
                <a16:creationId xmlns:a16="http://schemas.microsoft.com/office/drawing/2014/main" id="{B86F96B6-A3CA-06A2-8FDD-0B2231C10C29}"/>
              </a:ext>
            </a:extLst>
          </p:cNvPr>
          <p:cNvSpPr/>
          <p:nvPr/>
        </p:nvSpPr>
        <p:spPr>
          <a:xfrm>
            <a:off x="2132526" y="3791509"/>
            <a:ext cx="2255490" cy="2252580"/>
          </a:xfrm>
          <a:prstGeom prst="roundRect">
            <a:avLst/>
          </a:prstGeom>
          <a:blipFill>
            <a:blip r:embed="rId2"/>
            <a:srcRect/>
            <a:stretch>
              <a:fillRect/>
            </a:stretch>
          </a:bli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Tree>
    <p:extLst>
      <p:ext uri="{BB962C8B-B14F-4D97-AF65-F5344CB8AC3E}">
        <p14:creationId xmlns:p14="http://schemas.microsoft.com/office/powerpoint/2010/main" val="25357312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B32752"/>
        </a:solidFill>
        <a:effectLst/>
      </p:bgPr>
    </p:bg>
    <p:spTree>
      <p:nvGrpSpPr>
        <p:cNvPr id="1" name="">
          <a:extLst>
            <a:ext uri="{FF2B5EF4-FFF2-40B4-BE49-F238E27FC236}">
              <a16:creationId xmlns:a16="http://schemas.microsoft.com/office/drawing/2014/main" id="{332A7B78-F104-CDAC-C0EA-4EB8640CDB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4A1B01-E24A-9883-9359-74CA3AB62173}"/>
              </a:ext>
            </a:extLst>
          </p:cNvPr>
          <p:cNvSpPr>
            <a:spLocks noGrp="1"/>
          </p:cNvSpPr>
          <p:nvPr>
            <p:ph type="title"/>
          </p:nvPr>
        </p:nvSpPr>
        <p:spPr>
          <a:xfrm>
            <a:off x="838200" y="853334"/>
            <a:ext cx="4844142" cy="5151334"/>
          </a:xfrm>
          <a:noFill/>
        </p:spPr>
        <p:txBody>
          <a:bodyPr>
            <a:noAutofit/>
          </a:bodyPr>
          <a:lstStyle/>
          <a:p>
            <a:r>
              <a:rPr lang="en-US" dirty="0"/>
              <a:t>Model Evaluation</a:t>
            </a:r>
          </a:p>
        </p:txBody>
      </p:sp>
      <p:pic>
        <p:nvPicPr>
          <p:cNvPr id="9" name="Online Image Placeholder 12" descr="A person wearing a suit sitting on a bed drinking from a cup, with a suitcase nearby">
            <a:extLst>
              <a:ext uri="{FF2B5EF4-FFF2-40B4-BE49-F238E27FC236}">
                <a16:creationId xmlns:a16="http://schemas.microsoft.com/office/drawing/2014/main" id="{FB333BA2-04D9-BEF0-A13B-D6EDCAC20D0F}"/>
              </a:ext>
            </a:extLst>
          </p:cNvPr>
          <p:cNvPicPr>
            <a:picLocks noGrp="1" noChangeAspect="1"/>
          </p:cNvPicPr>
          <p:nvPr>
            <p:ph type="pic" sz="quarter" idx="11"/>
          </p:nvPr>
        </p:nvPicPr>
        <p:blipFill rotWithShape="1">
          <a:blip r:embed="rId2" cstate="print">
            <a:duotone>
              <a:prstClr val="black"/>
              <a:schemeClr val="accent3">
                <a:tint val="45000"/>
                <a:satMod val="400000"/>
              </a:schemeClr>
            </a:duotone>
            <a:extLst>
              <a:ext uri="{28A0092B-C50C-407E-A947-70E740481C1C}">
                <a14:useLocalDpi xmlns:a14="http://schemas.microsoft.com/office/drawing/2010/main"/>
              </a:ext>
            </a:extLst>
          </a:blip>
          <a:srcRect/>
          <a:stretch/>
        </p:blipFill>
        <p:spPr>
          <a:xfrm>
            <a:off x="6428012" y="685800"/>
            <a:ext cx="5070020" cy="5486400"/>
          </a:xfrm>
        </p:spPr>
      </p:pic>
      <p:sp>
        <p:nvSpPr>
          <p:cNvPr id="4" name="TextBox 3">
            <a:extLst>
              <a:ext uri="{FF2B5EF4-FFF2-40B4-BE49-F238E27FC236}">
                <a16:creationId xmlns:a16="http://schemas.microsoft.com/office/drawing/2014/main" id="{B106978E-B37B-AD3D-2F54-44D793F820DC}"/>
              </a:ext>
            </a:extLst>
          </p:cNvPr>
          <p:cNvSpPr txBox="1"/>
          <p:nvPr/>
        </p:nvSpPr>
        <p:spPr>
          <a:xfrm>
            <a:off x="838200" y="2472190"/>
            <a:ext cx="3438832" cy="369332"/>
          </a:xfrm>
          <a:prstGeom prst="rect">
            <a:avLst/>
          </a:prstGeom>
          <a:noFill/>
        </p:spPr>
        <p:txBody>
          <a:bodyPr wrap="square" rtlCol="0">
            <a:spAutoFit/>
          </a:bodyPr>
          <a:lstStyle/>
          <a:p>
            <a:r>
              <a:rPr lang="en-GB" dirty="0">
                <a:solidFill>
                  <a:schemeClr val="bg1"/>
                </a:solidFill>
                <a:latin typeface="+mj-lt"/>
              </a:rPr>
              <a:t>Evaluating model performance</a:t>
            </a:r>
          </a:p>
        </p:txBody>
      </p:sp>
    </p:spTree>
    <p:extLst>
      <p:ext uri="{BB962C8B-B14F-4D97-AF65-F5344CB8AC3E}">
        <p14:creationId xmlns:p14="http://schemas.microsoft.com/office/powerpoint/2010/main" val="35501952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B3275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ABE40-AA00-F366-A36A-B3F1AADBF025}"/>
              </a:ext>
            </a:extLst>
          </p:cNvPr>
          <p:cNvSpPr>
            <a:spLocks noGrp="1"/>
          </p:cNvSpPr>
          <p:nvPr>
            <p:ph type="title"/>
          </p:nvPr>
        </p:nvSpPr>
        <p:spPr>
          <a:xfrm>
            <a:off x="838200" y="853334"/>
            <a:ext cx="4844142" cy="3939646"/>
          </a:xfrm>
          <a:noFill/>
        </p:spPr>
        <p:txBody>
          <a:bodyPr>
            <a:noAutofit/>
          </a:bodyPr>
          <a:lstStyle/>
          <a:p>
            <a:r>
              <a:rPr lang="en-US" dirty="0"/>
              <a:t>Conclusion</a:t>
            </a:r>
          </a:p>
        </p:txBody>
      </p:sp>
      <p:pic>
        <p:nvPicPr>
          <p:cNvPr id="10" name="Online Image Placeholder 7" descr="Rows of seated people in business attire, listening to work event">
            <a:extLst>
              <a:ext uri="{FF2B5EF4-FFF2-40B4-BE49-F238E27FC236}">
                <a16:creationId xmlns:a16="http://schemas.microsoft.com/office/drawing/2014/main" id="{A615D31F-0489-0629-D024-042CFF56905C}"/>
              </a:ext>
            </a:extLst>
          </p:cNvPr>
          <p:cNvPicPr>
            <a:picLocks noGrp="1" noChangeAspect="1"/>
          </p:cNvPicPr>
          <p:nvPr>
            <p:ph type="pic" sz="quarter" idx="11"/>
          </p:nvPr>
        </p:nvPicPr>
        <p:blipFill rotWithShape="1">
          <a:blip r:embed="rId2" cstate="print">
            <a:duotone>
              <a:prstClr val="black"/>
              <a:schemeClr val="accent3">
                <a:tint val="45000"/>
                <a:satMod val="400000"/>
              </a:schemeClr>
            </a:duotone>
            <a:extLst>
              <a:ext uri="{28A0092B-C50C-407E-A947-70E740481C1C}">
                <a14:useLocalDpi xmlns:a14="http://schemas.microsoft.com/office/drawing/2010/main"/>
              </a:ext>
            </a:extLst>
          </a:blip>
          <a:srcRect/>
          <a:stretch/>
        </p:blipFill>
        <p:spPr>
          <a:xfrm>
            <a:off x="6428012" y="685800"/>
            <a:ext cx="5070020" cy="5486400"/>
          </a:xfrm>
        </p:spPr>
      </p:pic>
    </p:spTree>
    <p:extLst>
      <p:ext uri="{BB962C8B-B14F-4D97-AF65-F5344CB8AC3E}">
        <p14:creationId xmlns:p14="http://schemas.microsoft.com/office/powerpoint/2010/main" val="10080375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C27C8-165C-5513-DB4B-9D840097C545}"/>
              </a:ext>
            </a:extLst>
          </p:cNvPr>
          <p:cNvSpPr>
            <a:spLocks noGrp="1"/>
          </p:cNvSpPr>
          <p:nvPr>
            <p:ph type="title"/>
          </p:nvPr>
        </p:nvSpPr>
        <p:spPr>
          <a:xfrm>
            <a:off x="838200" y="853333"/>
            <a:ext cx="4844143" cy="2792412"/>
          </a:xfrm>
          <a:noFill/>
        </p:spPr>
        <p:txBody>
          <a:bodyPr anchor="t">
            <a:noAutofit/>
          </a:bodyPr>
          <a:lstStyle/>
          <a:p>
            <a:r>
              <a:rPr lang="en-US" dirty="0"/>
              <a:t>Marketing </a:t>
            </a:r>
            <a:br>
              <a:rPr lang="en-US" dirty="0"/>
            </a:br>
            <a:r>
              <a:rPr lang="en-US" dirty="0"/>
              <a:t>strategies</a:t>
            </a:r>
          </a:p>
        </p:txBody>
      </p:sp>
      <p:sp>
        <p:nvSpPr>
          <p:cNvPr id="3" name="Content Placeholder 2">
            <a:extLst>
              <a:ext uri="{FF2B5EF4-FFF2-40B4-BE49-F238E27FC236}">
                <a16:creationId xmlns:a16="http://schemas.microsoft.com/office/drawing/2014/main" id="{FACE640F-7F5A-BDB7-205D-765FA80B6796}"/>
              </a:ext>
            </a:extLst>
          </p:cNvPr>
          <p:cNvSpPr>
            <a:spLocks noGrp="1"/>
          </p:cNvSpPr>
          <p:nvPr>
            <p:ph sz="half" idx="2"/>
          </p:nvPr>
        </p:nvSpPr>
        <p:spPr>
          <a:xfrm>
            <a:off x="838200" y="3813682"/>
            <a:ext cx="4898571" cy="2188317"/>
          </a:xfrm>
          <a:noFill/>
        </p:spPr>
        <p:txBody>
          <a:bodyPr vert="horz" lIns="91440" tIns="45720" rIns="91440" bIns="45720" rtlCol="0" anchor="b">
            <a:normAutofit/>
          </a:bodyPr>
          <a:lstStyle/>
          <a:p>
            <a:r>
              <a:rPr lang="en-US"/>
              <a:t>Implement personalized engagement strategies. Tailor campaigns to resonate with specific demographics, fostering a sense of relevance and connection. Collaborate with influencers and thought leaders to amplify our brand message.</a:t>
            </a:r>
            <a:endParaRPr lang="en-US" dirty="0"/>
          </a:p>
        </p:txBody>
      </p:sp>
      <p:pic>
        <p:nvPicPr>
          <p:cNvPr id="13" name="Online Image Placeholder 9" descr="Women in business meeting">
            <a:extLst>
              <a:ext uri="{FF2B5EF4-FFF2-40B4-BE49-F238E27FC236}">
                <a16:creationId xmlns:a16="http://schemas.microsoft.com/office/drawing/2014/main" id="{ECD12A93-CCA8-9CCE-6BD6-89C28F0822D7}"/>
              </a:ext>
            </a:extLst>
          </p:cNvPr>
          <p:cNvPicPr>
            <a:picLocks noGrp="1" noChangeAspect="1"/>
          </p:cNvPicPr>
          <p:nvPr>
            <p:ph type="pic" sz="quarter" idx="11"/>
          </p:nvPr>
        </p:nvPicPr>
        <p:blipFill>
          <a:blip r:embed="rId2" cstate="print">
            <a:duotone>
              <a:schemeClr val="accent3">
                <a:shade val="45000"/>
                <a:satMod val="135000"/>
              </a:schemeClr>
              <a:prstClr val="white"/>
            </a:duotone>
            <a:extLst>
              <a:ext uri="{28A0092B-C50C-407E-A947-70E740481C1C}">
                <a14:useLocalDpi xmlns:a14="http://schemas.microsoft.com/office/drawing/2010/main"/>
              </a:ext>
            </a:extLst>
          </a:blip>
          <a:srcRect/>
          <a:stretch/>
        </p:blipFill>
        <p:spPr>
          <a:xfrm>
            <a:off x="6428012" y="685800"/>
            <a:ext cx="5070020" cy="5486400"/>
          </a:xfrm>
        </p:spPr>
      </p:pic>
    </p:spTree>
    <p:extLst>
      <p:ext uri="{BB962C8B-B14F-4D97-AF65-F5344CB8AC3E}">
        <p14:creationId xmlns:p14="http://schemas.microsoft.com/office/powerpoint/2010/main" val="7296091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AC361-0D7A-DC05-86B5-6DD77D322F5B}"/>
              </a:ext>
            </a:extLst>
          </p:cNvPr>
          <p:cNvSpPr>
            <a:spLocks noGrp="1"/>
          </p:cNvSpPr>
          <p:nvPr>
            <p:ph type="title"/>
          </p:nvPr>
        </p:nvSpPr>
        <p:spPr>
          <a:xfrm>
            <a:off x="838200" y="853333"/>
            <a:ext cx="4844143" cy="2792412"/>
          </a:xfrm>
          <a:noFill/>
        </p:spPr>
        <p:txBody>
          <a:bodyPr anchor="t">
            <a:noAutofit/>
          </a:bodyPr>
          <a:lstStyle/>
          <a:p>
            <a:r>
              <a:rPr lang="en-US" dirty="0"/>
              <a:t>Financial </a:t>
            </a:r>
            <a:br>
              <a:rPr lang="en-US" dirty="0"/>
            </a:br>
            <a:r>
              <a:rPr lang="en-US" dirty="0"/>
              <a:t>overview</a:t>
            </a:r>
          </a:p>
        </p:txBody>
      </p:sp>
      <p:sp>
        <p:nvSpPr>
          <p:cNvPr id="4" name="Content Placeholder 3">
            <a:extLst>
              <a:ext uri="{FF2B5EF4-FFF2-40B4-BE49-F238E27FC236}">
                <a16:creationId xmlns:a16="http://schemas.microsoft.com/office/drawing/2014/main" id="{D97126AE-AE4A-97A5-21F5-E5ACF7E0605F}"/>
              </a:ext>
            </a:extLst>
          </p:cNvPr>
          <p:cNvSpPr>
            <a:spLocks noGrp="1"/>
          </p:cNvSpPr>
          <p:nvPr>
            <p:ph sz="half" idx="2"/>
          </p:nvPr>
        </p:nvSpPr>
        <p:spPr>
          <a:xfrm>
            <a:off x="838200" y="3813682"/>
            <a:ext cx="4898571" cy="2188317"/>
          </a:xfrm>
          <a:noFill/>
        </p:spPr>
        <p:txBody>
          <a:bodyPr vert="horz" lIns="91440" tIns="45720" rIns="91440" bIns="45720" rtlCol="0" anchor="t">
            <a:normAutofit lnSpcReduction="10000"/>
          </a:bodyPr>
          <a:lstStyle/>
          <a:p>
            <a:r>
              <a:rPr lang="en-US" dirty="0"/>
              <a:t>This underscores our commitment to financial stability, positioning us for sustained growth. </a:t>
            </a:r>
          </a:p>
          <a:p>
            <a:r>
              <a:rPr lang="en-US" dirty="0"/>
              <a:t>Key indicators show consistent revenue growth over the past quarter, attributed to strategic cost management and successful marketing.</a:t>
            </a:r>
          </a:p>
          <a:p>
            <a:endParaRPr lang="en-US" dirty="0"/>
          </a:p>
        </p:txBody>
      </p:sp>
      <p:sp>
        <p:nvSpPr>
          <p:cNvPr id="3" name="Content Placeholder 2">
            <a:extLst>
              <a:ext uri="{FF2B5EF4-FFF2-40B4-BE49-F238E27FC236}">
                <a16:creationId xmlns:a16="http://schemas.microsoft.com/office/drawing/2014/main" id="{1BE98EFF-197D-3136-70B9-7BBD30A48931}"/>
              </a:ext>
            </a:extLst>
          </p:cNvPr>
          <p:cNvSpPr>
            <a:spLocks noGrp="1"/>
          </p:cNvSpPr>
          <p:nvPr>
            <p:ph sz="half" idx="13"/>
          </p:nvPr>
        </p:nvSpPr>
        <p:spPr>
          <a:xfrm>
            <a:off x="6455228" y="853334"/>
            <a:ext cx="4898571" cy="5151334"/>
          </a:xfrm>
          <a:noFill/>
        </p:spPr>
        <p:txBody>
          <a:bodyPr vert="horz" lIns="91440" tIns="45720" rIns="91440" bIns="45720" rtlCol="0" anchor="t">
            <a:normAutofit/>
          </a:bodyPr>
          <a:lstStyle/>
          <a:p>
            <a:r>
              <a:rPr lang="en-US" dirty="0"/>
              <a:t>Operating margins have improved, signaling operational efficiency, while strengthening our reserves.</a:t>
            </a:r>
          </a:p>
          <a:p>
            <a:r>
              <a:rPr lang="en-US" dirty="0"/>
              <a:t>This underscores our commitment to financial stability, positioning us for sustained growth. </a:t>
            </a:r>
          </a:p>
        </p:txBody>
      </p:sp>
    </p:spTree>
    <p:extLst>
      <p:ext uri="{BB962C8B-B14F-4D97-AF65-F5344CB8AC3E}">
        <p14:creationId xmlns:p14="http://schemas.microsoft.com/office/powerpoint/2010/main" val="12108021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45968-70F7-0180-6448-3547E442EF4A}"/>
              </a:ext>
            </a:extLst>
          </p:cNvPr>
          <p:cNvSpPr>
            <a:spLocks noGrp="1"/>
          </p:cNvSpPr>
          <p:nvPr>
            <p:ph type="title"/>
          </p:nvPr>
        </p:nvSpPr>
        <p:spPr>
          <a:xfrm>
            <a:off x="838200" y="853333"/>
            <a:ext cx="4844143" cy="2792412"/>
          </a:xfrm>
          <a:noFill/>
        </p:spPr>
        <p:txBody>
          <a:bodyPr anchor="t">
            <a:noAutofit/>
          </a:bodyPr>
          <a:lstStyle/>
          <a:p>
            <a:r>
              <a:rPr lang="en-US" dirty="0"/>
              <a:t>Quarterly </a:t>
            </a:r>
            <a:br>
              <a:rPr lang="en-US" dirty="0"/>
            </a:br>
            <a:r>
              <a:rPr lang="en-US" dirty="0"/>
              <a:t>targets</a:t>
            </a:r>
          </a:p>
        </p:txBody>
      </p:sp>
      <p:sp>
        <p:nvSpPr>
          <p:cNvPr id="8" name="Content Placeholder 7">
            <a:extLst>
              <a:ext uri="{FF2B5EF4-FFF2-40B4-BE49-F238E27FC236}">
                <a16:creationId xmlns:a16="http://schemas.microsoft.com/office/drawing/2014/main" id="{215CE58D-2739-522B-7C3A-6A7C985360C0}"/>
              </a:ext>
            </a:extLst>
          </p:cNvPr>
          <p:cNvSpPr>
            <a:spLocks noGrp="1"/>
          </p:cNvSpPr>
          <p:nvPr>
            <p:ph sz="quarter" idx="13"/>
          </p:nvPr>
        </p:nvSpPr>
        <p:spPr>
          <a:xfrm>
            <a:off x="837521" y="3880757"/>
            <a:ext cx="4844142" cy="2123168"/>
          </a:xfrm>
          <a:noFill/>
        </p:spPr>
        <p:txBody>
          <a:bodyPr vert="horz" lIns="91440" tIns="45720" rIns="91440" bIns="45720" rtlCol="0" anchor="t">
            <a:normAutofit/>
          </a:bodyPr>
          <a:lstStyle/>
          <a:p>
            <a:r>
              <a:rPr lang="en-US" dirty="0"/>
              <a:t>Market expansion</a:t>
            </a:r>
          </a:p>
          <a:p>
            <a:r>
              <a:rPr lang="en-US" dirty="0"/>
              <a:t>Product innovation</a:t>
            </a:r>
          </a:p>
          <a:p>
            <a:r>
              <a:rPr lang="en-US" dirty="0"/>
              <a:t>Customer retention</a:t>
            </a:r>
          </a:p>
          <a:p>
            <a:r>
              <a:rPr lang="en-US" dirty="0"/>
              <a:t>Operational efficiency</a:t>
            </a:r>
          </a:p>
        </p:txBody>
      </p:sp>
      <p:graphicFrame>
        <p:nvGraphicFramePr>
          <p:cNvPr id="16" name="Table Placeholder 2">
            <a:extLst>
              <a:ext uri="{FF2B5EF4-FFF2-40B4-BE49-F238E27FC236}">
                <a16:creationId xmlns:a16="http://schemas.microsoft.com/office/drawing/2014/main" id="{1469BF76-5E71-DF2A-4804-7A26E9D95C80}"/>
              </a:ext>
            </a:extLst>
          </p:cNvPr>
          <p:cNvGraphicFramePr>
            <a:graphicFrameLocks noGrp="1"/>
          </p:cNvGraphicFramePr>
          <p:nvPr>
            <p:ph sz="quarter" idx="16"/>
            <p:extLst>
              <p:ext uri="{D42A27DB-BD31-4B8C-83A1-F6EECF244321}">
                <p14:modId xmlns:p14="http://schemas.microsoft.com/office/powerpoint/2010/main" val="323030375"/>
              </p:ext>
            </p:extLst>
          </p:nvPr>
        </p:nvGraphicFramePr>
        <p:xfrm>
          <a:off x="6510338" y="850900"/>
          <a:ext cx="4843460" cy="5149850"/>
        </p:xfrm>
        <a:graphic>
          <a:graphicData uri="http://schemas.openxmlformats.org/drawingml/2006/table">
            <a:tbl>
              <a:tblPr firstRow="1" bandRow="1">
                <a:tableStyleId>{8799B23B-EC83-4686-B30A-512413B5E67A}</a:tableStyleId>
              </a:tblPr>
              <a:tblGrid>
                <a:gridCol w="1210865">
                  <a:extLst>
                    <a:ext uri="{9D8B030D-6E8A-4147-A177-3AD203B41FA5}">
                      <a16:colId xmlns:a16="http://schemas.microsoft.com/office/drawing/2014/main" val="30750867"/>
                    </a:ext>
                  </a:extLst>
                </a:gridCol>
                <a:gridCol w="1210865">
                  <a:extLst>
                    <a:ext uri="{9D8B030D-6E8A-4147-A177-3AD203B41FA5}">
                      <a16:colId xmlns:a16="http://schemas.microsoft.com/office/drawing/2014/main" val="1038941322"/>
                    </a:ext>
                  </a:extLst>
                </a:gridCol>
                <a:gridCol w="1210865">
                  <a:extLst>
                    <a:ext uri="{9D8B030D-6E8A-4147-A177-3AD203B41FA5}">
                      <a16:colId xmlns:a16="http://schemas.microsoft.com/office/drawing/2014/main" val="529645500"/>
                    </a:ext>
                  </a:extLst>
                </a:gridCol>
                <a:gridCol w="1210865">
                  <a:extLst>
                    <a:ext uri="{9D8B030D-6E8A-4147-A177-3AD203B41FA5}">
                      <a16:colId xmlns:a16="http://schemas.microsoft.com/office/drawing/2014/main" val="3469610457"/>
                    </a:ext>
                  </a:extLst>
                </a:gridCol>
              </a:tblGrid>
              <a:tr h="1029970">
                <a:tc>
                  <a:txBody>
                    <a:bodyPr/>
                    <a:lstStyle/>
                    <a:p>
                      <a:pPr algn="ctr"/>
                      <a:r>
                        <a:rPr lang="en-US" sz="1400" dirty="0">
                          <a:solidFill>
                            <a:sysClr val="windowText" lastClr="000000"/>
                          </a:solidFill>
                          <a:latin typeface="Yu Gothic UI Semilight" panose="020B0400000000000000" pitchFamily="34" charset="-128"/>
                        </a:rPr>
                        <a:t>Quarter</a:t>
                      </a:r>
                    </a:p>
                  </a:txBody>
                  <a:tcPr anchor="ctr"/>
                </a:tc>
                <a:tc>
                  <a:txBody>
                    <a:bodyPr/>
                    <a:lstStyle/>
                    <a:p>
                      <a:pPr algn="ctr"/>
                      <a:r>
                        <a:rPr lang="en-US" sz="1400" dirty="0">
                          <a:solidFill>
                            <a:sysClr val="windowText" lastClr="000000"/>
                          </a:solidFill>
                          <a:latin typeface="Yu Gothic UI Semilight" panose="020B0400000000000000" pitchFamily="34" charset="-128"/>
                        </a:rPr>
                        <a:t>Revenue </a:t>
                      </a:r>
                      <a:br>
                        <a:rPr lang="en-US" sz="1400" dirty="0">
                          <a:solidFill>
                            <a:sysClr val="windowText" lastClr="000000"/>
                          </a:solidFill>
                          <a:latin typeface="Yu Gothic UI Semilight" panose="020B0400000000000000" pitchFamily="34" charset="-128"/>
                        </a:rPr>
                      </a:br>
                      <a:r>
                        <a:rPr lang="en-US" sz="1400" dirty="0">
                          <a:solidFill>
                            <a:sysClr val="windowText" lastClr="000000"/>
                          </a:solidFill>
                          <a:latin typeface="Yu Gothic UI Semilight" panose="020B0400000000000000" pitchFamily="34" charset="-128"/>
                        </a:rPr>
                        <a:t>growth (%)</a:t>
                      </a:r>
                    </a:p>
                  </a:txBody>
                  <a:tcPr anchor="ctr"/>
                </a:tc>
                <a:tc>
                  <a:txBody>
                    <a:bodyPr/>
                    <a:lstStyle/>
                    <a:p>
                      <a:pPr algn="ctr"/>
                      <a:r>
                        <a:rPr lang="en-US" sz="1400" dirty="0">
                          <a:solidFill>
                            <a:sysClr val="windowText" lastClr="000000"/>
                          </a:solidFill>
                          <a:latin typeface="Yu Gothic UI Semilight" panose="020B0400000000000000" pitchFamily="34" charset="-128"/>
                        </a:rPr>
                        <a:t>Market share increase (%)</a:t>
                      </a:r>
                    </a:p>
                  </a:txBody>
                  <a:tcPr anchor="ctr"/>
                </a:tc>
                <a:tc>
                  <a:txBody>
                    <a:bodyPr/>
                    <a:lstStyle/>
                    <a:p>
                      <a:pPr algn="ctr"/>
                      <a:r>
                        <a:rPr lang="en-US" sz="1400" dirty="0">
                          <a:solidFill>
                            <a:sysClr val="windowText" lastClr="000000"/>
                          </a:solidFill>
                          <a:latin typeface="Yu Gothic UI Semilight" panose="020B0400000000000000" pitchFamily="34" charset="-128"/>
                        </a:rPr>
                        <a:t>Customer acquisition</a:t>
                      </a:r>
                    </a:p>
                  </a:txBody>
                  <a:tcPr anchor="ctr"/>
                </a:tc>
                <a:extLst>
                  <a:ext uri="{0D108BD9-81ED-4DB2-BD59-A6C34878D82A}">
                    <a16:rowId xmlns:a16="http://schemas.microsoft.com/office/drawing/2014/main" val="4251432886"/>
                  </a:ext>
                </a:extLst>
              </a:tr>
              <a:tr h="1029970">
                <a:tc>
                  <a:txBody>
                    <a:bodyPr/>
                    <a:lstStyle/>
                    <a:p>
                      <a:pPr algn="ctr"/>
                      <a:r>
                        <a:rPr lang="en-US" sz="1400" dirty="0">
                          <a:solidFill>
                            <a:sysClr val="windowText" lastClr="000000"/>
                          </a:solidFill>
                          <a:latin typeface="Yu Gothic UI Semilight" panose="020B0400000000000000" pitchFamily="34" charset="-128"/>
                        </a:rPr>
                        <a:t>Q1</a:t>
                      </a:r>
                    </a:p>
                  </a:txBody>
                  <a:tcPr anchor="ctr"/>
                </a:tc>
                <a:tc>
                  <a:txBody>
                    <a:bodyPr/>
                    <a:lstStyle/>
                    <a:p>
                      <a:pPr algn="ctr"/>
                      <a:r>
                        <a:rPr lang="en-US" sz="1400" dirty="0">
                          <a:solidFill>
                            <a:sysClr val="windowText" lastClr="000000"/>
                          </a:solidFill>
                          <a:latin typeface="Yu Gothic UI Semilight" panose="020B0400000000000000" pitchFamily="34" charset="-128"/>
                        </a:rPr>
                        <a:t>12</a:t>
                      </a:r>
                    </a:p>
                  </a:txBody>
                  <a:tcPr anchor="ctr"/>
                </a:tc>
                <a:tc>
                  <a:txBody>
                    <a:bodyPr/>
                    <a:lstStyle/>
                    <a:p>
                      <a:pPr algn="ctr"/>
                      <a:r>
                        <a:rPr lang="en-US" sz="1400" dirty="0">
                          <a:solidFill>
                            <a:sysClr val="windowText" lastClr="000000"/>
                          </a:solidFill>
                          <a:latin typeface="Yu Gothic UI Semilight" panose="020B0400000000000000" pitchFamily="34" charset="-128"/>
                        </a:rPr>
                        <a:t>2</a:t>
                      </a:r>
                    </a:p>
                  </a:txBody>
                  <a:tcPr anchor="ctr"/>
                </a:tc>
                <a:tc>
                  <a:txBody>
                    <a:bodyPr/>
                    <a:lstStyle/>
                    <a:p>
                      <a:pPr algn="ctr"/>
                      <a:r>
                        <a:rPr lang="en-US" sz="1400" dirty="0">
                          <a:solidFill>
                            <a:sysClr val="windowText" lastClr="000000"/>
                          </a:solidFill>
                          <a:latin typeface="Yu Gothic UI Semilight" panose="020B0400000000000000" pitchFamily="34" charset="-128"/>
                        </a:rPr>
                        <a:t>500</a:t>
                      </a:r>
                    </a:p>
                  </a:txBody>
                  <a:tcPr anchor="ctr"/>
                </a:tc>
                <a:extLst>
                  <a:ext uri="{0D108BD9-81ED-4DB2-BD59-A6C34878D82A}">
                    <a16:rowId xmlns:a16="http://schemas.microsoft.com/office/drawing/2014/main" val="360240625"/>
                  </a:ext>
                </a:extLst>
              </a:tr>
              <a:tr h="1029970">
                <a:tc>
                  <a:txBody>
                    <a:bodyPr/>
                    <a:lstStyle/>
                    <a:p>
                      <a:pPr algn="ctr"/>
                      <a:r>
                        <a:rPr lang="en-US" sz="1400" dirty="0">
                          <a:solidFill>
                            <a:sysClr val="windowText" lastClr="000000"/>
                          </a:solidFill>
                          <a:latin typeface="Yu Gothic UI Semilight" panose="020B0400000000000000" pitchFamily="34" charset="-128"/>
                        </a:rPr>
                        <a:t>Q2</a:t>
                      </a:r>
                    </a:p>
                  </a:txBody>
                  <a:tcPr anchor="ctr"/>
                </a:tc>
                <a:tc>
                  <a:txBody>
                    <a:bodyPr/>
                    <a:lstStyle/>
                    <a:p>
                      <a:pPr algn="ctr"/>
                      <a:r>
                        <a:rPr lang="en-US" sz="1400" dirty="0">
                          <a:solidFill>
                            <a:sysClr val="windowText" lastClr="000000"/>
                          </a:solidFill>
                          <a:latin typeface="Yu Gothic UI Semilight" panose="020B0400000000000000" pitchFamily="34" charset="-128"/>
                        </a:rPr>
                        <a:t>15</a:t>
                      </a:r>
                    </a:p>
                  </a:txBody>
                  <a:tcPr anchor="ctr"/>
                </a:tc>
                <a:tc>
                  <a:txBody>
                    <a:bodyPr/>
                    <a:lstStyle/>
                    <a:p>
                      <a:pPr algn="ctr"/>
                      <a:r>
                        <a:rPr lang="en-US" sz="1400" dirty="0">
                          <a:solidFill>
                            <a:sysClr val="windowText" lastClr="000000"/>
                          </a:solidFill>
                          <a:latin typeface="Yu Gothic UI Semilight" panose="020B0400000000000000" pitchFamily="34" charset="-128"/>
                        </a:rPr>
                        <a:t>3</a:t>
                      </a:r>
                    </a:p>
                  </a:txBody>
                  <a:tcPr anchor="ctr"/>
                </a:tc>
                <a:tc>
                  <a:txBody>
                    <a:bodyPr/>
                    <a:lstStyle/>
                    <a:p>
                      <a:pPr algn="ctr"/>
                      <a:r>
                        <a:rPr lang="en-US" sz="1400" dirty="0">
                          <a:solidFill>
                            <a:sysClr val="windowText" lastClr="000000"/>
                          </a:solidFill>
                          <a:latin typeface="Yu Gothic UI Semilight" panose="020B0400000000000000" pitchFamily="34" charset="-128"/>
                        </a:rPr>
                        <a:t>600</a:t>
                      </a:r>
                    </a:p>
                  </a:txBody>
                  <a:tcPr anchor="ctr"/>
                </a:tc>
                <a:extLst>
                  <a:ext uri="{0D108BD9-81ED-4DB2-BD59-A6C34878D82A}">
                    <a16:rowId xmlns:a16="http://schemas.microsoft.com/office/drawing/2014/main" val="2762393470"/>
                  </a:ext>
                </a:extLst>
              </a:tr>
              <a:tr h="1029970">
                <a:tc>
                  <a:txBody>
                    <a:bodyPr/>
                    <a:lstStyle/>
                    <a:p>
                      <a:pPr algn="ctr"/>
                      <a:r>
                        <a:rPr lang="en-US" sz="1400" dirty="0">
                          <a:solidFill>
                            <a:sysClr val="windowText" lastClr="000000"/>
                          </a:solidFill>
                          <a:latin typeface="Yu Gothic UI Semilight" panose="020B0400000000000000" pitchFamily="34" charset="-128"/>
                        </a:rPr>
                        <a:t>Q3</a:t>
                      </a:r>
                    </a:p>
                  </a:txBody>
                  <a:tcPr anchor="ctr"/>
                </a:tc>
                <a:tc>
                  <a:txBody>
                    <a:bodyPr/>
                    <a:lstStyle/>
                    <a:p>
                      <a:pPr algn="ctr"/>
                      <a:r>
                        <a:rPr lang="en-US" sz="1400" dirty="0">
                          <a:solidFill>
                            <a:sysClr val="windowText" lastClr="000000"/>
                          </a:solidFill>
                          <a:latin typeface="Yu Gothic UI Semilight" panose="020B0400000000000000" pitchFamily="34" charset="-128"/>
                        </a:rPr>
                        <a:t>18</a:t>
                      </a:r>
                    </a:p>
                  </a:txBody>
                  <a:tcPr anchor="ctr"/>
                </a:tc>
                <a:tc>
                  <a:txBody>
                    <a:bodyPr/>
                    <a:lstStyle/>
                    <a:p>
                      <a:pPr algn="ctr"/>
                      <a:r>
                        <a:rPr lang="en-US" sz="1400" dirty="0">
                          <a:solidFill>
                            <a:sysClr val="windowText" lastClr="000000"/>
                          </a:solidFill>
                          <a:latin typeface="Yu Gothic UI Semilight" panose="020B0400000000000000" pitchFamily="34" charset="-128"/>
                        </a:rPr>
                        <a:t>4</a:t>
                      </a:r>
                    </a:p>
                  </a:txBody>
                  <a:tcPr anchor="ctr"/>
                </a:tc>
                <a:tc>
                  <a:txBody>
                    <a:bodyPr/>
                    <a:lstStyle/>
                    <a:p>
                      <a:pPr algn="ctr"/>
                      <a:r>
                        <a:rPr lang="en-US" sz="1400" dirty="0">
                          <a:solidFill>
                            <a:sysClr val="windowText" lastClr="000000"/>
                          </a:solidFill>
                          <a:latin typeface="Yu Gothic UI Semilight" panose="020B0400000000000000" pitchFamily="34" charset="-128"/>
                        </a:rPr>
                        <a:t>700</a:t>
                      </a:r>
                    </a:p>
                  </a:txBody>
                  <a:tcPr anchor="ctr"/>
                </a:tc>
                <a:extLst>
                  <a:ext uri="{0D108BD9-81ED-4DB2-BD59-A6C34878D82A}">
                    <a16:rowId xmlns:a16="http://schemas.microsoft.com/office/drawing/2014/main" val="1311364400"/>
                  </a:ext>
                </a:extLst>
              </a:tr>
              <a:tr h="1029970">
                <a:tc>
                  <a:txBody>
                    <a:bodyPr/>
                    <a:lstStyle/>
                    <a:p>
                      <a:pPr algn="ctr"/>
                      <a:r>
                        <a:rPr lang="en-US" sz="1400" dirty="0">
                          <a:solidFill>
                            <a:sysClr val="windowText" lastClr="000000"/>
                          </a:solidFill>
                          <a:latin typeface="Yu Gothic UI Semilight" panose="020B0400000000000000" pitchFamily="34" charset="-128"/>
                        </a:rPr>
                        <a:t>Q4</a:t>
                      </a:r>
                    </a:p>
                  </a:txBody>
                  <a:tcPr anchor="ctr"/>
                </a:tc>
                <a:tc>
                  <a:txBody>
                    <a:bodyPr/>
                    <a:lstStyle/>
                    <a:p>
                      <a:pPr algn="ctr"/>
                      <a:r>
                        <a:rPr lang="en-US" sz="1400" dirty="0">
                          <a:solidFill>
                            <a:sysClr val="windowText" lastClr="000000"/>
                          </a:solidFill>
                          <a:latin typeface="Yu Gothic UI Semilight" panose="020B0400000000000000" pitchFamily="34" charset="-128"/>
                        </a:rPr>
                        <a:t>20</a:t>
                      </a:r>
                    </a:p>
                  </a:txBody>
                  <a:tcPr anchor="ctr"/>
                </a:tc>
                <a:tc>
                  <a:txBody>
                    <a:bodyPr/>
                    <a:lstStyle/>
                    <a:p>
                      <a:pPr algn="ctr"/>
                      <a:r>
                        <a:rPr lang="en-US" sz="1400" dirty="0">
                          <a:solidFill>
                            <a:sysClr val="windowText" lastClr="000000"/>
                          </a:solidFill>
                          <a:latin typeface="Yu Gothic UI Semilight" panose="020B0400000000000000" pitchFamily="34" charset="-128"/>
                        </a:rPr>
                        <a:t>5</a:t>
                      </a:r>
                    </a:p>
                  </a:txBody>
                  <a:tcPr anchor="ctr"/>
                </a:tc>
                <a:tc>
                  <a:txBody>
                    <a:bodyPr/>
                    <a:lstStyle/>
                    <a:p>
                      <a:pPr algn="ctr"/>
                      <a:r>
                        <a:rPr lang="en-US" sz="1400" dirty="0">
                          <a:solidFill>
                            <a:sysClr val="windowText" lastClr="000000"/>
                          </a:solidFill>
                          <a:latin typeface="Yu Gothic UI Semilight" panose="020B0400000000000000" pitchFamily="34" charset="-128"/>
                        </a:rPr>
                        <a:t>800</a:t>
                      </a:r>
                    </a:p>
                  </a:txBody>
                  <a:tcPr anchor="ctr"/>
                </a:tc>
                <a:extLst>
                  <a:ext uri="{0D108BD9-81ED-4DB2-BD59-A6C34878D82A}">
                    <a16:rowId xmlns:a16="http://schemas.microsoft.com/office/drawing/2014/main" val="2526263980"/>
                  </a:ext>
                </a:extLst>
              </a:tr>
            </a:tbl>
          </a:graphicData>
        </a:graphic>
      </p:graphicFrame>
    </p:spTree>
    <p:extLst>
      <p:ext uri="{BB962C8B-B14F-4D97-AF65-F5344CB8AC3E}">
        <p14:creationId xmlns:p14="http://schemas.microsoft.com/office/powerpoint/2010/main" val="42599771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C59F6-9B22-C211-4B4C-A2FD4B914C46}"/>
              </a:ext>
            </a:extLst>
          </p:cNvPr>
          <p:cNvSpPr>
            <a:spLocks noGrp="1"/>
          </p:cNvSpPr>
          <p:nvPr>
            <p:ph type="title"/>
          </p:nvPr>
        </p:nvSpPr>
        <p:spPr>
          <a:xfrm>
            <a:off x="838198" y="853335"/>
            <a:ext cx="10515602" cy="1377184"/>
          </a:xfrm>
          <a:noFill/>
        </p:spPr>
        <p:txBody>
          <a:bodyPr>
            <a:noAutofit/>
          </a:bodyPr>
          <a:lstStyle/>
          <a:p>
            <a:r>
              <a:rPr lang="en-US" dirty="0"/>
              <a:t>Financial </a:t>
            </a:r>
            <a:br>
              <a:rPr lang="en-US" dirty="0"/>
            </a:br>
            <a:r>
              <a:rPr lang="en-US" dirty="0"/>
              <a:t>snapshot</a:t>
            </a:r>
          </a:p>
        </p:txBody>
      </p:sp>
      <p:graphicFrame>
        <p:nvGraphicFramePr>
          <p:cNvPr id="8" name="Table Placeholder 3">
            <a:extLst>
              <a:ext uri="{FF2B5EF4-FFF2-40B4-BE49-F238E27FC236}">
                <a16:creationId xmlns:a16="http://schemas.microsoft.com/office/drawing/2014/main" id="{6CB67956-A6C3-FCDF-EC78-F79D90449E96}"/>
              </a:ext>
            </a:extLst>
          </p:cNvPr>
          <p:cNvGraphicFramePr>
            <a:graphicFrameLocks noGrp="1"/>
          </p:cNvGraphicFramePr>
          <p:nvPr>
            <p:ph sz="quarter" idx="14"/>
            <p:extLst>
              <p:ext uri="{D42A27DB-BD31-4B8C-83A1-F6EECF244321}">
                <p14:modId xmlns:p14="http://schemas.microsoft.com/office/powerpoint/2010/main" val="3883545762"/>
              </p:ext>
            </p:extLst>
          </p:nvPr>
        </p:nvGraphicFramePr>
        <p:xfrm>
          <a:off x="838200" y="2651125"/>
          <a:ext cx="10515600" cy="3246120"/>
        </p:xfrm>
        <a:graphic>
          <a:graphicData uri="http://schemas.openxmlformats.org/drawingml/2006/table">
            <a:tbl>
              <a:tblPr firstRow="1" bandRow="1">
                <a:tableStyleId>{8799B23B-EC83-4686-B30A-512413B5E67A}</a:tableStyleId>
              </a:tblPr>
              <a:tblGrid>
                <a:gridCol w="2628900">
                  <a:extLst>
                    <a:ext uri="{9D8B030D-6E8A-4147-A177-3AD203B41FA5}">
                      <a16:colId xmlns:a16="http://schemas.microsoft.com/office/drawing/2014/main" val="130956065"/>
                    </a:ext>
                  </a:extLst>
                </a:gridCol>
                <a:gridCol w="2628900">
                  <a:extLst>
                    <a:ext uri="{9D8B030D-6E8A-4147-A177-3AD203B41FA5}">
                      <a16:colId xmlns:a16="http://schemas.microsoft.com/office/drawing/2014/main" val="2749965458"/>
                    </a:ext>
                  </a:extLst>
                </a:gridCol>
                <a:gridCol w="2628900">
                  <a:extLst>
                    <a:ext uri="{9D8B030D-6E8A-4147-A177-3AD203B41FA5}">
                      <a16:colId xmlns:a16="http://schemas.microsoft.com/office/drawing/2014/main" val="2116711163"/>
                    </a:ext>
                  </a:extLst>
                </a:gridCol>
                <a:gridCol w="2628900">
                  <a:extLst>
                    <a:ext uri="{9D8B030D-6E8A-4147-A177-3AD203B41FA5}">
                      <a16:colId xmlns:a16="http://schemas.microsoft.com/office/drawing/2014/main" val="1186885001"/>
                    </a:ext>
                  </a:extLst>
                </a:gridCol>
              </a:tblGrid>
              <a:tr h="541020">
                <a:tc>
                  <a:txBody>
                    <a:bodyPr/>
                    <a:lstStyle/>
                    <a:p>
                      <a:pPr algn="ctr"/>
                      <a:r>
                        <a:rPr lang="en-US" sz="1400" b="1" dirty="0">
                          <a:solidFill>
                            <a:sysClr val="windowText" lastClr="000000"/>
                          </a:solidFill>
                          <a:latin typeface="Yu Gothic UI Semilight" panose="020B0400000000000000" pitchFamily="34" charset="-128"/>
                        </a:rPr>
                        <a:t>Metric</a:t>
                      </a:r>
                    </a:p>
                  </a:txBody>
                  <a:tcPr anchor="ctr"/>
                </a:tc>
                <a:tc>
                  <a:txBody>
                    <a:bodyPr/>
                    <a:lstStyle/>
                    <a:p>
                      <a:pPr algn="ctr"/>
                      <a:r>
                        <a:rPr lang="en-US" sz="1400" b="1" dirty="0">
                          <a:solidFill>
                            <a:sysClr val="windowText" lastClr="000000"/>
                          </a:solidFill>
                          <a:latin typeface="Yu Gothic UI Semilight" panose="020B0400000000000000" pitchFamily="34" charset="-128"/>
                        </a:rPr>
                        <a:t>Current value</a:t>
                      </a:r>
                    </a:p>
                  </a:txBody>
                  <a:tcPr anchor="ctr"/>
                </a:tc>
                <a:tc>
                  <a:txBody>
                    <a:bodyPr/>
                    <a:lstStyle/>
                    <a:p>
                      <a:pPr algn="ctr"/>
                      <a:r>
                        <a:rPr lang="en-US" sz="1400" b="1" dirty="0">
                          <a:solidFill>
                            <a:sysClr val="windowText" lastClr="000000"/>
                          </a:solidFill>
                          <a:latin typeface="Yu Gothic UI Semilight" panose="020B0400000000000000" pitchFamily="34" charset="-128"/>
                        </a:rPr>
                        <a:t>Previous quarter</a:t>
                      </a:r>
                    </a:p>
                  </a:txBody>
                  <a:tcPr anchor="ctr"/>
                </a:tc>
                <a:tc>
                  <a:txBody>
                    <a:bodyPr/>
                    <a:lstStyle/>
                    <a:p>
                      <a:pPr algn="ctr"/>
                      <a:r>
                        <a:rPr lang="en-US" sz="1400" b="1" dirty="0">
                          <a:solidFill>
                            <a:sysClr val="windowText" lastClr="000000"/>
                          </a:solidFill>
                          <a:latin typeface="Yu Gothic UI Semilight" panose="020B0400000000000000" pitchFamily="34" charset="-128"/>
                        </a:rPr>
                        <a:t>Change (%)</a:t>
                      </a:r>
                    </a:p>
                  </a:txBody>
                  <a:tcPr anchor="ctr"/>
                </a:tc>
                <a:extLst>
                  <a:ext uri="{0D108BD9-81ED-4DB2-BD59-A6C34878D82A}">
                    <a16:rowId xmlns:a16="http://schemas.microsoft.com/office/drawing/2014/main" val="3741017008"/>
                  </a:ext>
                </a:extLst>
              </a:tr>
              <a:tr h="541020">
                <a:tc>
                  <a:txBody>
                    <a:bodyPr/>
                    <a:lstStyle/>
                    <a:p>
                      <a:pPr algn="ctr"/>
                      <a:r>
                        <a:rPr lang="en-US" sz="1400" dirty="0">
                          <a:solidFill>
                            <a:sysClr val="windowText" lastClr="000000"/>
                          </a:solidFill>
                          <a:latin typeface="Yu Gothic UI Semilight" panose="020B0400000000000000" pitchFamily="34" charset="-128"/>
                        </a:rPr>
                        <a:t>Revenue</a:t>
                      </a:r>
                    </a:p>
                  </a:txBody>
                  <a:tcPr anchor="ctr"/>
                </a:tc>
                <a:tc>
                  <a:txBody>
                    <a:bodyPr/>
                    <a:lstStyle/>
                    <a:p>
                      <a:pPr algn="ctr"/>
                      <a:r>
                        <a:rPr lang="en-US" sz="1400" dirty="0">
                          <a:solidFill>
                            <a:sysClr val="windowText" lastClr="000000"/>
                          </a:solidFill>
                          <a:latin typeface="Yu Gothic UI Semilight" panose="020B0400000000000000" pitchFamily="34" charset="-128"/>
                        </a:rPr>
                        <a:t>$2,500,000</a:t>
                      </a:r>
                    </a:p>
                  </a:txBody>
                  <a:tcPr anchor="ctr"/>
                </a:tc>
                <a:tc>
                  <a:txBody>
                    <a:bodyPr/>
                    <a:lstStyle/>
                    <a:p>
                      <a:pPr algn="ctr"/>
                      <a:r>
                        <a:rPr lang="en-US" sz="1400" dirty="0">
                          <a:solidFill>
                            <a:sysClr val="windowText" lastClr="000000"/>
                          </a:solidFill>
                          <a:latin typeface="Yu Gothic UI Semilight" panose="020B0400000000000000" pitchFamily="34" charset="-128"/>
                        </a:rPr>
                        <a:t>$2,200,000</a:t>
                      </a:r>
                    </a:p>
                  </a:txBody>
                  <a:tcPr anchor="ctr"/>
                </a:tc>
                <a:tc>
                  <a:txBody>
                    <a:bodyPr/>
                    <a:lstStyle/>
                    <a:p>
                      <a:pPr algn="ctr"/>
                      <a:r>
                        <a:rPr lang="en-US" sz="1400" dirty="0">
                          <a:solidFill>
                            <a:sysClr val="windowText" lastClr="000000"/>
                          </a:solidFill>
                          <a:latin typeface="Yu Gothic UI Semilight" panose="020B0400000000000000" pitchFamily="34" charset="-128"/>
                        </a:rPr>
                        <a:t>+14%</a:t>
                      </a:r>
                    </a:p>
                  </a:txBody>
                  <a:tcPr anchor="ctr"/>
                </a:tc>
                <a:extLst>
                  <a:ext uri="{0D108BD9-81ED-4DB2-BD59-A6C34878D82A}">
                    <a16:rowId xmlns:a16="http://schemas.microsoft.com/office/drawing/2014/main" val="511888340"/>
                  </a:ext>
                </a:extLst>
              </a:tr>
              <a:tr h="541020">
                <a:tc>
                  <a:txBody>
                    <a:bodyPr/>
                    <a:lstStyle/>
                    <a:p>
                      <a:pPr algn="ctr"/>
                      <a:r>
                        <a:rPr lang="en-US" sz="1400" dirty="0">
                          <a:solidFill>
                            <a:sysClr val="windowText" lastClr="000000"/>
                          </a:solidFill>
                          <a:latin typeface="Yu Gothic UI Semilight" panose="020B0400000000000000" pitchFamily="34" charset="-128"/>
                        </a:rPr>
                        <a:t>Operating expenses</a:t>
                      </a:r>
                    </a:p>
                  </a:txBody>
                  <a:tcPr anchor="ctr"/>
                </a:tc>
                <a:tc>
                  <a:txBody>
                    <a:bodyPr/>
                    <a:lstStyle/>
                    <a:p>
                      <a:pPr algn="ctr"/>
                      <a:r>
                        <a:rPr lang="en-US" sz="1400" dirty="0">
                          <a:solidFill>
                            <a:sysClr val="windowText" lastClr="000000"/>
                          </a:solidFill>
                          <a:latin typeface="Yu Gothic UI Semilight" panose="020B0400000000000000" pitchFamily="34" charset="-128"/>
                        </a:rPr>
                        <a:t>$1,200,000</a:t>
                      </a:r>
                    </a:p>
                  </a:txBody>
                  <a:tcPr anchor="ctr"/>
                </a:tc>
                <a:tc>
                  <a:txBody>
                    <a:bodyPr/>
                    <a:lstStyle/>
                    <a:p>
                      <a:pPr algn="ctr"/>
                      <a:r>
                        <a:rPr lang="en-US" sz="1400" dirty="0">
                          <a:solidFill>
                            <a:sysClr val="windowText" lastClr="000000"/>
                          </a:solidFill>
                          <a:latin typeface="Yu Gothic UI Semilight" panose="020B0400000000000000" pitchFamily="34" charset="-128"/>
                        </a:rPr>
                        <a:t>$1,400,000</a:t>
                      </a:r>
                    </a:p>
                  </a:txBody>
                  <a:tcPr anchor="ctr"/>
                </a:tc>
                <a:tc>
                  <a:txBody>
                    <a:bodyPr/>
                    <a:lstStyle/>
                    <a:p>
                      <a:pPr algn="ctr"/>
                      <a:r>
                        <a:rPr lang="en-US" sz="1400" dirty="0">
                          <a:solidFill>
                            <a:sysClr val="windowText" lastClr="000000"/>
                          </a:solidFill>
                          <a:latin typeface="Yu Gothic UI Semilight" panose="020B0400000000000000" pitchFamily="34" charset="-128"/>
                        </a:rPr>
                        <a:t>-14%</a:t>
                      </a:r>
                    </a:p>
                  </a:txBody>
                  <a:tcPr anchor="ctr"/>
                </a:tc>
                <a:extLst>
                  <a:ext uri="{0D108BD9-81ED-4DB2-BD59-A6C34878D82A}">
                    <a16:rowId xmlns:a16="http://schemas.microsoft.com/office/drawing/2014/main" val="3937089168"/>
                  </a:ext>
                </a:extLst>
              </a:tr>
              <a:tr h="541020">
                <a:tc>
                  <a:txBody>
                    <a:bodyPr/>
                    <a:lstStyle/>
                    <a:p>
                      <a:pPr algn="ctr"/>
                      <a:r>
                        <a:rPr lang="en-US" sz="1400" dirty="0">
                          <a:solidFill>
                            <a:sysClr val="windowText" lastClr="000000"/>
                          </a:solidFill>
                          <a:latin typeface="Yu Gothic UI Semilight" panose="020B0400000000000000" pitchFamily="34" charset="-128"/>
                        </a:rPr>
                        <a:t>Net profit</a:t>
                      </a:r>
                    </a:p>
                  </a:txBody>
                  <a:tcPr anchor="ctr"/>
                </a:tc>
                <a:tc>
                  <a:txBody>
                    <a:bodyPr/>
                    <a:lstStyle/>
                    <a:p>
                      <a:pPr algn="ctr"/>
                      <a:r>
                        <a:rPr lang="en-US" sz="1400" dirty="0">
                          <a:solidFill>
                            <a:sysClr val="windowText" lastClr="000000"/>
                          </a:solidFill>
                          <a:latin typeface="Yu Gothic UI Semilight" panose="020B0400000000000000" pitchFamily="34" charset="-128"/>
                        </a:rPr>
                        <a:t>$1,000,000</a:t>
                      </a:r>
                    </a:p>
                  </a:txBody>
                  <a:tcPr anchor="ctr"/>
                </a:tc>
                <a:tc>
                  <a:txBody>
                    <a:bodyPr/>
                    <a:lstStyle/>
                    <a:p>
                      <a:pPr algn="ctr"/>
                      <a:r>
                        <a:rPr lang="en-US" sz="1400" dirty="0">
                          <a:solidFill>
                            <a:sysClr val="windowText" lastClr="000000"/>
                          </a:solidFill>
                          <a:latin typeface="Yu Gothic UI Semilight" panose="020B0400000000000000" pitchFamily="34" charset="-128"/>
                        </a:rPr>
                        <a:t>$800,000</a:t>
                      </a:r>
                    </a:p>
                  </a:txBody>
                  <a:tcPr anchor="ctr"/>
                </a:tc>
                <a:tc>
                  <a:txBody>
                    <a:bodyPr/>
                    <a:lstStyle/>
                    <a:p>
                      <a:pPr algn="ctr"/>
                      <a:r>
                        <a:rPr lang="en-US" sz="1400" dirty="0">
                          <a:solidFill>
                            <a:sysClr val="windowText" lastClr="000000"/>
                          </a:solidFill>
                          <a:latin typeface="Yu Gothic UI Semilight" panose="020B0400000000000000" pitchFamily="34" charset="-128"/>
                        </a:rPr>
                        <a:t>+25%</a:t>
                      </a:r>
                    </a:p>
                  </a:txBody>
                  <a:tcPr anchor="ctr"/>
                </a:tc>
                <a:extLst>
                  <a:ext uri="{0D108BD9-81ED-4DB2-BD59-A6C34878D82A}">
                    <a16:rowId xmlns:a16="http://schemas.microsoft.com/office/drawing/2014/main" val="1031597798"/>
                  </a:ext>
                </a:extLst>
              </a:tr>
              <a:tr h="541020">
                <a:tc>
                  <a:txBody>
                    <a:bodyPr/>
                    <a:lstStyle/>
                    <a:p>
                      <a:pPr algn="ctr"/>
                      <a:r>
                        <a:rPr lang="en-US" sz="1400" dirty="0">
                          <a:solidFill>
                            <a:sysClr val="windowText" lastClr="000000"/>
                          </a:solidFill>
                          <a:latin typeface="Yu Gothic UI Semilight" panose="020B0400000000000000" pitchFamily="34" charset="-128"/>
                        </a:rPr>
                        <a:t>Operating margin</a:t>
                      </a:r>
                    </a:p>
                  </a:txBody>
                  <a:tcPr anchor="ctr"/>
                </a:tc>
                <a:tc>
                  <a:txBody>
                    <a:bodyPr/>
                    <a:lstStyle/>
                    <a:p>
                      <a:pPr algn="ctr"/>
                      <a:r>
                        <a:rPr lang="en-US" sz="1400" dirty="0">
                          <a:solidFill>
                            <a:sysClr val="windowText" lastClr="000000"/>
                          </a:solidFill>
                          <a:latin typeface="Yu Gothic UI Semilight" panose="020B0400000000000000" pitchFamily="34" charset="-128"/>
                        </a:rPr>
                        <a:t>40%</a:t>
                      </a:r>
                    </a:p>
                  </a:txBody>
                  <a:tcPr anchor="ctr"/>
                </a:tc>
                <a:tc>
                  <a:txBody>
                    <a:bodyPr/>
                    <a:lstStyle/>
                    <a:p>
                      <a:pPr algn="ctr"/>
                      <a:r>
                        <a:rPr lang="en-US" sz="1400" dirty="0">
                          <a:solidFill>
                            <a:sysClr val="windowText" lastClr="000000"/>
                          </a:solidFill>
                          <a:latin typeface="Yu Gothic UI Semilight" panose="020B0400000000000000" pitchFamily="34" charset="-128"/>
                        </a:rPr>
                        <a:t>36%</a:t>
                      </a:r>
                    </a:p>
                  </a:txBody>
                  <a:tcPr anchor="ctr"/>
                </a:tc>
                <a:tc>
                  <a:txBody>
                    <a:bodyPr/>
                    <a:lstStyle/>
                    <a:p>
                      <a:pPr algn="ctr"/>
                      <a:r>
                        <a:rPr lang="en-US" sz="1400" dirty="0">
                          <a:solidFill>
                            <a:sysClr val="windowText" lastClr="000000"/>
                          </a:solidFill>
                          <a:latin typeface="Yu Gothic UI Semilight" panose="020B0400000000000000" pitchFamily="34" charset="-128"/>
                        </a:rPr>
                        <a:t>+4%</a:t>
                      </a:r>
                    </a:p>
                  </a:txBody>
                  <a:tcPr anchor="ctr"/>
                </a:tc>
                <a:extLst>
                  <a:ext uri="{0D108BD9-81ED-4DB2-BD59-A6C34878D82A}">
                    <a16:rowId xmlns:a16="http://schemas.microsoft.com/office/drawing/2014/main" val="1194376521"/>
                  </a:ext>
                </a:extLst>
              </a:tr>
              <a:tr h="541020">
                <a:tc>
                  <a:txBody>
                    <a:bodyPr/>
                    <a:lstStyle/>
                    <a:p>
                      <a:pPr algn="ctr"/>
                      <a:r>
                        <a:rPr lang="en-US" sz="1400" dirty="0">
                          <a:solidFill>
                            <a:sysClr val="windowText" lastClr="000000"/>
                          </a:solidFill>
                          <a:latin typeface="Yu Gothic UI Semilight" panose="020B0400000000000000" pitchFamily="34" charset="-128"/>
                        </a:rPr>
                        <a:t>Cash reserves</a:t>
                      </a:r>
                    </a:p>
                  </a:txBody>
                  <a:tcPr anchor="ctr"/>
                </a:tc>
                <a:tc>
                  <a:txBody>
                    <a:bodyPr/>
                    <a:lstStyle/>
                    <a:p>
                      <a:pPr algn="ctr"/>
                      <a:r>
                        <a:rPr lang="en-US" sz="1400" dirty="0">
                          <a:solidFill>
                            <a:sysClr val="windowText" lastClr="000000"/>
                          </a:solidFill>
                          <a:latin typeface="Yu Gothic UI Semilight" panose="020B0400000000000000" pitchFamily="34" charset="-128"/>
                        </a:rPr>
                        <a:t>$5,000,000</a:t>
                      </a:r>
                    </a:p>
                  </a:txBody>
                  <a:tcPr anchor="ctr"/>
                </a:tc>
                <a:tc>
                  <a:txBody>
                    <a:bodyPr/>
                    <a:lstStyle/>
                    <a:p>
                      <a:pPr algn="ctr"/>
                      <a:r>
                        <a:rPr lang="en-US" sz="1400" dirty="0">
                          <a:solidFill>
                            <a:sysClr val="windowText" lastClr="000000"/>
                          </a:solidFill>
                          <a:latin typeface="Yu Gothic UI Semilight" panose="020B0400000000000000" pitchFamily="34" charset="-128"/>
                        </a:rPr>
                        <a:t>$4,500,000</a:t>
                      </a:r>
                    </a:p>
                  </a:txBody>
                  <a:tcPr anchor="ctr"/>
                </a:tc>
                <a:tc>
                  <a:txBody>
                    <a:bodyPr/>
                    <a:lstStyle/>
                    <a:p>
                      <a:pPr algn="ctr"/>
                      <a:r>
                        <a:rPr lang="en-US" sz="1400" dirty="0">
                          <a:solidFill>
                            <a:sysClr val="windowText" lastClr="000000"/>
                          </a:solidFill>
                          <a:latin typeface="Yu Gothic UI Semilight" panose="020B0400000000000000" pitchFamily="34" charset="-128"/>
                        </a:rPr>
                        <a:t>+11%</a:t>
                      </a:r>
                    </a:p>
                  </a:txBody>
                  <a:tcPr anchor="ctr"/>
                </a:tc>
                <a:extLst>
                  <a:ext uri="{0D108BD9-81ED-4DB2-BD59-A6C34878D82A}">
                    <a16:rowId xmlns:a16="http://schemas.microsoft.com/office/drawing/2014/main" val="1918266800"/>
                  </a:ext>
                </a:extLst>
              </a:tr>
            </a:tbl>
          </a:graphicData>
        </a:graphic>
      </p:graphicFrame>
    </p:spTree>
    <p:extLst>
      <p:ext uri="{BB962C8B-B14F-4D97-AF65-F5344CB8AC3E}">
        <p14:creationId xmlns:p14="http://schemas.microsoft.com/office/powerpoint/2010/main" val="36046306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B3275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0034E89-1952-5288-08A0-70A4A73BE39E}"/>
              </a:ext>
            </a:extLst>
          </p:cNvPr>
          <p:cNvSpPr>
            <a:spLocks noGrp="1"/>
          </p:cNvSpPr>
          <p:nvPr>
            <p:ph type="title"/>
          </p:nvPr>
        </p:nvSpPr>
        <p:spPr>
          <a:xfrm>
            <a:off x="1704181" y="2167821"/>
            <a:ext cx="8783638" cy="2522359"/>
          </a:xfrm>
          <a:noFill/>
        </p:spPr>
        <p:txBody>
          <a:bodyPr>
            <a:noAutofit/>
          </a:bodyPr>
          <a:lstStyle/>
          <a:p>
            <a:r>
              <a:rPr lang="en-US" dirty="0"/>
              <a:t>Innovative solutions</a:t>
            </a:r>
          </a:p>
        </p:txBody>
      </p:sp>
    </p:spTree>
    <p:extLst>
      <p:ext uri="{BB962C8B-B14F-4D97-AF65-F5344CB8AC3E}">
        <p14:creationId xmlns:p14="http://schemas.microsoft.com/office/powerpoint/2010/main" val="30580855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2A0D7AA-8A21-B977-56ED-94406F29957C}"/>
              </a:ext>
            </a:extLst>
          </p:cNvPr>
          <p:cNvSpPr>
            <a:spLocks noGrp="1"/>
          </p:cNvSpPr>
          <p:nvPr>
            <p:ph type="title"/>
          </p:nvPr>
        </p:nvSpPr>
        <p:spPr>
          <a:xfrm>
            <a:off x="1754505" y="1013460"/>
            <a:ext cx="8682990" cy="2230802"/>
          </a:xfrm>
          <a:noFill/>
        </p:spPr>
        <p:txBody>
          <a:bodyPr anchor="ctr">
            <a:noAutofit/>
          </a:bodyPr>
          <a:lstStyle/>
          <a:p>
            <a:r>
              <a:rPr lang="en-US" noProof="0" dirty="0"/>
              <a:t>Thank you</a:t>
            </a:r>
          </a:p>
        </p:txBody>
      </p:sp>
      <p:sp>
        <p:nvSpPr>
          <p:cNvPr id="6" name="Content Placeholder 5">
            <a:extLst>
              <a:ext uri="{FF2B5EF4-FFF2-40B4-BE49-F238E27FC236}">
                <a16:creationId xmlns:a16="http://schemas.microsoft.com/office/drawing/2014/main" id="{54D0A6B8-78EB-52CA-3D46-A46FC880D386}"/>
              </a:ext>
            </a:extLst>
          </p:cNvPr>
          <p:cNvSpPr>
            <a:spLocks noGrp="1"/>
          </p:cNvSpPr>
          <p:nvPr>
            <p:ph idx="1"/>
          </p:nvPr>
        </p:nvSpPr>
        <p:spPr>
          <a:xfrm>
            <a:off x="1754505" y="3429000"/>
            <a:ext cx="8682989" cy="2230802"/>
          </a:xfrm>
          <a:noFill/>
        </p:spPr>
        <p:txBody>
          <a:bodyPr vert="horz" lIns="91440" tIns="45720" rIns="91440" bIns="45720" rtlCol="0" anchor="t" anchorCtr="0">
            <a:normAutofit/>
          </a:bodyPr>
          <a:lstStyle/>
          <a:p>
            <a:r>
              <a:rPr lang="en-US" noProof="0" dirty="0"/>
              <a:t>Peyton Davis | 424-555-0124</a:t>
            </a:r>
          </a:p>
          <a:p>
            <a:r>
              <a:rPr lang="en-US" noProof="0" dirty="0"/>
              <a:t>peyton@northwindtraders.com</a:t>
            </a:r>
          </a:p>
          <a:p>
            <a:r>
              <a:rPr lang="en-US" noProof="0" dirty="0"/>
              <a:t>www.northwindtraders.com</a:t>
            </a:r>
          </a:p>
        </p:txBody>
      </p:sp>
    </p:spTree>
    <p:extLst>
      <p:ext uri="{BB962C8B-B14F-4D97-AF65-F5344CB8AC3E}">
        <p14:creationId xmlns:p14="http://schemas.microsoft.com/office/powerpoint/2010/main" val="2715385371"/>
      </p:ext>
    </p:extLst>
  </p:cSld>
  <p:clrMapOvr>
    <a:masterClrMapping/>
  </p:clrMapOvr>
</p:sld>
</file>

<file path=ppt/theme/theme1.xml><?xml version="1.0" encoding="utf-8"?>
<a:theme xmlns:a="http://schemas.openxmlformats.org/drawingml/2006/main" name="Custom">
  <a:themeElements>
    <a:clrScheme name="Custom 269">
      <a:dk1>
        <a:sysClr val="windowText" lastClr="000000"/>
      </a:dk1>
      <a:lt1>
        <a:sysClr val="window" lastClr="FFFFFF"/>
      </a:lt1>
      <a:dk2>
        <a:srgbClr val="775F55"/>
      </a:dk2>
      <a:lt2>
        <a:srgbClr val="EBDDC3"/>
      </a:lt2>
      <a:accent1>
        <a:srgbClr val="E69F9A"/>
      </a:accent1>
      <a:accent2>
        <a:srgbClr val="C38C44"/>
      </a:accent2>
      <a:accent3>
        <a:srgbClr val="B32752"/>
      </a:accent3>
      <a:accent4>
        <a:srgbClr val="F5BF77"/>
      </a:accent4>
      <a:accent5>
        <a:srgbClr val="BDBB78"/>
      </a:accent5>
      <a:accent6>
        <a:srgbClr val="9FCDC6"/>
      </a:accent6>
      <a:hlink>
        <a:srgbClr val="F7B615"/>
      </a:hlink>
      <a:folHlink>
        <a:srgbClr val="704404"/>
      </a:folHlink>
    </a:clrScheme>
    <a:fontScheme name="Custom 190">
      <a:majorFont>
        <a:latin typeface="DM Serif Display"/>
        <a:ea typeface=""/>
        <a:cs typeface=""/>
      </a:majorFont>
      <a:minorFont>
        <a:latin typeface="Source Sans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w="12700" cap="flat">
          <a:noFill/>
          <a:prstDash val="solid"/>
          <a:miter/>
        </a:ln>
      </a:spPr>
      <a:bodyPr rtlCol="0" anchor="ctr"/>
      <a:lstStyle>
        <a:defPPr algn="l">
          <a:defRPr dirty="0"/>
        </a:defPPr>
      </a:lstStyle>
    </a:spDef>
  </a:objectDefaults>
  <a:extraClrSchemeLst/>
  <a:extLst>
    <a:ext uri="{05A4C25C-085E-4340-85A3-A5531E510DB2}">
      <thm15:themeFamily xmlns:thm15="http://schemas.microsoft.com/office/thememl/2012/main" name="TM88997677_win32_LW_V2" id="{A337E98B-B78A-4478-A7B4-5BC118FBE473}" vid="{BFD76E1B-16BC-4706-8DD0-46BF66D357C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documentManagement>
</p:properties>
</file>

<file path=customXml/itemProps1.xml><?xml version="1.0" encoding="utf-8"?>
<ds:datastoreItem xmlns:ds="http://schemas.openxmlformats.org/officeDocument/2006/customXml" ds:itemID="{118B1F56-8983-41A9-8E90-86247BC2C41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F60B100-7079-4DE7-AF7C-20BFB1D62C46}">
  <ds:schemaRefs>
    <ds:schemaRef ds:uri="http://schemas.microsoft.com/sharepoint/v3/contenttype/forms"/>
  </ds:schemaRefs>
</ds:datastoreItem>
</file>

<file path=customXml/itemProps3.xml><?xml version="1.0" encoding="utf-8"?>
<ds:datastoreItem xmlns:ds="http://schemas.openxmlformats.org/officeDocument/2006/customXml" ds:itemID="{826A71AF-4CF2-4B95-BFB6-5C27500258C6}">
  <ds:schemaRefs>
    <ds:schemaRef ds:uri="http://schemas.openxmlformats.org/package/2006/metadata/core-properties"/>
    <ds:schemaRef ds:uri="http://schemas.microsoft.com/office/infopath/2007/PartnerControls"/>
    <ds:schemaRef ds:uri="http://schemas.microsoft.com/office/2006/metadata/properties"/>
    <ds:schemaRef ds:uri="http://www.w3.org/XML/1998/namespace"/>
    <ds:schemaRef ds:uri="http://purl.org/dc/elements/1.1/"/>
    <ds:schemaRef ds:uri="http://schemas.microsoft.com/office/2006/documentManagement/types"/>
    <ds:schemaRef ds:uri="230e9df3-be65-4c73-a93b-d1236ebd677e"/>
    <ds:schemaRef ds:uri="71af3243-3dd4-4a8d-8c0d-dd76da1f02a5"/>
    <ds:schemaRef ds:uri="16c05727-aa75-4e4a-9b5f-8a80a1165891"/>
    <ds:schemaRef ds:uri="http://schemas.microsoft.com/sharepoint/v3"/>
    <ds:schemaRef ds:uri="http://purl.org/dc/dcmitype/"/>
    <ds:schemaRef ds:uri="http://purl.org/dc/te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Rose suite presentation</Template>
  <TotalTime>0</TotalTime>
  <Words>1663</Words>
  <Application>Microsoft Office PowerPoint</Application>
  <PresentationFormat>Widescreen</PresentationFormat>
  <Paragraphs>166</Paragraphs>
  <Slides>30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Yu Gothic UI Semilight</vt:lpstr>
      <vt:lpstr>Arial</vt:lpstr>
      <vt:lpstr>Calibri</vt:lpstr>
      <vt:lpstr>Courier New</vt:lpstr>
      <vt:lpstr>DM Serif Display</vt:lpstr>
      <vt:lpstr>Custom</vt:lpstr>
      <vt:lpstr>OKCupid – Machine Learning Analysis</vt:lpstr>
      <vt:lpstr>Introduction</vt:lpstr>
      <vt:lpstr>“In recent years, there has been a massive rise in the usage of dating apps to find love. Many of these apps use sophisticated data science techniques to recommend possible matches to users and to optimize the user experience. These apps give us access to a wealth of information that we’ve never had before about how different people experience romance.”   – Codecademy</vt:lpstr>
      <vt:lpstr>Overview</vt:lpstr>
      <vt:lpstr>Project Goals</vt:lpstr>
      <vt:lpstr>EDA</vt:lpstr>
      <vt:lpstr>The Dataset</vt:lpstr>
      <vt:lpstr>Numeric Data</vt:lpstr>
      <vt:lpstr>Categorical Data</vt:lpstr>
      <vt:lpstr>Target Label</vt:lpstr>
      <vt:lpstr>Key Observations</vt:lpstr>
      <vt:lpstr>Data Preprocessing </vt:lpstr>
      <vt:lpstr>Preprocessing Overview</vt:lpstr>
      <vt:lpstr>Data Cleaning</vt:lpstr>
      <vt:lpstr>Feature Selection</vt:lpstr>
      <vt:lpstr>Feature Preprocessing</vt:lpstr>
      <vt:lpstr>Model Building</vt:lpstr>
      <vt:lpstr>Building and Training Models</vt:lpstr>
      <vt:lpstr>The Models</vt:lpstr>
      <vt:lpstr>Logistic Regression Model</vt:lpstr>
      <vt:lpstr>Random Forests Classifier</vt:lpstr>
      <vt:lpstr>K-Nearest Neighbours Classifier</vt:lpstr>
      <vt:lpstr>Model Evaluation</vt:lpstr>
      <vt:lpstr>Conclusion</vt:lpstr>
      <vt:lpstr>Marketing  strategies</vt:lpstr>
      <vt:lpstr>Financial  overview</vt:lpstr>
      <vt:lpstr>Quarterly  targets</vt:lpstr>
      <vt:lpstr>Financial  snapshot</vt:lpstr>
      <vt:lpstr>Innovative solutions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Azhar Majothi</dc:creator>
  <cp:lastModifiedBy>Azhar Majothi</cp:lastModifiedBy>
  <cp:revision>36</cp:revision>
  <dcterms:created xsi:type="dcterms:W3CDTF">2026-08-19T21:28:35Z</dcterms:created>
  <dcterms:modified xsi:type="dcterms:W3CDTF">2026-09-01T19:14:55Z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