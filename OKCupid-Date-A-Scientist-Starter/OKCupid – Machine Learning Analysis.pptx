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9"/>
  </p:notesMasterIdLst>
  <p:handoutMasterIdLst>
    <p:handoutMasterId r:id="rId30"/>
  </p:handoutMasterIdLst>
  <p:sldIdLst>
    <p:sldId id="256" r:id="rId5"/>
    <p:sldId id="270" r:id="rId6"/>
    <p:sldId id="284" r:id="rId7"/>
    <p:sldId id="271" r:id="rId8"/>
    <p:sldId id="269" r:id="rId9"/>
    <p:sldId id="279" r:id="rId10"/>
    <p:sldId id="266" r:id="rId11"/>
    <p:sldId id="285" r:id="rId12"/>
    <p:sldId id="291" r:id="rId13"/>
    <p:sldId id="286" r:id="rId14"/>
    <p:sldId id="280" r:id="rId15"/>
    <p:sldId id="288" r:id="rId16"/>
    <p:sldId id="289" r:id="rId17"/>
    <p:sldId id="290" r:id="rId18"/>
    <p:sldId id="281" r:id="rId19"/>
    <p:sldId id="282" r:id="rId20"/>
    <p:sldId id="272" r:id="rId21"/>
    <p:sldId id="273" r:id="rId22"/>
    <p:sldId id="274" r:id="rId23"/>
    <p:sldId id="275" r:id="rId24"/>
    <p:sldId id="276" r:id="rId25"/>
    <p:sldId id="267" r:id="rId26"/>
    <p:sldId id="277" r:id="rId27"/>
    <p:sldId id="278" r:id="rId28"/>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130F881-AAFC-4F2B-8BDE-A1332839FFB5}">
          <p14:sldIdLst>
            <p14:sldId id="256"/>
            <p14:sldId id="270"/>
            <p14:sldId id="284"/>
            <p14:sldId id="271"/>
            <p14:sldId id="269"/>
          </p14:sldIdLst>
        </p14:section>
        <p14:section name="Exploratory Data Analysis" id="{D03DC641-89FD-4FF0-900B-29A03BBE9F24}">
          <p14:sldIdLst>
            <p14:sldId id="279"/>
            <p14:sldId id="266"/>
            <p14:sldId id="285"/>
            <p14:sldId id="291"/>
            <p14:sldId id="286"/>
          </p14:sldIdLst>
        </p14:section>
        <p14:section name="Data Preprocessing" id="{E45C9DD3-3983-402D-9ADA-41B6D8F2EC84}">
          <p14:sldIdLst>
            <p14:sldId id="280"/>
            <p14:sldId id="288"/>
            <p14:sldId id="289"/>
            <p14:sldId id="290"/>
          </p14:sldIdLst>
        </p14:section>
        <p14:section name="Model Building" id="{C57D0D48-4BFF-447E-AE1B-027BA2C66E31}">
          <p14:sldIdLst>
            <p14:sldId id="281"/>
          </p14:sldIdLst>
        </p14:section>
        <p14:section name="Model Evaluation" id="{C4FF13F1-7E39-4AB8-AB4D-D7B290A99173}">
          <p14:sldIdLst>
            <p14:sldId id="282"/>
          </p14:sldIdLst>
        </p14:section>
        <p14:section name="Conclusion" id="{D40678AF-1A16-4A05-8F05-5E5965F8B786}">
          <p14:sldIdLst>
            <p14:sldId id="272"/>
            <p14:sldId id="273"/>
            <p14:sldId id="274"/>
            <p14:sldId id="275"/>
            <p14:sldId id="276"/>
            <p14:sldId id="267"/>
            <p14:sldId id="277"/>
            <p14:sldId id="278"/>
          </p14:sldIdLst>
        </p14:section>
      </p14:sectionLst>
    </p:ext>
    <p:ext uri="{EFAFB233-063F-42B5-8137-9DF3F51BA10A}">
      <p15:sldGuideLst xmlns:p15="http://schemas.microsoft.com/office/powerpoint/2012/main">
        <p15:guide id="2" pos="3840" userDrawn="1">
          <p15:clr>
            <a:srgbClr val="A4A3A4"/>
          </p15:clr>
        </p15:guide>
        <p15:guide id="7" orient="horz" pos="2500" userDrawn="1">
          <p15:clr>
            <a:srgbClr val="A4A3A4"/>
          </p15:clr>
        </p15:guide>
        <p15:guide id="8" pos="495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32752"/>
    <a:srgbClr val="E3A097"/>
    <a:srgbClr val="F5D9D7"/>
    <a:srgbClr val="263025"/>
    <a:srgbClr val="334031"/>
    <a:srgbClr val="8A9161"/>
    <a:srgbClr val="81875A"/>
    <a:srgbClr val="000000"/>
    <a:srgbClr val="EFE0BE"/>
    <a:srgbClr val="F7F1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8799B23B-EC83-4686-B30A-512413B5E67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154" y="67"/>
      </p:cViewPr>
      <p:guideLst>
        <p:guide pos="3840"/>
        <p:guide orient="horz" pos="2500"/>
        <p:guide pos="4951"/>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p:scale>
          <a:sx n="1" d="2"/>
          <a:sy n="1" d="2"/>
        </p:scale>
        <p:origin x="2621" y="6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handoutMaster" Target="handoutMasters/handoutMaster1.xml"/><Relationship Id="rId8" Type="http://schemas.openxmlformats.org/officeDocument/2006/relationships/slide" Target="slides/slide4.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FF0D854-D0AB-4EBF-A50D-406D9CAF04D4}" type="doc">
      <dgm:prSet loTypeId="urn:microsoft.com/office/officeart/2026/layout/TextCardShortLine" loCatId="textcard" qsTypeId="urn:microsoft.com/office/officeart/2005/8/quickstyle/simple1" qsCatId="simple" csTypeId="urn:microsoft.com/office/officeart/2005/8/colors/accent1_2" csCatId="accent1" phldr="1"/>
      <dgm:spPr/>
      <dgm:t>
        <a:bodyPr/>
        <a:lstStyle/>
        <a:p>
          <a:endParaRPr lang="en-GB"/>
        </a:p>
      </dgm:t>
    </dgm:pt>
    <dgm:pt modelId="{D84B216A-033E-4668-8998-AB46541AFBE9}">
      <dgm:prSet phldrT="Title" phldr="0"/>
      <dgm:spPr/>
      <dgm:t>
        <a:bodyPr/>
        <a:lstStyle/>
        <a:p>
          <a:pPr>
            <a:defRPr b="1"/>
          </a:pPr>
          <a:r>
            <a:rPr lang="en-GB" dirty="0"/>
            <a:t>Overview</a:t>
          </a:r>
        </a:p>
      </dgm:t>
    </dgm:pt>
    <dgm:pt modelId="{39DC6F0C-B00D-4C08-BD72-2C225B0566E4}" type="parTrans" cxnId="{7A5760F8-0E16-45CD-A178-EB52CAA55FB5}">
      <dgm:prSet/>
      <dgm:spPr/>
      <dgm:t>
        <a:bodyPr/>
        <a:lstStyle/>
        <a:p>
          <a:endParaRPr lang="en-GB"/>
        </a:p>
      </dgm:t>
    </dgm:pt>
    <dgm:pt modelId="{23EBB93B-D174-4B2A-ABBE-E451D20D925B}" type="sibTrans" cxnId="{7A5760F8-0E16-45CD-A178-EB52CAA55FB5}">
      <dgm:prSet/>
      <dgm:spPr/>
      <dgm:t>
        <a:bodyPr/>
        <a:lstStyle/>
        <a:p>
          <a:endParaRPr lang="en-GB"/>
        </a:p>
      </dgm:t>
    </dgm:pt>
    <dgm:pt modelId="{FA1800FE-3377-4C70-BD44-E7E8A8CE7CF2}">
      <dgm:prSet phldrT="Description" phldr="0" custT="1"/>
      <dgm:spPr/>
      <dgm:t>
        <a:bodyPr/>
        <a:lstStyle/>
        <a:p>
          <a:r>
            <a:rPr lang="en-GB" sz="1200" b="0" i="0" dirty="0">
              <a:latin typeface="Yu Gothic UI Semilight" panose="020B0400000000000000" pitchFamily="34" charset="-128"/>
              <a:ea typeface="Yu Gothic UI Semilight" panose="020B0400000000000000" pitchFamily="34" charset="-128"/>
            </a:rPr>
            <a:t>The </a:t>
          </a:r>
          <a:r>
            <a:rPr lang="en-GB" sz="1200" b="0" i="0" dirty="0" err="1">
              <a:latin typeface="Yu Gothic UI Semilight" panose="020B0400000000000000" pitchFamily="34" charset="-128"/>
              <a:ea typeface="Yu Gothic UI Semilight" panose="020B0400000000000000" pitchFamily="34" charset="-128"/>
            </a:rPr>
            <a:t>OKCupid</a:t>
          </a:r>
          <a:r>
            <a:rPr lang="en-GB" sz="1200" b="0" i="0" dirty="0">
              <a:latin typeface="Yu Gothic UI Semilight" panose="020B0400000000000000" pitchFamily="34" charset="-128"/>
              <a:ea typeface="Yu Gothic UI Semilight" panose="020B0400000000000000" pitchFamily="34" charset="-128"/>
            </a:rPr>
            <a:t> dataset, </a:t>
          </a:r>
          <a:r>
            <a:rPr lang="en-GB" sz="1100" b="0" i="0" dirty="0">
              <a:latin typeface="Courier New" panose="02070309020205020404" pitchFamily="49" charset="0"/>
              <a:cs typeface="Courier New" panose="02070309020205020404" pitchFamily="49" charset="0"/>
            </a:rPr>
            <a:t>profiles.csv</a:t>
          </a:r>
          <a:r>
            <a:rPr lang="en-GB" sz="1200" b="0" i="0" dirty="0">
              <a:latin typeface="Yu Gothic UI Semilight" panose="020B0400000000000000" pitchFamily="34" charset="-128"/>
              <a:ea typeface="Yu Gothic UI Semilight" panose="020B0400000000000000" pitchFamily="34" charset="-128"/>
            </a:rPr>
            <a:t>,</a:t>
          </a:r>
          <a:r>
            <a:rPr lang="en-GB" sz="1400" b="0" i="0" dirty="0">
              <a:latin typeface="Yu Gothic UI Semilight" panose="020B0400000000000000" pitchFamily="34" charset="-128"/>
              <a:ea typeface="Yu Gothic UI Semilight" panose="020B0400000000000000" pitchFamily="34" charset="-128"/>
            </a:rPr>
            <a:t> </a:t>
          </a:r>
          <a:r>
            <a:rPr lang="en-GB" sz="1200" b="0" i="0" dirty="0">
              <a:latin typeface="Yu Gothic UI Semilight" panose="020B0400000000000000" pitchFamily="34" charset="-128"/>
              <a:ea typeface="Yu Gothic UI Semilight" panose="020B0400000000000000" pitchFamily="34" charset="-128"/>
            </a:rPr>
            <a:t>contained over 59,946 rows of user data. Most features were short answers to multiple-choice questions, while some were unrestricted </a:t>
          </a:r>
          <a:r>
            <a:rPr lang="en-GB" sz="1200" b="1" i="0" dirty="0">
              <a:latin typeface="Yu Gothic UI Semilight" panose="020B0400000000000000" pitchFamily="34" charset="-128"/>
              <a:ea typeface="Yu Gothic UI Semilight" panose="020B0400000000000000" pitchFamily="34" charset="-128"/>
            </a:rPr>
            <a:t>essay</a:t>
          </a:r>
          <a:r>
            <a:rPr lang="en-GB" sz="1200" b="0" i="0" dirty="0">
              <a:latin typeface="Yu Gothic UI Semilight" panose="020B0400000000000000" pitchFamily="34" charset="-128"/>
              <a:ea typeface="Yu Gothic UI Semilight" panose="020B0400000000000000" pitchFamily="34" charset="-128"/>
            </a:rPr>
            <a:t> responses. As the </a:t>
          </a:r>
          <a:r>
            <a:rPr lang="en-GB" sz="1200" b="1" i="0" dirty="0">
              <a:latin typeface="Yu Gothic UI Semilight" panose="020B0400000000000000" pitchFamily="34" charset="-128"/>
              <a:ea typeface="Yu Gothic UI Semilight" panose="020B0400000000000000" pitchFamily="34" charset="-128"/>
            </a:rPr>
            <a:t>essay</a:t>
          </a:r>
          <a:r>
            <a:rPr lang="en-GB" sz="1200" b="0" i="0" dirty="0">
              <a:latin typeface="Yu Gothic UI Semilight" panose="020B0400000000000000" pitchFamily="34" charset="-128"/>
              <a:ea typeface="Yu Gothic UI Semilight" panose="020B0400000000000000" pitchFamily="34" charset="-128"/>
            </a:rPr>
            <a:t> questions were open-ended, they were not relevant to the project goals.</a:t>
          </a:r>
          <a:endParaRPr lang="en-GB" sz="1200" dirty="0">
            <a:latin typeface="Yu Gothic UI Semilight" panose="020B0400000000000000" pitchFamily="34" charset="-128"/>
            <a:ea typeface="Yu Gothic UI Semilight" panose="020B0400000000000000" pitchFamily="34" charset="-128"/>
          </a:endParaRPr>
        </a:p>
      </dgm:t>
    </dgm:pt>
    <dgm:pt modelId="{CD360F8C-82B0-462C-98A6-7C56C112E0E1}" type="parTrans" cxnId="{4CE001FF-9370-44D5-AB32-B7B3DC3639E4}">
      <dgm:prSet/>
      <dgm:spPr/>
      <dgm:t>
        <a:bodyPr/>
        <a:lstStyle/>
        <a:p>
          <a:endParaRPr lang="en-GB"/>
        </a:p>
      </dgm:t>
    </dgm:pt>
    <dgm:pt modelId="{B366E226-9A8D-4DB5-90F1-B0DFCE596019}" type="sibTrans" cxnId="{4CE001FF-9370-44D5-AB32-B7B3DC3639E4}">
      <dgm:prSet/>
      <dgm:spPr/>
      <dgm:t>
        <a:bodyPr/>
        <a:lstStyle/>
        <a:p>
          <a:endParaRPr lang="en-GB"/>
        </a:p>
      </dgm:t>
    </dgm:pt>
    <dgm:pt modelId="{B2C08B0C-A43A-442F-8E02-54C6E65B69B6}">
      <dgm:prSet phldrT="Title" phldr="0"/>
      <dgm:spPr/>
      <dgm:t>
        <a:bodyPr/>
        <a:lstStyle/>
        <a:p>
          <a:pPr>
            <a:defRPr b="1"/>
          </a:pPr>
          <a:r>
            <a:rPr lang="en-GB" dirty="0"/>
            <a:t>Details</a:t>
          </a:r>
        </a:p>
      </dgm:t>
    </dgm:pt>
    <dgm:pt modelId="{546EBDF4-439F-41E3-BFA7-C5B0C9524E3D}" type="parTrans" cxnId="{F7F37D53-7A32-4D17-A6DA-CC68EE6E3BAB}">
      <dgm:prSet/>
      <dgm:spPr/>
      <dgm:t>
        <a:bodyPr/>
        <a:lstStyle/>
        <a:p>
          <a:endParaRPr lang="en-GB"/>
        </a:p>
      </dgm:t>
    </dgm:pt>
    <dgm:pt modelId="{BAC00185-4370-4081-B638-D57FAA46D925}" type="sibTrans" cxnId="{F7F37D53-7A32-4D17-A6DA-CC68EE6E3BAB}">
      <dgm:prSet/>
      <dgm:spPr/>
      <dgm:t>
        <a:bodyPr/>
        <a:lstStyle/>
        <a:p>
          <a:endParaRPr lang="en-GB"/>
        </a:p>
      </dgm:t>
    </dgm:pt>
    <dgm:pt modelId="{45E95789-6BD4-47F8-9258-21A59FA309E4}">
      <dgm:prSet phldrT="Description" phldr="0" custT="1"/>
      <dgm:spPr/>
      <dgm:t>
        <a:bodyPr/>
        <a:lstStyle/>
        <a:p>
          <a:r>
            <a:rPr lang="en-GB" sz="1200" dirty="0">
              <a:latin typeface="Yu Gothic UI Semilight" panose="020B0400000000000000" pitchFamily="34" charset="-128"/>
              <a:ea typeface="Yu Gothic UI Semilight" panose="020B0400000000000000" pitchFamily="34" charset="-128"/>
            </a:rPr>
            <a:t>Using the Python </a:t>
          </a:r>
          <a:r>
            <a:rPr lang="en-GB" sz="1200" dirty="0">
              <a:latin typeface="Courier New" panose="02070309020205020404" pitchFamily="49" charset="0"/>
              <a:cs typeface="Courier New" panose="02070309020205020404" pitchFamily="49" charset="0"/>
            </a:rPr>
            <a:t>pandas</a:t>
          </a:r>
          <a:r>
            <a:rPr lang="en-GB" sz="1400" dirty="0"/>
            <a:t> </a:t>
          </a:r>
          <a:r>
            <a:rPr lang="en-GB" sz="1200" dirty="0">
              <a:latin typeface="Yu Gothic UI Semilight" panose="020B0400000000000000" pitchFamily="34" charset="-128"/>
              <a:ea typeface="Yu Gothic UI Semilight" panose="020B0400000000000000" pitchFamily="34" charset="-128"/>
            </a:rPr>
            <a:t>library, we imported the dataset into a </a:t>
          </a:r>
          <a:r>
            <a:rPr lang="en-GB" sz="1200" dirty="0" err="1">
              <a:latin typeface="Yu Gothic UI Semilight" panose="020B0400000000000000" pitchFamily="34" charset="-128"/>
              <a:ea typeface="Yu Gothic UI Semilight" panose="020B0400000000000000" pitchFamily="34" charset="-128"/>
            </a:rPr>
            <a:t>DataFrame</a:t>
          </a:r>
          <a:r>
            <a:rPr lang="en-GB" sz="1200" dirty="0">
              <a:latin typeface="Yu Gothic UI Semilight" panose="020B0400000000000000" pitchFamily="34" charset="-128"/>
              <a:ea typeface="Yu Gothic UI Semilight" panose="020B0400000000000000" pitchFamily="34" charset="-128"/>
            </a:rPr>
            <a:t> called</a:t>
          </a:r>
          <a:r>
            <a:rPr lang="en-GB" sz="1400" dirty="0">
              <a:latin typeface="Yu Gothic UI Semilight" panose="020B0400000000000000" pitchFamily="34" charset="-128"/>
              <a:ea typeface="Yu Gothic UI Semilight" panose="020B0400000000000000" pitchFamily="34" charset="-128"/>
            </a:rPr>
            <a:t> </a:t>
          </a:r>
          <a:r>
            <a:rPr lang="en-GB" sz="1200" dirty="0">
              <a:latin typeface="Courier New" panose="02070309020205020404" pitchFamily="49" charset="0"/>
              <a:cs typeface="Courier New" panose="02070309020205020404" pitchFamily="49" charset="0"/>
            </a:rPr>
            <a:t>profiles</a:t>
          </a:r>
          <a:r>
            <a:rPr lang="en-GB" sz="1400" dirty="0">
              <a:latin typeface="Yu Gothic UI Semilight" panose="020B0400000000000000" pitchFamily="34" charset="-128"/>
              <a:ea typeface="Yu Gothic UI Semilight" panose="020B0400000000000000" pitchFamily="34" charset="-128"/>
            </a:rPr>
            <a:t>. </a:t>
          </a:r>
          <a:r>
            <a:rPr lang="en-GB" sz="1200" dirty="0">
              <a:latin typeface="Yu Gothic UI Semilight" panose="020B0400000000000000" pitchFamily="34" charset="-128"/>
              <a:ea typeface="Yu Gothic UI Semilight" panose="020B0400000000000000" pitchFamily="34" charset="-128"/>
            </a:rPr>
            <a:t>This </a:t>
          </a:r>
          <a:r>
            <a:rPr lang="en-GB" sz="1200" dirty="0" err="1">
              <a:latin typeface="Yu Gothic UI Semilight" panose="020B0400000000000000" pitchFamily="34" charset="-128"/>
              <a:ea typeface="Yu Gothic UI Semilight" panose="020B0400000000000000" pitchFamily="34" charset="-128"/>
            </a:rPr>
            <a:t>DataFrame</a:t>
          </a:r>
          <a:r>
            <a:rPr lang="en-GB" sz="1200" dirty="0">
              <a:latin typeface="Yu Gothic UI Semilight" panose="020B0400000000000000" pitchFamily="34" charset="-128"/>
              <a:ea typeface="Yu Gothic UI Semilight" panose="020B0400000000000000" pitchFamily="34" charset="-128"/>
            </a:rPr>
            <a:t> had 31 columns, which included numeric data, such as </a:t>
          </a:r>
          <a:r>
            <a:rPr lang="en-GB" sz="1200" b="1" dirty="0">
              <a:latin typeface="Yu Gothic UI Semilight" panose="020B0400000000000000" pitchFamily="34" charset="-128"/>
              <a:ea typeface="Yu Gothic UI Semilight" panose="020B0400000000000000" pitchFamily="34" charset="-128"/>
            </a:rPr>
            <a:t>income</a:t>
          </a:r>
          <a:r>
            <a:rPr lang="en-GB" sz="1200" dirty="0">
              <a:latin typeface="Yu Gothic UI Semilight" panose="020B0400000000000000" pitchFamily="34" charset="-128"/>
              <a:ea typeface="Yu Gothic UI Semilight" panose="020B0400000000000000" pitchFamily="34" charset="-128"/>
            </a:rPr>
            <a:t> and </a:t>
          </a:r>
          <a:r>
            <a:rPr lang="en-GB" sz="1200" b="1" dirty="0">
              <a:latin typeface="Yu Gothic UI Semilight" panose="020B0400000000000000" pitchFamily="34" charset="-128"/>
              <a:ea typeface="Yu Gothic UI Semilight" panose="020B0400000000000000" pitchFamily="34" charset="-128"/>
            </a:rPr>
            <a:t>age</a:t>
          </a:r>
          <a:r>
            <a:rPr lang="en-GB" sz="1200" dirty="0">
              <a:latin typeface="Yu Gothic UI Semilight" panose="020B0400000000000000" pitchFamily="34" charset="-128"/>
              <a:ea typeface="Yu Gothic UI Semilight" panose="020B0400000000000000" pitchFamily="34" charset="-128"/>
            </a:rPr>
            <a:t>, and categorical data, such as </a:t>
          </a:r>
          <a:r>
            <a:rPr lang="en-GB" sz="1200" b="1" dirty="0">
              <a:latin typeface="Yu Gothic UI Semilight" panose="020B0400000000000000" pitchFamily="34" charset="-128"/>
              <a:ea typeface="Yu Gothic UI Semilight" panose="020B0400000000000000" pitchFamily="34" charset="-128"/>
            </a:rPr>
            <a:t>diet</a:t>
          </a:r>
          <a:r>
            <a:rPr lang="en-GB" sz="1200" dirty="0">
              <a:latin typeface="Yu Gothic UI Semilight" panose="020B0400000000000000" pitchFamily="34" charset="-128"/>
              <a:ea typeface="Yu Gothic UI Semilight" panose="020B0400000000000000" pitchFamily="34" charset="-128"/>
            </a:rPr>
            <a:t>, </a:t>
          </a:r>
          <a:r>
            <a:rPr lang="en-GB" sz="1200" b="1" dirty="0">
              <a:latin typeface="Yu Gothic UI Semilight" panose="020B0400000000000000" pitchFamily="34" charset="-128"/>
              <a:ea typeface="Yu Gothic UI Semilight" panose="020B0400000000000000" pitchFamily="34" charset="-128"/>
            </a:rPr>
            <a:t>religion</a:t>
          </a:r>
          <a:r>
            <a:rPr lang="en-GB" sz="1200" dirty="0">
              <a:latin typeface="Yu Gothic UI Semilight" panose="020B0400000000000000" pitchFamily="34" charset="-128"/>
              <a:ea typeface="Yu Gothic UI Semilight" panose="020B0400000000000000" pitchFamily="34" charset="-128"/>
            </a:rPr>
            <a:t>, </a:t>
          </a:r>
          <a:r>
            <a:rPr lang="en-GB" sz="1200" b="1" dirty="0">
              <a:latin typeface="Yu Gothic UI Semilight" panose="020B0400000000000000" pitchFamily="34" charset="-128"/>
              <a:ea typeface="Yu Gothic UI Semilight" panose="020B0400000000000000" pitchFamily="34" charset="-128"/>
            </a:rPr>
            <a:t>smoker</a:t>
          </a:r>
          <a:r>
            <a:rPr lang="en-GB" sz="1200" dirty="0">
              <a:latin typeface="Yu Gothic UI Semilight" panose="020B0400000000000000" pitchFamily="34" charset="-128"/>
              <a:ea typeface="Yu Gothic UI Semilight" panose="020B0400000000000000" pitchFamily="34" charset="-128"/>
            </a:rPr>
            <a:t> status, and zodiac </a:t>
          </a:r>
          <a:r>
            <a:rPr lang="en-GB" sz="1200" b="1" dirty="0">
              <a:latin typeface="Yu Gothic UI Semilight" panose="020B0400000000000000" pitchFamily="34" charset="-128"/>
              <a:ea typeface="Yu Gothic UI Semilight" panose="020B0400000000000000" pitchFamily="34" charset="-128"/>
            </a:rPr>
            <a:t>sign</a:t>
          </a:r>
          <a:r>
            <a:rPr lang="en-GB" sz="1200" dirty="0">
              <a:latin typeface="Yu Gothic UI Semilight" panose="020B0400000000000000" pitchFamily="34" charset="-128"/>
              <a:ea typeface="Yu Gothic UI Semilight" panose="020B0400000000000000" pitchFamily="34" charset="-128"/>
            </a:rPr>
            <a:t>.</a:t>
          </a:r>
          <a:endParaRPr lang="en-GB" sz="1400" dirty="0">
            <a:latin typeface="Yu Gothic UI Semilight" panose="020B0400000000000000" pitchFamily="34" charset="-128"/>
            <a:ea typeface="Yu Gothic UI Semilight" panose="020B0400000000000000" pitchFamily="34" charset="-128"/>
          </a:endParaRPr>
        </a:p>
      </dgm:t>
    </dgm:pt>
    <dgm:pt modelId="{A6220A1E-BB77-472B-960E-F12D63759395}" type="parTrans" cxnId="{633AAA63-0683-4DBE-8089-26A9B0BB3BBA}">
      <dgm:prSet/>
      <dgm:spPr/>
      <dgm:t>
        <a:bodyPr/>
        <a:lstStyle/>
        <a:p>
          <a:endParaRPr lang="en-GB"/>
        </a:p>
      </dgm:t>
    </dgm:pt>
    <dgm:pt modelId="{6244E6B2-2AA7-4E6F-8F5B-17CED60EC799}" type="sibTrans" cxnId="{633AAA63-0683-4DBE-8089-26A9B0BB3BBA}">
      <dgm:prSet/>
      <dgm:spPr/>
      <dgm:t>
        <a:bodyPr/>
        <a:lstStyle/>
        <a:p>
          <a:endParaRPr lang="en-GB"/>
        </a:p>
      </dgm:t>
    </dgm:pt>
    <dgm:pt modelId="{A6DC1595-5AD6-4E16-A2C0-0AD88D240FEC}">
      <dgm:prSet phldrT="Title" phldr="0"/>
      <dgm:spPr/>
      <dgm:t>
        <a:bodyPr/>
        <a:lstStyle/>
        <a:p>
          <a:pPr>
            <a:defRPr b="1"/>
          </a:pPr>
          <a:r>
            <a:rPr lang="en-GB" dirty="0"/>
            <a:t>Obstacles</a:t>
          </a:r>
        </a:p>
      </dgm:t>
    </dgm:pt>
    <dgm:pt modelId="{715A077F-96EF-47F6-B264-4450FA0DEF09}" type="parTrans" cxnId="{120D8649-4900-4925-ADEE-73D796E4A998}">
      <dgm:prSet/>
      <dgm:spPr/>
      <dgm:t>
        <a:bodyPr/>
        <a:lstStyle/>
        <a:p>
          <a:endParaRPr lang="en-GB"/>
        </a:p>
      </dgm:t>
    </dgm:pt>
    <dgm:pt modelId="{88B9B046-AB9F-4F98-B047-33449B97DCF3}" type="sibTrans" cxnId="{120D8649-4900-4925-ADEE-73D796E4A998}">
      <dgm:prSet/>
      <dgm:spPr/>
      <dgm:t>
        <a:bodyPr/>
        <a:lstStyle/>
        <a:p>
          <a:endParaRPr lang="en-GB"/>
        </a:p>
      </dgm:t>
    </dgm:pt>
    <dgm:pt modelId="{CBA84ADA-96E3-4FB9-9169-58908AD71990}">
      <dgm:prSet phldrT="Description" phldr="0" custT="1"/>
      <dgm:spPr/>
      <dgm:t>
        <a:bodyPr/>
        <a:lstStyle/>
        <a:p>
          <a:r>
            <a:rPr lang="en-GB" sz="1200" dirty="0">
              <a:latin typeface="Yu Gothic UI Semilight" panose="020B0400000000000000" pitchFamily="34" charset="-128"/>
              <a:ea typeface="Yu Gothic UI Semilight" panose="020B0400000000000000" pitchFamily="34" charset="-128"/>
            </a:rPr>
            <a:t>Many of the features contained missing rows of data. Some features, such as the </a:t>
          </a:r>
          <a:r>
            <a:rPr lang="en-GB" sz="1200" b="1" i="0" dirty="0">
              <a:latin typeface="Yu Gothic UI Semilight" panose="020B0400000000000000" pitchFamily="34" charset="-128"/>
              <a:ea typeface="Yu Gothic UI Semilight" panose="020B0400000000000000" pitchFamily="34" charset="-128"/>
            </a:rPr>
            <a:t>diet</a:t>
          </a:r>
          <a:r>
            <a:rPr lang="en-GB" sz="1200" b="0" i="0" dirty="0">
              <a:latin typeface="Yu Gothic UI Semilight" panose="020B0400000000000000" pitchFamily="34" charset="-128"/>
              <a:ea typeface="Yu Gothic UI Semilight" panose="020B0400000000000000" pitchFamily="34" charset="-128"/>
            </a:rPr>
            <a:t>, </a:t>
          </a:r>
          <a:r>
            <a:rPr lang="en-GB" sz="1200" b="1" i="0" dirty="0">
              <a:latin typeface="Yu Gothic UI Semilight" panose="020B0400000000000000" pitchFamily="34" charset="-128"/>
              <a:ea typeface="Yu Gothic UI Semilight" panose="020B0400000000000000" pitchFamily="34" charset="-128"/>
            </a:rPr>
            <a:t>offspring</a:t>
          </a:r>
          <a:r>
            <a:rPr lang="en-GB" sz="1200" b="0" i="0" dirty="0">
              <a:latin typeface="Yu Gothic UI Semilight" panose="020B0400000000000000" pitchFamily="34" charset="-128"/>
              <a:ea typeface="Yu Gothic UI Semilight" panose="020B0400000000000000" pitchFamily="34" charset="-128"/>
            </a:rPr>
            <a:t> and </a:t>
          </a:r>
          <a:r>
            <a:rPr lang="en-GB" sz="1200" b="1" i="0" dirty="0">
              <a:latin typeface="Yu Gothic UI Semilight" panose="020B0400000000000000" pitchFamily="34" charset="-128"/>
              <a:ea typeface="Yu Gothic UI Semilight" panose="020B0400000000000000" pitchFamily="34" charset="-128"/>
            </a:rPr>
            <a:t>religion</a:t>
          </a:r>
          <a:r>
            <a:rPr lang="en-GB" sz="1200" b="0" i="0" dirty="0">
              <a:latin typeface="Yu Gothic UI Semilight" panose="020B0400000000000000" pitchFamily="34" charset="-128"/>
              <a:ea typeface="Yu Gothic UI Semilight" panose="020B0400000000000000" pitchFamily="34" charset="-128"/>
            </a:rPr>
            <a:t> columns, had many missing entries, possibly due to the sensitivity of the topics. The </a:t>
          </a:r>
          <a:r>
            <a:rPr lang="en-GB" sz="1200" b="1" i="0" dirty="0">
              <a:latin typeface="Yu Gothic UI Semilight" panose="020B0400000000000000" pitchFamily="34" charset="-128"/>
              <a:ea typeface="Yu Gothic UI Semilight" panose="020B0400000000000000" pitchFamily="34" charset="-128"/>
            </a:rPr>
            <a:t>age</a:t>
          </a:r>
          <a:r>
            <a:rPr lang="en-GB" sz="1200" b="0" i="0" dirty="0">
              <a:latin typeface="Yu Gothic UI Semilight" panose="020B0400000000000000" pitchFamily="34" charset="-128"/>
              <a:ea typeface="Yu Gothic UI Semilight" panose="020B0400000000000000" pitchFamily="34" charset="-128"/>
            </a:rPr>
            <a:t> and </a:t>
          </a:r>
          <a:r>
            <a:rPr lang="en-GB" sz="1200" b="1" i="0" dirty="0">
              <a:latin typeface="Yu Gothic UI Semilight" panose="020B0400000000000000" pitchFamily="34" charset="-128"/>
              <a:ea typeface="Yu Gothic UI Semilight" panose="020B0400000000000000" pitchFamily="34" charset="-128"/>
            </a:rPr>
            <a:t>height</a:t>
          </a:r>
          <a:r>
            <a:rPr lang="en-GB" sz="1200" b="0" i="0" dirty="0">
              <a:latin typeface="Yu Gothic UI Semilight" panose="020B0400000000000000" pitchFamily="34" charset="-128"/>
              <a:ea typeface="Yu Gothic UI Semilight" panose="020B0400000000000000" pitchFamily="34" charset="-128"/>
            </a:rPr>
            <a:t> columns also contained some outliers unlikely to be correct entries. </a:t>
          </a:r>
          <a:endParaRPr lang="en-GB" sz="1200" dirty="0">
            <a:latin typeface="Yu Gothic UI Semilight" panose="020B0400000000000000" pitchFamily="34" charset="-128"/>
            <a:ea typeface="Yu Gothic UI Semilight" panose="020B0400000000000000" pitchFamily="34" charset="-128"/>
          </a:endParaRPr>
        </a:p>
      </dgm:t>
    </dgm:pt>
    <dgm:pt modelId="{4114CAA8-DFAD-4316-80A7-1F9578AD87AC}" type="parTrans" cxnId="{11C305AB-01AC-4735-8EA2-0B16BF5810F4}">
      <dgm:prSet/>
      <dgm:spPr/>
      <dgm:t>
        <a:bodyPr/>
        <a:lstStyle/>
        <a:p>
          <a:endParaRPr lang="en-GB"/>
        </a:p>
      </dgm:t>
    </dgm:pt>
    <dgm:pt modelId="{CCB1F0BA-C179-4AD1-B532-6C18C36AD92D}" type="sibTrans" cxnId="{11C305AB-01AC-4735-8EA2-0B16BF5810F4}">
      <dgm:prSet/>
      <dgm:spPr/>
      <dgm:t>
        <a:bodyPr/>
        <a:lstStyle/>
        <a:p>
          <a:endParaRPr lang="en-GB"/>
        </a:p>
      </dgm:t>
    </dgm:pt>
    <dgm:pt modelId="{90A97E0C-7879-4BC1-B619-5CCF5EE5A88C}" type="pres">
      <dgm:prSet presAssocID="{AFF0D854-D0AB-4EBF-A50D-406D9CAF04D4}" presName="root" presStyleCnt="0">
        <dgm:presLayoutVars>
          <dgm:dir/>
          <dgm:resizeHandles val="exact"/>
        </dgm:presLayoutVars>
      </dgm:prSet>
      <dgm:spPr/>
    </dgm:pt>
    <dgm:pt modelId="{63A09779-0813-4C8C-9AC8-D8ECA4335FDF}" type="pres">
      <dgm:prSet presAssocID="{D84B216A-033E-4668-8998-AB46541AFBE9}" presName="compNode" presStyleCnt="0"/>
      <dgm:spPr/>
    </dgm:pt>
    <dgm:pt modelId="{8E3B3DE9-9986-4CF9-BD2A-7EE019AE550F}" type="pres">
      <dgm:prSet presAssocID="{D84B216A-033E-4668-8998-AB46541AFBE9}" presName="accentLine" presStyleLbl="dkBgShp" presStyleIdx="0" presStyleCnt="3"/>
      <dgm:spPr>
        <a:solidFill>
          <a:schemeClr val="accent1">
            <a:shade val="80000"/>
            <a:hueOff val="0"/>
            <a:satOff val="0"/>
            <a:lumOff val="0"/>
            <a:alphaOff val="0"/>
          </a:schemeClr>
        </a:solidFill>
        <a:ln>
          <a:noFill/>
        </a:ln>
        <a:effectLst/>
      </dgm:spPr>
    </dgm:pt>
    <dgm:pt modelId="{5FC7AB3E-E33E-41A8-8E53-0F5D4B0FD2B6}" type="pres">
      <dgm:prSet presAssocID="{D84B216A-033E-4668-8998-AB46541AFBE9}" presName="titleText" presStyleLbl="revTx" presStyleIdx="0" presStyleCnt="6">
        <dgm:presLayoutVars>
          <dgm:chMax val="0"/>
          <dgm:chPref val="0"/>
        </dgm:presLayoutVars>
      </dgm:prSet>
      <dgm:spPr/>
    </dgm:pt>
    <dgm:pt modelId="{C941D104-F19D-4F79-BECB-6E0F02117D51}" type="pres">
      <dgm:prSet presAssocID="{D84B216A-033E-4668-8998-AB46541AFBE9}" presName="bodyText" presStyleLbl="revTx" presStyleIdx="1" presStyleCnt="6">
        <dgm:presLayoutVars>
          <dgm:chMax val="0"/>
          <dgm:chPref val="0"/>
        </dgm:presLayoutVars>
      </dgm:prSet>
      <dgm:spPr/>
    </dgm:pt>
    <dgm:pt modelId="{253DEDC0-581A-49A1-9B19-5B23B1788239}" type="pres">
      <dgm:prSet presAssocID="{23EBB93B-D174-4B2A-ABBE-E451D20D925B}" presName="sibTrans" presStyleCnt="0"/>
      <dgm:spPr/>
    </dgm:pt>
    <dgm:pt modelId="{E249E1AB-AB9E-4868-9AC6-7ABDAABA9086}" type="pres">
      <dgm:prSet presAssocID="{B2C08B0C-A43A-442F-8E02-54C6E65B69B6}" presName="compNode" presStyleCnt="0"/>
      <dgm:spPr/>
    </dgm:pt>
    <dgm:pt modelId="{C10799AD-B342-4043-9539-303F3880E6B3}" type="pres">
      <dgm:prSet presAssocID="{B2C08B0C-A43A-442F-8E02-54C6E65B69B6}" presName="accentLine" presStyleLbl="dkBgShp" presStyleIdx="1" presStyleCnt="3"/>
      <dgm:spPr>
        <a:solidFill>
          <a:schemeClr val="accent1">
            <a:shade val="80000"/>
            <a:hueOff val="0"/>
            <a:satOff val="0"/>
            <a:lumOff val="0"/>
            <a:alphaOff val="0"/>
          </a:schemeClr>
        </a:solidFill>
        <a:ln>
          <a:noFill/>
        </a:ln>
        <a:effectLst/>
      </dgm:spPr>
    </dgm:pt>
    <dgm:pt modelId="{81290FA1-DECB-491E-A978-4A5D42FAC6F8}" type="pres">
      <dgm:prSet presAssocID="{B2C08B0C-A43A-442F-8E02-54C6E65B69B6}" presName="titleText" presStyleLbl="revTx" presStyleIdx="2" presStyleCnt="6">
        <dgm:presLayoutVars>
          <dgm:chMax val="0"/>
          <dgm:chPref val="0"/>
        </dgm:presLayoutVars>
      </dgm:prSet>
      <dgm:spPr/>
    </dgm:pt>
    <dgm:pt modelId="{A2E6A667-C4F5-4489-8AB4-8791A31ACB42}" type="pres">
      <dgm:prSet presAssocID="{B2C08B0C-A43A-442F-8E02-54C6E65B69B6}" presName="bodyText" presStyleLbl="revTx" presStyleIdx="3" presStyleCnt="6">
        <dgm:presLayoutVars>
          <dgm:chMax val="0"/>
          <dgm:chPref val="0"/>
        </dgm:presLayoutVars>
      </dgm:prSet>
      <dgm:spPr/>
    </dgm:pt>
    <dgm:pt modelId="{BBA95CA1-2C94-43E3-85DD-1C4706F067EC}" type="pres">
      <dgm:prSet presAssocID="{BAC00185-4370-4081-B638-D57FAA46D925}" presName="sibTrans" presStyleCnt="0"/>
      <dgm:spPr/>
    </dgm:pt>
    <dgm:pt modelId="{F18BB54B-414B-4772-8FD0-0F62028A995C}" type="pres">
      <dgm:prSet presAssocID="{A6DC1595-5AD6-4E16-A2C0-0AD88D240FEC}" presName="compNode" presStyleCnt="0"/>
      <dgm:spPr/>
    </dgm:pt>
    <dgm:pt modelId="{74C0B1B6-AD43-4A09-AED3-C9E5DEF4C7A9}" type="pres">
      <dgm:prSet presAssocID="{A6DC1595-5AD6-4E16-A2C0-0AD88D240FEC}" presName="accentLine" presStyleLbl="dkBgShp" presStyleIdx="2" presStyleCnt="3"/>
      <dgm:spPr>
        <a:solidFill>
          <a:schemeClr val="accent1">
            <a:shade val="80000"/>
            <a:hueOff val="0"/>
            <a:satOff val="0"/>
            <a:lumOff val="0"/>
            <a:alphaOff val="0"/>
          </a:schemeClr>
        </a:solidFill>
        <a:ln>
          <a:noFill/>
        </a:ln>
        <a:effectLst/>
      </dgm:spPr>
    </dgm:pt>
    <dgm:pt modelId="{89A4B3A6-53AE-4919-A589-F48A8820CACF}" type="pres">
      <dgm:prSet presAssocID="{A6DC1595-5AD6-4E16-A2C0-0AD88D240FEC}" presName="titleText" presStyleLbl="revTx" presStyleIdx="4" presStyleCnt="6">
        <dgm:presLayoutVars>
          <dgm:chMax val="0"/>
          <dgm:chPref val="0"/>
        </dgm:presLayoutVars>
      </dgm:prSet>
      <dgm:spPr/>
    </dgm:pt>
    <dgm:pt modelId="{E55A895E-BE01-4E48-B5E0-4A42D74DA1C1}" type="pres">
      <dgm:prSet presAssocID="{A6DC1595-5AD6-4E16-A2C0-0AD88D240FEC}" presName="bodyText" presStyleLbl="revTx" presStyleIdx="5" presStyleCnt="6">
        <dgm:presLayoutVars>
          <dgm:chMax val="0"/>
          <dgm:chPref val="0"/>
        </dgm:presLayoutVars>
      </dgm:prSet>
      <dgm:spPr/>
    </dgm:pt>
  </dgm:ptLst>
  <dgm:cxnLst>
    <dgm:cxn modelId="{5F044D1A-B9BB-4FA5-B063-971DDD04F06D}" type="presOf" srcId="{A6DC1595-5AD6-4E16-A2C0-0AD88D240FEC}" destId="{89A4B3A6-53AE-4919-A589-F48A8820CACF}" srcOrd="0" destOrd="0" presId="urn:microsoft.com/office/officeart/2026/layout/TextCardShortLine"/>
    <dgm:cxn modelId="{4F330921-6FC6-40F7-AEE1-9343C08134A5}" type="presOf" srcId="{D84B216A-033E-4668-8998-AB46541AFBE9}" destId="{5FC7AB3E-E33E-41A8-8E53-0F5D4B0FD2B6}" srcOrd="0" destOrd="0" presId="urn:microsoft.com/office/officeart/2026/layout/TextCardShortLine"/>
    <dgm:cxn modelId="{29F5052B-6531-49B4-8941-5E19C34CADE5}" type="presOf" srcId="{AFF0D854-D0AB-4EBF-A50D-406D9CAF04D4}" destId="{90A97E0C-7879-4BC1-B619-5CCF5EE5A88C}" srcOrd="0" destOrd="0" presId="urn:microsoft.com/office/officeart/2026/layout/TextCardShortLine"/>
    <dgm:cxn modelId="{633AAA63-0683-4DBE-8089-26A9B0BB3BBA}" srcId="{B2C08B0C-A43A-442F-8E02-54C6E65B69B6}" destId="{45E95789-6BD4-47F8-9258-21A59FA309E4}" srcOrd="0" destOrd="0" parTransId="{A6220A1E-BB77-472B-960E-F12D63759395}" sibTransId="{6244E6B2-2AA7-4E6F-8F5B-17CED60EC799}"/>
    <dgm:cxn modelId="{120D8649-4900-4925-ADEE-73D796E4A998}" srcId="{AFF0D854-D0AB-4EBF-A50D-406D9CAF04D4}" destId="{A6DC1595-5AD6-4E16-A2C0-0AD88D240FEC}" srcOrd="2" destOrd="0" parTransId="{715A077F-96EF-47F6-B264-4450FA0DEF09}" sibTransId="{88B9B046-AB9F-4F98-B047-33449B97DCF3}"/>
    <dgm:cxn modelId="{F7F37D53-7A32-4D17-A6DA-CC68EE6E3BAB}" srcId="{AFF0D854-D0AB-4EBF-A50D-406D9CAF04D4}" destId="{B2C08B0C-A43A-442F-8E02-54C6E65B69B6}" srcOrd="1" destOrd="0" parTransId="{546EBDF4-439F-41E3-BFA7-C5B0C9524E3D}" sibTransId="{BAC00185-4370-4081-B638-D57FAA46D925}"/>
    <dgm:cxn modelId="{3E322B8D-7A73-4E02-945F-529438C51B72}" type="presOf" srcId="{B2C08B0C-A43A-442F-8E02-54C6E65B69B6}" destId="{81290FA1-DECB-491E-A978-4A5D42FAC6F8}" srcOrd="0" destOrd="0" presId="urn:microsoft.com/office/officeart/2026/layout/TextCardShortLine"/>
    <dgm:cxn modelId="{11C305AB-01AC-4735-8EA2-0B16BF5810F4}" srcId="{A6DC1595-5AD6-4E16-A2C0-0AD88D240FEC}" destId="{CBA84ADA-96E3-4FB9-9169-58908AD71990}" srcOrd="0" destOrd="0" parTransId="{4114CAA8-DFAD-4316-80A7-1F9578AD87AC}" sibTransId="{CCB1F0BA-C179-4AD1-B532-6C18C36AD92D}"/>
    <dgm:cxn modelId="{DA6288B1-3EB8-4B7C-86D5-82ABD97AE3EC}" type="presOf" srcId="{CBA84ADA-96E3-4FB9-9169-58908AD71990}" destId="{E55A895E-BE01-4E48-B5E0-4A42D74DA1C1}" srcOrd="0" destOrd="0" presId="urn:microsoft.com/office/officeart/2026/layout/TextCardShortLine"/>
    <dgm:cxn modelId="{FD465DC9-EF30-4048-815D-8C9B4CD66AC7}" type="presOf" srcId="{45E95789-6BD4-47F8-9258-21A59FA309E4}" destId="{A2E6A667-C4F5-4489-8AB4-8791A31ACB42}" srcOrd="0" destOrd="0" presId="urn:microsoft.com/office/officeart/2026/layout/TextCardShortLine"/>
    <dgm:cxn modelId="{720B37EA-1D5B-4804-BB0D-6F99F8B2B4D1}" type="presOf" srcId="{FA1800FE-3377-4C70-BD44-E7E8A8CE7CF2}" destId="{C941D104-F19D-4F79-BECB-6E0F02117D51}" srcOrd="0" destOrd="0" presId="urn:microsoft.com/office/officeart/2026/layout/TextCardShortLine"/>
    <dgm:cxn modelId="{7A5760F8-0E16-45CD-A178-EB52CAA55FB5}" srcId="{AFF0D854-D0AB-4EBF-A50D-406D9CAF04D4}" destId="{D84B216A-033E-4668-8998-AB46541AFBE9}" srcOrd="0" destOrd="0" parTransId="{39DC6F0C-B00D-4C08-BD72-2C225B0566E4}" sibTransId="{23EBB93B-D174-4B2A-ABBE-E451D20D925B}"/>
    <dgm:cxn modelId="{4CE001FF-9370-44D5-AB32-B7B3DC3639E4}" srcId="{D84B216A-033E-4668-8998-AB46541AFBE9}" destId="{FA1800FE-3377-4C70-BD44-E7E8A8CE7CF2}" srcOrd="0" destOrd="0" parTransId="{CD360F8C-82B0-462C-98A6-7C56C112E0E1}" sibTransId="{B366E226-9A8D-4DB5-90F1-B0DFCE596019}"/>
    <dgm:cxn modelId="{FC1B89B5-E274-4A1C-94DB-5CE0809ABF91}" type="presParOf" srcId="{90A97E0C-7879-4BC1-B619-5CCF5EE5A88C}" destId="{63A09779-0813-4C8C-9AC8-D8ECA4335FDF}" srcOrd="0" destOrd="0" presId="urn:microsoft.com/office/officeart/2026/layout/TextCardShortLine"/>
    <dgm:cxn modelId="{84F3D4CF-8734-4B6A-99FF-C2086B52E63B}" type="presParOf" srcId="{63A09779-0813-4C8C-9AC8-D8ECA4335FDF}" destId="{8E3B3DE9-9986-4CF9-BD2A-7EE019AE550F}" srcOrd="0" destOrd="0" presId="urn:microsoft.com/office/officeart/2026/layout/TextCardShortLine"/>
    <dgm:cxn modelId="{A0A2EF56-36EC-45AD-9A82-851831DB5052}" type="presParOf" srcId="{63A09779-0813-4C8C-9AC8-D8ECA4335FDF}" destId="{5FC7AB3E-E33E-41A8-8E53-0F5D4B0FD2B6}" srcOrd="1" destOrd="0" presId="urn:microsoft.com/office/officeart/2026/layout/TextCardShortLine"/>
    <dgm:cxn modelId="{1881BA0C-FF3A-43FF-A3FC-F5DD0520AFF9}" type="presParOf" srcId="{63A09779-0813-4C8C-9AC8-D8ECA4335FDF}" destId="{C941D104-F19D-4F79-BECB-6E0F02117D51}" srcOrd="2" destOrd="0" presId="urn:microsoft.com/office/officeart/2026/layout/TextCardShortLine"/>
    <dgm:cxn modelId="{AF97CD97-25E6-4FD6-9F21-5D02262A0ED6}" type="presParOf" srcId="{90A97E0C-7879-4BC1-B619-5CCF5EE5A88C}" destId="{253DEDC0-581A-49A1-9B19-5B23B1788239}" srcOrd="1" destOrd="0" presId="urn:microsoft.com/office/officeart/2026/layout/TextCardShortLine"/>
    <dgm:cxn modelId="{98717664-792E-410A-8C4A-D1A4487DB784}" type="presParOf" srcId="{90A97E0C-7879-4BC1-B619-5CCF5EE5A88C}" destId="{E249E1AB-AB9E-4868-9AC6-7ABDAABA9086}" srcOrd="2" destOrd="0" presId="urn:microsoft.com/office/officeart/2026/layout/TextCardShortLine"/>
    <dgm:cxn modelId="{FB6BF5F2-B5F6-4A47-8B20-77E26F48F31E}" type="presParOf" srcId="{E249E1AB-AB9E-4868-9AC6-7ABDAABA9086}" destId="{C10799AD-B342-4043-9539-303F3880E6B3}" srcOrd="0" destOrd="0" presId="urn:microsoft.com/office/officeart/2026/layout/TextCardShortLine"/>
    <dgm:cxn modelId="{2B1A431B-986D-4A38-B251-6C08E87B9DBF}" type="presParOf" srcId="{E249E1AB-AB9E-4868-9AC6-7ABDAABA9086}" destId="{81290FA1-DECB-491E-A978-4A5D42FAC6F8}" srcOrd="1" destOrd="0" presId="urn:microsoft.com/office/officeart/2026/layout/TextCardShortLine"/>
    <dgm:cxn modelId="{8EB6D4F6-4C4F-426D-9827-69FD0263BE36}" type="presParOf" srcId="{E249E1AB-AB9E-4868-9AC6-7ABDAABA9086}" destId="{A2E6A667-C4F5-4489-8AB4-8791A31ACB42}" srcOrd="2" destOrd="0" presId="urn:microsoft.com/office/officeart/2026/layout/TextCardShortLine"/>
    <dgm:cxn modelId="{EA1A9B14-0B33-4D8E-8AA8-280D5AC9B14D}" type="presParOf" srcId="{90A97E0C-7879-4BC1-B619-5CCF5EE5A88C}" destId="{BBA95CA1-2C94-43E3-85DD-1C4706F067EC}" srcOrd="3" destOrd="0" presId="urn:microsoft.com/office/officeart/2026/layout/TextCardShortLine"/>
    <dgm:cxn modelId="{9A63E636-CD79-4285-B2D7-B6A0D2971141}" type="presParOf" srcId="{90A97E0C-7879-4BC1-B619-5CCF5EE5A88C}" destId="{F18BB54B-414B-4772-8FD0-0F62028A995C}" srcOrd="4" destOrd="0" presId="urn:microsoft.com/office/officeart/2026/layout/TextCardShortLine"/>
    <dgm:cxn modelId="{8AE072C6-782D-4312-8F0E-F2D8F27235BB}" type="presParOf" srcId="{F18BB54B-414B-4772-8FD0-0F62028A995C}" destId="{74C0B1B6-AD43-4A09-AED3-C9E5DEF4C7A9}" srcOrd="0" destOrd="0" presId="urn:microsoft.com/office/officeart/2026/layout/TextCardShortLine"/>
    <dgm:cxn modelId="{395D2D0B-E5AC-4592-9D41-B48E1DD8E8BB}" type="presParOf" srcId="{F18BB54B-414B-4772-8FD0-0F62028A995C}" destId="{89A4B3A6-53AE-4919-A589-F48A8820CACF}" srcOrd="1" destOrd="0" presId="urn:microsoft.com/office/officeart/2026/layout/TextCardShortLine"/>
    <dgm:cxn modelId="{9E7582C5-DFCD-4774-9E0F-40CE4D289046}" type="presParOf" srcId="{F18BB54B-414B-4772-8FD0-0F62028A995C}" destId="{E55A895E-BE01-4E48-B5E0-4A42D74DA1C1}" srcOrd="2" destOrd="0" presId="urn:microsoft.com/office/officeart/2026/layout/TextCardShort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B313E4A-8B87-4AAD-AEEE-9B1435558CB9}" type="doc">
      <dgm:prSet loTypeId="urn:microsoft.com/office/officeart/2008/layout/LinedList" loCatId="list" qsTypeId="urn:microsoft.com/office/officeart/2005/8/quickstyle/simple1" qsCatId="simple" csTypeId="urn:microsoft.com/office/officeart/2005/8/colors/accent1_2" csCatId="accent1" phldr="1"/>
      <dgm:spPr/>
      <dgm:t>
        <a:bodyPr/>
        <a:lstStyle/>
        <a:p>
          <a:endParaRPr lang="en-US"/>
        </a:p>
      </dgm:t>
    </dgm:pt>
    <dgm:pt modelId="{527C33A0-D4CE-48C2-812A-2152C182D6D8}">
      <dgm:prSet phldrT="[Text]" custT="1"/>
      <dgm:spPr>
        <a:ln>
          <a:noFill/>
        </a:ln>
      </dgm:spPr>
      <dgm:t>
        <a:bodyPr anchor="ctr"/>
        <a:lstStyle/>
        <a:p>
          <a:r>
            <a:rPr lang="en-US" sz="1600" b="0" i="0" kern="1200" cap="all" spc="300" baseline="0" dirty="0">
              <a:solidFill>
                <a:schemeClr val="tx1"/>
              </a:solidFill>
              <a:latin typeface="Yu Gothic UI Semilight" panose="020B0400000000000000" pitchFamily="34" charset="-128"/>
              <a:ea typeface="+mn-ea"/>
              <a:cs typeface="+mn-cs"/>
            </a:rPr>
            <a:t>Market Research</a:t>
          </a:r>
        </a:p>
      </dgm:t>
    </dgm:pt>
    <dgm:pt modelId="{051EA6F1-57D0-42F2-BD63-8D741E1935F1}" type="parTrans" cxnId="{67CDFC22-3852-49AA-846F-62CFC47D4773}">
      <dgm:prSet/>
      <dgm:spPr/>
      <dgm:t>
        <a:bodyPr/>
        <a:lstStyle/>
        <a:p>
          <a:endParaRPr lang="en-US" sz="1400">
            <a:solidFill>
              <a:schemeClr val="accent3"/>
            </a:solidFill>
          </a:endParaRPr>
        </a:p>
      </dgm:t>
    </dgm:pt>
    <dgm:pt modelId="{E3167961-4CF2-4300-9C4A-A70246E015B1}" type="sibTrans" cxnId="{67CDFC22-3852-49AA-846F-62CFC47D4773}">
      <dgm:prSet/>
      <dgm:spPr/>
      <dgm:t>
        <a:bodyPr/>
        <a:lstStyle/>
        <a:p>
          <a:endParaRPr lang="en-US" sz="1400">
            <a:solidFill>
              <a:schemeClr val="accent3"/>
            </a:solidFill>
          </a:endParaRPr>
        </a:p>
      </dgm:t>
    </dgm:pt>
    <dgm:pt modelId="{B6769171-B80C-4F5B-90C7-EC3BDB7E9754}">
      <dgm:prSet phldrT="[Text]" custT="1"/>
      <dgm:spPr/>
      <dgm:t>
        <a:bodyPr anchor="ctr"/>
        <a:lstStyle/>
        <a:p>
          <a:pPr marL="0" lvl="0" indent="0" algn="l" defTabSz="711200">
            <a:lnSpc>
              <a:spcPct val="90000"/>
            </a:lnSpc>
            <a:spcBef>
              <a:spcPct val="0"/>
            </a:spcBef>
            <a:spcAft>
              <a:spcPct val="35000"/>
            </a:spcAft>
            <a:buNone/>
          </a:pPr>
          <a:r>
            <a:rPr lang="en-US" sz="1600" b="0" i="0" kern="1200" cap="all" spc="300" baseline="0" dirty="0">
              <a:solidFill>
                <a:prstClr val="black"/>
              </a:solidFill>
              <a:latin typeface="Yu Gothic UI Semilight" panose="020B0400000000000000" pitchFamily="34" charset="-128"/>
              <a:ea typeface="+mn-ea"/>
              <a:cs typeface="+mn-cs"/>
            </a:rPr>
            <a:t>User Testing</a:t>
          </a:r>
        </a:p>
      </dgm:t>
    </dgm:pt>
    <dgm:pt modelId="{EBFED7B5-6EA8-4A9E-BFDD-4F059EEEF6B1}" type="parTrans" cxnId="{DE2646DB-D133-4C29-A2FC-663797E2947F}">
      <dgm:prSet/>
      <dgm:spPr/>
      <dgm:t>
        <a:bodyPr/>
        <a:lstStyle/>
        <a:p>
          <a:endParaRPr lang="en-US" sz="1400">
            <a:solidFill>
              <a:schemeClr val="accent3"/>
            </a:solidFill>
          </a:endParaRPr>
        </a:p>
      </dgm:t>
    </dgm:pt>
    <dgm:pt modelId="{15DA4E02-04FA-4A21-9790-F88305AE1DDF}" type="sibTrans" cxnId="{DE2646DB-D133-4C29-A2FC-663797E2947F}">
      <dgm:prSet/>
      <dgm:spPr/>
      <dgm:t>
        <a:bodyPr/>
        <a:lstStyle/>
        <a:p>
          <a:endParaRPr lang="en-US" sz="1400">
            <a:solidFill>
              <a:schemeClr val="accent3"/>
            </a:solidFill>
          </a:endParaRPr>
        </a:p>
      </dgm:t>
    </dgm:pt>
    <dgm:pt modelId="{01FCF63A-9A53-4641-925C-35AB10312164}">
      <dgm:prSet phldrT="[Text]" custT="1"/>
      <dgm:spPr/>
      <dgm:t>
        <a:bodyPr anchor="ctr"/>
        <a:lstStyle/>
        <a:p>
          <a:pPr marL="0" lvl="0" indent="0" algn="l" defTabSz="711200">
            <a:lnSpc>
              <a:spcPct val="90000"/>
            </a:lnSpc>
            <a:spcBef>
              <a:spcPct val="0"/>
            </a:spcBef>
            <a:spcAft>
              <a:spcPct val="35000"/>
            </a:spcAft>
            <a:buNone/>
          </a:pPr>
          <a:r>
            <a:rPr lang="en-US" sz="1600" b="0" i="0" kern="1200" cap="all" spc="300" baseline="0" dirty="0">
              <a:solidFill>
                <a:prstClr val="black"/>
              </a:solidFill>
              <a:latin typeface="Yu Gothic UI Semilight" panose="020B0400000000000000" pitchFamily="34" charset="-128"/>
              <a:ea typeface="+mn-ea"/>
              <a:cs typeface="+mn-cs"/>
            </a:rPr>
            <a:t>Product Launch</a:t>
          </a:r>
        </a:p>
      </dgm:t>
    </dgm:pt>
    <dgm:pt modelId="{50233F51-F48D-4039-B4C4-FDE607161996}" type="parTrans" cxnId="{0B2CF146-F6F1-4A46-B0F9-EFBDA54F8880}">
      <dgm:prSet/>
      <dgm:spPr/>
      <dgm:t>
        <a:bodyPr/>
        <a:lstStyle/>
        <a:p>
          <a:endParaRPr lang="en-US" sz="1400">
            <a:solidFill>
              <a:schemeClr val="accent3"/>
            </a:solidFill>
          </a:endParaRPr>
        </a:p>
      </dgm:t>
    </dgm:pt>
    <dgm:pt modelId="{47AD5E5A-539A-4690-BE35-128ECD2C6096}" type="sibTrans" cxnId="{0B2CF146-F6F1-4A46-B0F9-EFBDA54F8880}">
      <dgm:prSet/>
      <dgm:spPr/>
      <dgm:t>
        <a:bodyPr/>
        <a:lstStyle/>
        <a:p>
          <a:endParaRPr lang="en-US" sz="1400">
            <a:solidFill>
              <a:schemeClr val="accent3"/>
            </a:solidFill>
          </a:endParaRPr>
        </a:p>
      </dgm:t>
    </dgm:pt>
    <dgm:pt modelId="{19F861D7-06D0-4475-8396-2F5BA32F3667}">
      <dgm:prSet phldrT="[Text]" custT="1"/>
      <dgm:spPr/>
      <dgm:t>
        <a:bodyPr anchor="ctr"/>
        <a:lstStyle/>
        <a:p>
          <a:r>
            <a:rPr lang="en-US" sz="1600" b="0" i="0" kern="1200" cap="all" spc="300" baseline="0" dirty="0">
              <a:solidFill>
                <a:prstClr val="black"/>
              </a:solidFill>
              <a:latin typeface="Yu Gothic UI Semilight" panose="020B0400000000000000" pitchFamily="34" charset="-128"/>
              <a:ea typeface="+mn-ea"/>
              <a:cs typeface="+mn-cs"/>
            </a:rPr>
            <a:t>Product Development</a:t>
          </a:r>
        </a:p>
      </dgm:t>
    </dgm:pt>
    <dgm:pt modelId="{688591F3-C9FA-4E02-ACDA-6F3849A6023D}" type="parTrans" cxnId="{1BBF4133-48CE-4EF2-B1A9-2D15BDAD32DA}">
      <dgm:prSet/>
      <dgm:spPr/>
      <dgm:t>
        <a:bodyPr/>
        <a:lstStyle/>
        <a:p>
          <a:endParaRPr lang="en-US" sz="1400">
            <a:solidFill>
              <a:schemeClr val="accent3"/>
            </a:solidFill>
          </a:endParaRPr>
        </a:p>
      </dgm:t>
    </dgm:pt>
    <dgm:pt modelId="{E600A78F-D810-48FA-BA62-69BAA380AFC0}" type="sibTrans" cxnId="{1BBF4133-48CE-4EF2-B1A9-2D15BDAD32DA}">
      <dgm:prSet/>
      <dgm:spPr/>
      <dgm:t>
        <a:bodyPr/>
        <a:lstStyle/>
        <a:p>
          <a:endParaRPr lang="en-US" sz="1400">
            <a:solidFill>
              <a:schemeClr val="accent3"/>
            </a:solidFill>
          </a:endParaRPr>
        </a:p>
      </dgm:t>
    </dgm:pt>
    <dgm:pt modelId="{D005F7E6-D3D7-4736-A565-5597C92EEA6E}">
      <dgm:prSet phldrT="[Text]" custT="1"/>
      <dgm:spPr/>
      <dgm:t>
        <a:bodyPr anchor="ctr"/>
        <a:lstStyle/>
        <a:p>
          <a:r>
            <a:rPr lang="en-US" sz="3600" dirty="0">
              <a:solidFill>
                <a:schemeClr val="accent3"/>
              </a:solidFill>
              <a:latin typeface="+mj-lt"/>
            </a:rPr>
            <a:t>Q1</a:t>
          </a:r>
        </a:p>
      </dgm:t>
    </dgm:pt>
    <dgm:pt modelId="{5488EE6F-940A-406A-80A3-42C5A10B4269}" type="parTrans" cxnId="{EB93DE1A-F1C2-46BB-91EC-F2BFD558BDCD}">
      <dgm:prSet/>
      <dgm:spPr/>
      <dgm:t>
        <a:bodyPr/>
        <a:lstStyle/>
        <a:p>
          <a:endParaRPr lang="en-US" sz="1400">
            <a:solidFill>
              <a:schemeClr val="accent3"/>
            </a:solidFill>
          </a:endParaRPr>
        </a:p>
      </dgm:t>
    </dgm:pt>
    <dgm:pt modelId="{52810DCF-3FEF-47BA-9560-DDA76F05622B}" type="sibTrans" cxnId="{EB93DE1A-F1C2-46BB-91EC-F2BFD558BDCD}">
      <dgm:prSet/>
      <dgm:spPr/>
      <dgm:t>
        <a:bodyPr/>
        <a:lstStyle/>
        <a:p>
          <a:endParaRPr lang="en-US" sz="1400">
            <a:solidFill>
              <a:schemeClr val="accent3"/>
            </a:solidFill>
          </a:endParaRPr>
        </a:p>
      </dgm:t>
    </dgm:pt>
    <dgm:pt modelId="{6F977B38-B94F-4762-9FA8-43006E979831}">
      <dgm:prSet phldrT="[Text]" custT="1"/>
      <dgm:spPr/>
      <dgm:t>
        <a:bodyPr anchor="ctr"/>
        <a:lstStyle/>
        <a:p>
          <a:r>
            <a:rPr lang="en-US" sz="3600" dirty="0">
              <a:solidFill>
                <a:schemeClr val="accent3"/>
              </a:solidFill>
              <a:latin typeface="+mj-lt"/>
            </a:rPr>
            <a:t>Q2</a:t>
          </a:r>
        </a:p>
      </dgm:t>
    </dgm:pt>
    <dgm:pt modelId="{D645353D-A275-487B-92A0-06F88FEAB990}" type="parTrans" cxnId="{F2E15CDB-CF08-4E99-9BB4-FE8B9862B0BE}">
      <dgm:prSet/>
      <dgm:spPr/>
      <dgm:t>
        <a:bodyPr/>
        <a:lstStyle/>
        <a:p>
          <a:endParaRPr lang="en-US" sz="1400">
            <a:solidFill>
              <a:schemeClr val="accent3"/>
            </a:solidFill>
          </a:endParaRPr>
        </a:p>
      </dgm:t>
    </dgm:pt>
    <dgm:pt modelId="{C116B6CE-0E45-468A-8FCD-98B3260F6E2B}" type="sibTrans" cxnId="{F2E15CDB-CF08-4E99-9BB4-FE8B9862B0BE}">
      <dgm:prSet/>
      <dgm:spPr/>
      <dgm:t>
        <a:bodyPr/>
        <a:lstStyle/>
        <a:p>
          <a:endParaRPr lang="en-US" sz="1400">
            <a:solidFill>
              <a:schemeClr val="accent3"/>
            </a:solidFill>
          </a:endParaRPr>
        </a:p>
      </dgm:t>
    </dgm:pt>
    <dgm:pt modelId="{D1DFD31E-EBD3-4332-8636-6D8373C48843}">
      <dgm:prSet phldrT="[Text]" custT="1"/>
      <dgm:spPr/>
      <dgm:t>
        <a:bodyPr anchor="ctr"/>
        <a:lstStyle/>
        <a:p>
          <a:r>
            <a:rPr lang="en-US" sz="3600" dirty="0">
              <a:solidFill>
                <a:schemeClr val="accent3"/>
              </a:solidFill>
              <a:latin typeface="+mj-lt"/>
            </a:rPr>
            <a:t>Q3</a:t>
          </a:r>
        </a:p>
      </dgm:t>
    </dgm:pt>
    <dgm:pt modelId="{6DD3ACB7-7BFD-4F02-8143-F4245AB3D242}" type="parTrans" cxnId="{A3E8F565-D509-4242-89E5-F545BD9B39AF}">
      <dgm:prSet/>
      <dgm:spPr/>
      <dgm:t>
        <a:bodyPr/>
        <a:lstStyle/>
        <a:p>
          <a:endParaRPr lang="en-US" sz="1400">
            <a:solidFill>
              <a:schemeClr val="accent3"/>
            </a:solidFill>
          </a:endParaRPr>
        </a:p>
      </dgm:t>
    </dgm:pt>
    <dgm:pt modelId="{8A67AB22-1ED0-4C87-93DD-EC8BA8AC9DE1}" type="sibTrans" cxnId="{A3E8F565-D509-4242-89E5-F545BD9B39AF}">
      <dgm:prSet/>
      <dgm:spPr/>
      <dgm:t>
        <a:bodyPr/>
        <a:lstStyle/>
        <a:p>
          <a:endParaRPr lang="en-US" sz="1400">
            <a:solidFill>
              <a:schemeClr val="accent3"/>
            </a:solidFill>
          </a:endParaRPr>
        </a:p>
      </dgm:t>
    </dgm:pt>
    <dgm:pt modelId="{2EB0FCD1-A97B-454C-A3B5-CC24E538FD7F}">
      <dgm:prSet phldrT="[Text]" custT="1"/>
      <dgm:spPr/>
      <dgm:t>
        <a:bodyPr anchor="ctr"/>
        <a:lstStyle/>
        <a:p>
          <a:r>
            <a:rPr lang="en-US" sz="3600" dirty="0">
              <a:solidFill>
                <a:schemeClr val="accent3"/>
              </a:solidFill>
              <a:latin typeface="+mj-lt"/>
            </a:rPr>
            <a:t>Q4</a:t>
          </a:r>
        </a:p>
      </dgm:t>
    </dgm:pt>
    <dgm:pt modelId="{6756F059-AD87-4860-A8D7-76D0AD87A366}" type="parTrans" cxnId="{14282BA9-66B7-4EF9-83BA-49E8D1383532}">
      <dgm:prSet/>
      <dgm:spPr/>
      <dgm:t>
        <a:bodyPr/>
        <a:lstStyle/>
        <a:p>
          <a:endParaRPr lang="en-US" sz="1400">
            <a:solidFill>
              <a:schemeClr val="accent3"/>
            </a:solidFill>
          </a:endParaRPr>
        </a:p>
      </dgm:t>
    </dgm:pt>
    <dgm:pt modelId="{67CB2841-D2B7-47CA-AD93-4E66D2439A58}" type="sibTrans" cxnId="{14282BA9-66B7-4EF9-83BA-49E8D1383532}">
      <dgm:prSet/>
      <dgm:spPr/>
      <dgm:t>
        <a:bodyPr/>
        <a:lstStyle/>
        <a:p>
          <a:endParaRPr lang="en-US" sz="1400">
            <a:solidFill>
              <a:schemeClr val="accent3"/>
            </a:solidFill>
          </a:endParaRPr>
        </a:p>
      </dgm:t>
    </dgm:pt>
    <dgm:pt modelId="{D342E22F-EB29-4FAD-9B28-4C34502171B9}" type="pres">
      <dgm:prSet presAssocID="{BB313E4A-8B87-4AAD-AEEE-9B1435558CB9}" presName="vert0" presStyleCnt="0">
        <dgm:presLayoutVars>
          <dgm:dir/>
          <dgm:animOne val="branch"/>
          <dgm:animLvl val="lvl"/>
        </dgm:presLayoutVars>
      </dgm:prSet>
      <dgm:spPr/>
    </dgm:pt>
    <dgm:pt modelId="{4E247E96-070B-4744-96B3-E1F97A845C9F}" type="pres">
      <dgm:prSet presAssocID="{D005F7E6-D3D7-4736-A565-5597C92EEA6E}" presName="thickLine" presStyleLbl="alignNode1" presStyleIdx="0" presStyleCnt="4"/>
      <dgm:spPr/>
    </dgm:pt>
    <dgm:pt modelId="{27343992-1E43-4DD5-A34F-B5C1356DFE59}" type="pres">
      <dgm:prSet presAssocID="{D005F7E6-D3D7-4736-A565-5597C92EEA6E}" presName="horz1" presStyleCnt="0"/>
      <dgm:spPr/>
    </dgm:pt>
    <dgm:pt modelId="{794A25E5-C31E-4F51-977B-29908E4DED60}" type="pres">
      <dgm:prSet presAssocID="{D005F7E6-D3D7-4736-A565-5597C92EEA6E}" presName="tx1" presStyleLbl="revTx" presStyleIdx="0" presStyleCnt="8"/>
      <dgm:spPr/>
    </dgm:pt>
    <dgm:pt modelId="{D7852091-6875-4A46-BEE1-63E8C2BCD888}" type="pres">
      <dgm:prSet presAssocID="{D005F7E6-D3D7-4736-A565-5597C92EEA6E}" presName="vert1" presStyleCnt="0"/>
      <dgm:spPr/>
    </dgm:pt>
    <dgm:pt modelId="{CA417A59-A3FF-4C11-905B-2547DCEE95E1}" type="pres">
      <dgm:prSet presAssocID="{527C33A0-D4CE-48C2-812A-2152C182D6D8}" presName="vertSpace2a" presStyleCnt="0"/>
      <dgm:spPr/>
    </dgm:pt>
    <dgm:pt modelId="{A1C33D26-B435-488C-8EC8-B15795800AB8}" type="pres">
      <dgm:prSet presAssocID="{527C33A0-D4CE-48C2-812A-2152C182D6D8}" presName="horz2" presStyleCnt="0"/>
      <dgm:spPr/>
    </dgm:pt>
    <dgm:pt modelId="{19CA6B4E-4FAF-4EBF-B6AC-6C65343D6240}" type="pres">
      <dgm:prSet presAssocID="{527C33A0-D4CE-48C2-812A-2152C182D6D8}" presName="horzSpace2" presStyleCnt="0"/>
      <dgm:spPr/>
    </dgm:pt>
    <dgm:pt modelId="{E375414F-0076-4C00-857D-10F60768B5A1}" type="pres">
      <dgm:prSet presAssocID="{527C33A0-D4CE-48C2-812A-2152C182D6D8}" presName="tx2" presStyleLbl="revTx" presStyleIdx="1" presStyleCnt="8"/>
      <dgm:spPr/>
    </dgm:pt>
    <dgm:pt modelId="{BC0F0F45-6B28-47F0-8900-09203954EE61}" type="pres">
      <dgm:prSet presAssocID="{527C33A0-D4CE-48C2-812A-2152C182D6D8}" presName="vert2" presStyleCnt="0"/>
      <dgm:spPr/>
    </dgm:pt>
    <dgm:pt modelId="{A71BDFB5-6117-4C8B-8D80-B6049D42BB45}" type="pres">
      <dgm:prSet presAssocID="{527C33A0-D4CE-48C2-812A-2152C182D6D8}" presName="thinLine2b" presStyleLbl="callout" presStyleIdx="0" presStyleCnt="4"/>
      <dgm:spPr>
        <a:ln>
          <a:noFill/>
        </a:ln>
      </dgm:spPr>
    </dgm:pt>
    <dgm:pt modelId="{36DFEE74-46AE-42CD-985F-3A8B5BF4A7E1}" type="pres">
      <dgm:prSet presAssocID="{527C33A0-D4CE-48C2-812A-2152C182D6D8}" presName="vertSpace2b" presStyleCnt="0"/>
      <dgm:spPr/>
    </dgm:pt>
    <dgm:pt modelId="{0466FBD4-672A-478D-B685-49046823EBFF}" type="pres">
      <dgm:prSet presAssocID="{6F977B38-B94F-4762-9FA8-43006E979831}" presName="thickLine" presStyleLbl="alignNode1" presStyleIdx="1" presStyleCnt="4"/>
      <dgm:spPr/>
    </dgm:pt>
    <dgm:pt modelId="{CD94F179-39E0-448F-85E4-129118A1510A}" type="pres">
      <dgm:prSet presAssocID="{6F977B38-B94F-4762-9FA8-43006E979831}" presName="horz1" presStyleCnt="0"/>
      <dgm:spPr/>
    </dgm:pt>
    <dgm:pt modelId="{27AE1F8E-D743-4045-8E99-EDACF531D229}" type="pres">
      <dgm:prSet presAssocID="{6F977B38-B94F-4762-9FA8-43006E979831}" presName="tx1" presStyleLbl="revTx" presStyleIdx="2" presStyleCnt="8"/>
      <dgm:spPr/>
    </dgm:pt>
    <dgm:pt modelId="{C56D60A2-1EF5-4EE8-B59E-9BC24794D33B}" type="pres">
      <dgm:prSet presAssocID="{6F977B38-B94F-4762-9FA8-43006E979831}" presName="vert1" presStyleCnt="0"/>
      <dgm:spPr/>
    </dgm:pt>
    <dgm:pt modelId="{15EE5929-195E-4B10-8CF0-5DC291C7CAFB}" type="pres">
      <dgm:prSet presAssocID="{19F861D7-06D0-4475-8396-2F5BA32F3667}" presName="vertSpace2a" presStyleCnt="0"/>
      <dgm:spPr/>
    </dgm:pt>
    <dgm:pt modelId="{A5FA039E-B5A1-41D2-8633-32CBFE09F2B5}" type="pres">
      <dgm:prSet presAssocID="{19F861D7-06D0-4475-8396-2F5BA32F3667}" presName="horz2" presStyleCnt="0"/>
      <dgm:spPr/>
    </dgm:pt>
    <dgm:pt modelId="{8C5F1764-6F85-4D78-A3C4-66EE7325AC88}" type="pres">
      <dgm:prSet presAssocID="{19F861D7-06D0-4475-8396-2F5BA32F3667}" presName="horzSpace2" presStyleCnt="0"/>
      <dgm:spPr/>
    </dgm:pt>
    <dgm:pt modelId="{8F8B6AF1-ABF7-490E-91F4-D9BF1971E612}" type="pres">
      <dgm:prSet presAssocID="{19F861D7-06D0-4475-8396-2F5BA32F3667}" presName="tx2" presStyleLbl="revTx" presStyleIdx="3" presStyleCnt="8"/>
      <dgm:spPr/>
    </dgm:pt>
    <dgm:pt modelId="{58C08AD8-0A53-4FA4-A089-A58442D0DF2C}" type="pres">
      <dgm:prSet presAssocID="{19F861D7-06D0-4475-8396-2F5BA32F3667}" presName="vert2" presStyleCnt="0"/>
      <dgm:spPr/>
    </dgm:pt>
    <dgm:pt modelId="{ED686FDA-E1A9-411A-922C-3304600C1C77}" type="pres">
      <dgm:prSet presAssocID="{19F861D7-06D0-4475-8396-2F5BA32F3667}" presName="thinLine2b" presStyleLbl="callout" presStyleIdx="1" presStyleCnt="4"/>
      <dgm:spPr>
        <a:ln>
          <a:noFill/>
        </a:ln>
      </dgm:spPr>
    </dgm:pt>
    <dgm:pt modelId="{1AF213DD-22E5-427E-A57B-51F9FCFF35FC}" type="pres">
      <dgm:prSet presAssocID="{19F861D7-06D0-4475-8396-2F5BA32F3667}" presName="vertSpace2b" presStyleCnt="0"/>
      <dgm:spPr/>
    </dgm:pt>
    <dgm:pt modelId="{B28246E4-7BC5-45AF-BA42-DDBC1C2C2E2A}" type="pres">
      <dgm:prSet presAssocID="{D1DFD31E-EBD3-4332-8636-6D8373C48843}" presName="thickLine" presStyleLbl="alignNode1" presStyleIdx="2" presStyleCnt="4"/>
      <dgm:spPr/>
    </dgm:pt>
    <dgm:pt modelId="{238C59FC-EE92-495D-8535-280132FE3CC8}" type="pres">
      <dgm:prSet presAssocID="{D1DFD31E-EBD3-4332-8636-6D8373C48843}" presName="horz1" presStyleCnt="0"/>
      <dgm:spPr/>
    </dgm:pt>
    <dgm:pt modelId="{94243B8C-4525-4765-A713-E2F4D7D955D2}" type="pres">
      <dgm:prSet presAssocID="{D1DFD31E-EBD3-4332-8636-6D8373C48843}" presName="tx1" presStyleLbl="revTx" presStyleIdx="4" presStyleCnt="8"/>
      <dgm:spPr/>
    </dgm:pt>
    <dgm:pt modelId="{C5CBCA6D-774E-4CF6-843F-95660CCF6404}" type="pres">
      <dgm:prSet presAssocID="{D1DFD31E-EBD3-4332-8636-6D8373C48843}" presName="vert1" presStyleCnt="0"/>
      <dgm:spPr/>
    </dgm:pt>
    <dgm:pt modelId="{1C7384DC-2BAD-45CD-A31F-9A38EC5B601E}" type="pres">
      <dgm:prSet presAssocID="{B6769171-B80C-4F5B-90C7-EC3BDB7E9754}" presName="vertSpace2a" presStyleCnt="0"/>
      <dgm:spPr/>
    </dgm:pt>
    <dgm:pt modelId="{E3873E4A-935D-4571-90E1-50623F2F0CED}" type="pres">
      <dgm:prSet presAssocID="{B6769171-B80C-4F5B-90C7-EC3BDB7E9754}" presName="horz2" presStyleCnt="0"/>
      <dgm:spPr/>
    </dgm:pt>
    <dgm:pt modelId="{950C5154-3C5B-4CB7-838A-18C7E9FD5E76}" type="pres">
      <dgm:prSet presAssocID="{B6769171-B80C-4F5B-90C7-EC3BDB7E9754}" presName="horzSpace2" presStyleCnt="0"/>
      <dgm:spPr/>
    </dgm:pt>
    <dgm:pt modelId="{9A0947CA-0828-427D-806E-BCC9C040AB48}" type="pres">
      <dgm:prSet presAssocID="{B6769171-B80C-4F5B-90C7-EC3BDB7E9754}" presName="tx2" presStyleLbl="revTx" presStyleIdx="5" presStyleCnt="8"/>
      <dgm:spPr/>
    </dgm:pt>
    <dgm:pt modelId="{6A24333E-5826-47ED-8DEB-F4CB79DB5CF5}" type="pres">
      <dgm:prSet presAssocID="{B6769171-B80C-4F5B-90C7-EC3BDB7E9754}" presName="vert2" presStyleCnt="0"/>
      <dgm:spPr/>
    </dgm:pt>
    <dgm:pt modelId="{58AEF715-538E-4FCF-B500-3EDFACBD68A6}" type="pres">
      <dgm:prSet presAssocID="{B6769171-B80C-4F5B-90C7-EC3BDB7E9754}" presName="thinLine2b" presStyleLbl="callout" presStyleIdx="2" presStyleCnt="4"/>
      <dgm:spPr>
        <a:ln>
          <a:noFill/>
        </a:ln>
      </dgm:spPr>
    </dgm:pt>
    <dgm:pt modelId="{44F457FD-5A06-4D21-A44F-72B7CDEE607A}" type="pres">
      <dgm:prSet presAssocID="{B6769171-B80C-4F5B-90C7-EC3BDB7E9754}" presName="vertSpace2b" presStyleCnt="0"/>
      <dgm:spPr/>
    </dgm:pt>
    <dgm:pt modelId="{27ACEE2A-FEF4-404F-AB64-BBA8B44105A3}" type="pres">
      <dgm:prSet presAssocID="{2EB0FCD1-A97B-454C-A3B5-CC24E538FD7F}" presName="thickLine" presStyleLbl="alignNode1" presStyleIdx="3" presStyleCnt="4"/>
      <dgm:spPr/>
    </dgm:pt>
    <dgm:pt modelId="{D0FE4CC2-9F53-49FE-B3CF-66C4D8D2EB0E}" type="pres">
      <dgm:prSet presAssocID="{2EB0FCD1-A97B-454C-A3B5-CC24E538FD7F}" presName="horz1" presStyleCnt="0"/>
      <dgm:spPr/>
    </dgm:pt>
    <dgm:pt modelId="{74391C42-C7D3-4D68-8573-85CF435773EE}" type="pres">
      <dgm:prSet presAssocID="{2EB0FCD1-A97B-454C-A3B5-CC24E538FD7F}" presName="tx1" presStyleLbl="revTx" presStyleIdx="6" presStyleCnt="8"/>
      <dgm:spPr/>
    </dgm:pt>
    <dgm:pt modelId="{A9505772-616C-4932-8F25-52B30FD291C5}" type="pres">
      <dgm:prSet presAssocID="{2EB0FCD1-A97B-454C-A3B5-CC24E538FD7F}" presName="vert1" presStyleCnt="0"/>
      <dgm:spPr/>
    </dgm:pt>
    <dgm:pt modelId="{1BC3518C-6ABB-4DA5-AB2A-A498096179D7}" type="pres">
      <dgm:prSet presAssocID="{01FCF63A-9A53-4641-925C-35AB10312164}" presName="vertSpace2a" presStyleCnt="0"/>
      <dgm:spPr/>
    </dgm:pt>
    <dgm:pt modelId="{B327246B-238F-4DC6-9B20-A719838831B8}" type="pres">
      <dgm:prSet presAssocID="{01FCF63A-9A53-4641-925C-35AB10312164}" presName="horz2" presStyleCnt="0"/>
      <dgm:spPr/>
    </dgm:pt>
    <dgm:pt modelId="{55F3241E-988A-40FF-ACFC-10D76AA339D6}" type="pres">
      <dgm:prSet presAssocID="{01FCF63A-9A53-4641-925C-35AB10312164}" presName="horzSpace2" presStyleCnt="0"/>
      <dgm:spPr/>
    </dgm:pt>
    <dgm:pt modelId="{2FEB345E-D9F3-4461-A6C6-B047D3390664}" type="pres">
      <dgm:prSet presAssocID="{01FCF63A-9A53-4641-925C-35AB10312164}" presName="tx2" presStyleLbl="revTx" presStyleIdx="7" presStyleCnt="8"/>
      <dgm:spPr/>
    </dgm:pt>
    <dgm:pt modelId="{C4F2F344-8F2E-4066-917B-1EB3BA067465}" type="pres">
      <dgm:prSet presAssocID="{01FCF63A-9A53-4641-925C-35AB10312164}" presName="vert2" presStyleCnt="0"/>
      <dgm:spPr/>
    </dgm:pt>
    <dgm:pt modelId="{E6365EE9-1704-48EE-8A92-5D8EA459D769}" type="pres">
      <dgm:prSet presAssocID="{01FCF63A-9A53-4641-925C-35AB10312164}" presName="thinLine2b" presStyleLbl="callout" presStyleIdx="3" presStyleCnt="4"/>
      <dgm:spPr>
        <a:ln>
          <a:noFill/>
        </a:ln>
      </dgm:spPr>
    </dgm:pt>
    <dgm:pt modelId="{475DBFE9-E379-4960-96ED-5454B878821F}" type="pres">
      <dgm:prSet presAssocID="{01FCF63A-9A53-4641-925C-35AB10312164}" presName="vertSpace2b" presStyleCnt="0"/>
      <dgm:spPr/>
    </dgm:pt>
  </dgm:ptLst>
  <dgm:cxnLst>
    <dgm:cxn modelId="{C06C5714-CDEC-422C-963C-DFE1248B1E0C}" type="presOf" srcId="{2EB0FCD1-A97B-454C-A3B5-CC24E538FD7F}" destId="{74391C42-C7D3-4D68-8573-85CF435773EE}" srcOrd="0" destOrd="0" presId="urn:microsoft.com/office/officeart/2008/layout/LinedList"/>
    <dgm:cxn modelId="{EB93DE1A-F1C2-46BB-91EC-F2BFD558BDCD}" srcId="{BB313E4A-8B87-4AAD-AEEE-9B1435558CB9}" destId="{D005F7E6-D3D7-4736-A565-5597C92EEA6E}" srcOrd="0" destOrd="0" parTransId="{5488EE6F-940A-406A-80A3-42C5A10B4269}" sibTransId="{52810DCF-3FEF-47BA-9560-DDA76F05622B}"/>
    <dgm:cxn modelId="{67CDFC22-3852-49AA-846F-62CFC47D4773}" srcId="{D005F7E6-D3D7-4736-A565-5597C92EEA6E}" destId="{527C33A0-D4CE-48C2-812A-2152C182D6D8}" srcOrd="0" destOrd="0" parTransId="{051EA6F1-57D0-42F2-BD63-8D741E1935F1}" sibTransId="{E3167961-4CF2-4300-9C4A-A70246E015B1}"/>
    <dgm:cxn modelId="{47311529-1A3F-42EB-AD7A-402FFFCF6AD5}" type="presOf" srcId="{01FCF63A-9A53-4641-925C-35AB10312164}" destId="{2FEB345E-D9F3-4461-A6C6-B047D3390664}" srcOrd="0" destOrd="0" presId="urn:microsoft.com/office/officeart/2008/layout/LinedList"/>
    <dgm:cxn modelId="{1BBF4133-48CE-4EF2-B1A9-2D15BDAD32DA}" srcId="{6F977B38-B94F-4762-9FA8-43006E979831}" destId="{19F861D7-06D0-4475-8396-2F5BA32F3667}" srcOrd="0" destOrd="0" parTransId="{688591F3-C9FA-4E02-ACDA-6F3849A6023D}" sibTransId="{E600A78F-D810-48FA-BA62-69BAA380AFC0}"/>
    <dgm:cxn modelId="{61DFE55D-38EF-4731-902C-3E6F606D8B40}" type="presOf" srcId="{6F977B38-B94F-4762-9FA8-43006E979831}" destId="{27AE1F8E-D743-4045-8E99-EDACF531D229}" srcOrd="0" destOrd="0" presId="urn:microsoft.com/office/officeart/2008/layout/LinedList"/>
    <dgm:cxn modelId="{A3E8F565-D509-4242-89E5-F545BD9B39AF}" srcId="{BB313E4A-8B87-4AAD-AEEE-9B1435558CB9}" destId="{D1DFD31E-EBD3-4332-8636-6D8373C48843}" srcOrd="2" destOrd="0" parTransId="{6DD3ACB7-7BFD-4F02-8143-F4245AB3D242}" sibTransId="{8A67AB22-1ED0-4C87-93DD-EC8BA8AC9DE1}"/>
    <dgm:cxn modelId="{0B2CF146-F6F1-4A46-B0F9-EFBDA54F8880}" srcId="{2EB0FCD1-A97B-454C-A3B5-CC24E538FD7F}" destId="{01FCF63A-9A53-4641-925C-35AB10312164}" srcOrd="0" destOrd="0" parTransId="{50233F51-F48D-4039-B4C4-FDE607161996}" sibTransId="{47AD5E5A-539A-4690-BE35-128ECD2C6096}"/>
    <dgm:cxn modelId="{AA8FBB77-5FA8-493F-94A2-8786EB5B3083}" type="presOf" srcId="{BB313E4A-8B87-4AAD-AEEE-9B1435558CB9}" destId="{D342E22F-EB29-4FAD-9B28-4C34502171B9}" srcOrd="0" destOrd="0" presId="urn:microsoft.com/office/officeart/2008/layout/LinedList"/>
    <dgm:cxn modelId="{88FF1C7F-80D6-42CE-B602-E852DA6E791B}" type="presOf" srcId="{D005F7E6-D3D7-4736-A565-5597C92EEA6E}" destId="{794A25E5-C31E-4F51-977B-29908E4DED60}" srcOrd="0" destOrd="0" presId="urn:microsoft.com/office/officeart/2008/layout/LinedList"/>
    <dgm:cxn modelId="{D5D21386-72BD-4C27-BD5D-A96F8EDD0079}" type="presOf" srcId="{B6769171-B80C-4F5B-90C7-EC3BDB7E9754}" destId="{9A0947CA-0828-427D-806E-BCC9C040AB48}" srcOrd="0" destOrd="0" presId="urn:microsoft.com/office/officeart/2008/layout/LinedList"/>
    <dgm:cxn modelId="{FA89F48A-741D-43D6-AF9F-272E94B50C1D}" type="presOf" srcId="{19F861D7-06D0-4475-8396-2F5BA32F3667}" destId="{8F8B6AF1-ABF7-490E-91F4-D9BF1971E612}" srcOrd="0" destOrd="0" presId="urn:microsoft.com/office/officeart/2008/layout/LinedList"/>
    <dgm:cxn modelId="{14282BA9-66B7-4EF9-83BA-49E8D1383532}" srcId="{BB313E4A-8B87-4AAD-AEEE-9B1435558CB9}" destId="{2EB0FCD1-A97B-454C-A3B5-CC24E538FD7F}" srcOrd="3" destOrd="0" parTransId="{6756F059-AD87-4860-A8D7-76D0AD87A366}" sibTransId="{67CB2841-D2B7-47CA-AD93-4E66D2439A58}"/>
    <dgm:cxn modelId="{21A593B1-0C91-4039-82CE-6A28EA2C42D4}" type="presOf" srcId="{527C33A0-D4CE-48C2-812A-2152C182D6D8}" destId="{E375414F-0076-4C00-857D-10F60768B5A1}" srcOrd="0" destOrd="0" presId="urn:microsoft.com/office/officeart/2008/layout/LinedList"/>
    <dgm:cxn modelId="{F2E15CDB-CF08-4E99-9BB4-FE8B9862B0BE}" srcId="{BB313E4A-8B87-4AAD-AEEE-9B1435558CB9}" destId="{6F977B38-B94F-4762-9FA8-43006E979831}" srcOrd="1" destOrd="0" parTransId="{D645353D-A275-487B-92A0-06F88FEAB990}" sibTransId="{C116B6CE-0E45-468A-8FCD-98B3260F6E2B}"/>
    <dgm:cxn modelId="{DE2646DB-D133-4C29-A2FC-663797E2947F}" srcId="{D1DFD31E-EBD3-4332-8636-6D8373C48843}" destId="{B6769171-B80C-4F5B-90C7-EC3BDB7E9754}" srcOrd="0" destOrd="0" parTransId="{EBFED7B5-6EA8-4A9E-BFDD-4F059EEEF6B1}" sibTransId="{15DA4E02-04FA-4A21-9790-F88305AE1DDF}"/>
    <dgm:cxn modelId="{CF589EF9-D950-4C6E-88E8-E1C3FCBFC083}" type="presOf" srcId="{D1DFD31E-EBD3-4332-8636-6D8373C48843}" destId="{94243B8C-4525-4765-A713-E2F4D7D955D2}" srcOrd="0" destOrd="0" presId="urn:microsoft.com/office/officeart/2008/layout/LinedList"/>
    <dgm:cxn modelId="{74A84CA4-958F-4DE3-BBE1-527F547E86D9}" type="presParOf" srcId="{D342E22F-EB29-4FAD-9B28-4C34502171B9}" destId="{4E247E96-070B-4744-96B3-E1F97A845C9F}" srcOrd="0" destOrd="0" presId="urn:microsoft.com/office/officeart/2008/layout/LinedList"/>
    <dgm:cxn modelId="{0AE7CEA7-07D9-4238-86A0-740F040A4A31}" type="presParOf" srcId="{D342E22F-EB29-4FAD-9B28-4C34502171B9}" destId="{27343992-1E43-4DD5-A34F-B5C1356DFE59}" srcOrd="1" destOrd="0" presId="urn:microsoft.com/office/officeart/2008/layout/LinedList"/>
    <dgm:cxn modelId="{EC6210FC-B12A-4095-A206-A0B3CFA54A84}" type="presParOf" srcId="{27343992-1E43-4DD5-A34F-B5C1356DFE59}" destId="{794A25E5-C31E-4F51-977B-29908E4DED60}" srcOrd="0" destOrd="0" presId="urn:microsoft.com/office/officeart/2008/layout/LinedList"/>
    <dgm:cxn modelId="{D2067632-2A22-46EB-91F0-6D28AA53AE00}" type="presParOf" srcId="{27343992-1E43-4DD5-A34F-B5C1356DFE59}" destId="{D7852091-6875-4A46-BEE1-63E8C2BCD888}" srcOrd="1" destOrd="0" presId="urn:microsoft.com/office/officeart/2008/layout/LinedList"/>
    <dgm:cxn modelId="{CDA776F5-D9D7-41D9-81FC-5CC63AF9203D}" type="presParOf" srcId="{D7852091-6875-4A46-BEE1-63E8C2BCD888}" destId="{CA417A59-A3FF-4C11-905B-2547DCEE95E1}" srcOrd="0" destOrd="0" presId="urn:microsoft.com/office/officeart/2008/layout/LinedList"/>
    <dgm:cxn modelId="{7910B4F4-F882-45D9-9788-12D7FD59A904}" type="presParOf" srcId="{D7852091-6875-4A46-BEE1-63E8C2BCD888}" destId="{A1C33D26-B435-488C-8EC8-B15795800AB8}" srcOrd="1" destOrd="0" presId="urn:microsoft.com/office/officeart/2008/layout/LinedList"/>
    <dgm:cxn modelId="{410BDD2C-0EE6-4A2D-82EF-D032360740E8}" type="presParOf" srcId="{A1C33D26-B435-488C-8EC8-B15795800AB8}" destId="{19CA6B4E-4FAF-4EBF-B6AC-6C65343D6240}" srcOrd="0" destOrd="0" presId="urn:microsoft.com/office/officeart/2008/layout/LinedList"/>
    <dgm:cxn modelId="{FD651275-D6ED-40AF-AFF4-36309396031D}" type="presParOf" srcId="{A1C33D26-B435-488C-8EC8-B15795800AB8}" destId="{E375414F-0076-4C00-857D-10F60768B5A1}" srcOrd="1" destOrd="0" presId="urn:microsoft.com/office/officeart/2008/layout/LinedList"/>
    <dgm:cxn modelId="{E5DFF5C6-7488-439F-BB39-4FF98C9C85E4}" type="presParOf" srcId="{A1C33D26-B435-488C-8EC8-B15795800AB8}" destId="{BC0F0F45-6B28-47F0-8900-09203954EE61}" srcOrd="2" destOrd="0" presId="urn:microsoft.com/office/officeart/2008/layout/LinedList"/>
    <dgm:cxn modelId="{B6997354-3A39-4598-8EC7-9C9BAE2F7FB8}" type="presParOf" srcId="{D7852091-6875-4A46-BEE1-63E8C2BCD888}" destId="{A71BDFB5-6117-4C8B-8D80-B6049D42BB45}" srcOrd="2" destOrd="0" presId="urn:microsoft.com/office/officeart/2008/layout/LinedList"/>
    <dgm:cxn modelId="{D80C7FB6-1B1E-4243-8458-72DC3CA7309D}" type="presParOf" srcId="{D7852091-6875-4A46-BEE1-63E8C2BCD888}" destId="{36DFEE74-46AE-42CD-985F-3A8B5BF4A7E1}" srcOrd="3" destOrd="0" presId="urn:microsoft.com/office/officeart/2008/layout/LinedList"/>
    <dgm:cxn modelId="{D2E634E4-408D-4601-880B-2E78845F9E07}" type="presParOf" srcId="{D342E22F-EB29-4FAD-9B28-4C34502171B9}" destId="{0466FBD4-672A-478D-B685-49046823EBFF}" srcOrd="2" destOrd="0" presId="urn:microsoft.com/office/officeart/2008/layout/LinedList"/>
    <dgm:cxn modelId="{C1451749-48A5-4165-838A-A700F439413C}" type="presParOf" srcId="{D342E22F-EB29-4FAD-9B28-4C34502171B9}" destId="{CD94F179-39E0-448F-85E4-129118A1510A}" srcOrd="3" destOrd="0" presId="urn:microsoft.com/office/officeart/2008/layout/LinedList"/>
    <dgm:cxn modelId="{168FABD3-7C0B-4122-B47E-6CCA459836E1}" type="presParOf" srcId="{CD94F179-39E0-448F-85E4-129118A1510A}" destId="{27AE1F8E-D743-4045-8E99-EDACF531D229}" srcOrd="0" destOrd="0" presId="urn:microsoft.com/office/officeart/2008/layout/LinedList"/>
    <dgm:cxn modelId="{BEF7CCA0-9236-4168-9DF5-614B58AE61F3}" type="presParOf" srcId="{CD94F179-39E0-448F-85E4-129118A1510A}" destId="{C56D60A2-1EF5-4EE8-B59E-9BC24794D33B}" srcOrd="1" destOrd="0" presId="urn:microsoft.com/office/officeart/2008/layout/LinedList"/>
    <dgm:cxn modelId="{FE37D9A8-3030-4B0E-AB6A-6F69650FCE4C}" type="presParOf" srcId="{C56D60A2-1EF5-4EE8-B59E-9BC24794D33B}" destId="{15EE5929-195E-4B10-8CF0-5DC291C7CAFB}" srcOrd="0" destOrd="0" presId="urn:microsoft.com/office/officeart/2008/layout/LinedList"/>
    <dgm:cxn modelId="{AAD37329-1F77-455A-8556-88D3116DFBC3}" type="presParOf" srcId="{C56D60A2-1EF5-4EE8-B59E-9BC24794D33B}" destId="{A5FA039E-B5A1-41D2-8633-32CBFE09F2B5}" srcOrd="1" destOrd="0" presId="urn:microsoft.com/office/officeart/2008/layout/LinedList"/>
    <dgm:cxn modelId="{335276F0-D830-48C5-9B4B-B1031C1425EE}" type="presParOf" srcId="{A5FA039E-B5A1-41D2-8633-32CBFE09F2B5}" destId="{8C5F1764-6F85-4D78-A3C4-66EE7325AC88}" srcOrd="0" destOrd="0" presId="urn:microsoft.com/office/officeart/2008/layout/LinedList"/>
    <dgm:cxn modelId="{6F4ED73E-7943-487C-A1C3-316B6608383E}" type="presParOf" srcId="{A5FA039E-B5A1-41D2-8633-32CBFE09F2B5}" destId="{8F8B6AF1-ABF7-490E-91F4-D9BF1971E612}" srcOrd="1" destOrd="0" presId="urn:microsoft.com/office/officeart/2008/layout/LinedList"/>
    <dgm:cxn modelId="{E931BE4E-A861-42C7-8529-9A31B34DAEF5}" type="presParOf" srcId="{A5FA039E-B5A1-41D2-8633-32CBFE09F2B5}" destId="{58C08AD8-0A53-4FA4-A089-A58442D0DF2C}" srcOrd="2" destOrd="0" presId="urn:microsoft.com/office/officeart/2008/layout/LinedList"/>
    <dgm:cxn modelId="{E0D90694-6586-4109-84EF-BD3B88FBDBD6}" type="presParOf" srcId="{C56D60A2-1EF5-4EE8-B59E-9BC24794D33B}" destId="{ED686FDA-E1A9-411A-922C-3304600C1C77}" srcOrd="2" destOrd="0" presId="urn:microsoft.com/office/officeart/2008/layout/LinedList"/>
    <dgm:cxn modelId="{F7D13C2D-7708-4D00-A0A1-94876294F074}" type="presParOf" srcId="{C56D60A2-1EF5-4EE8-B59E-9BC24794D33B}" destId="{1AF213DD-22E5-427E-A57B-51F9FCFF35FC}" srcOrd="3" destOrd="0" presId="urn:microsoft.com/office/officeart/2008/layout/LinedList"/>
    <dgm:cxn modelId="{0E95FE36-CBB5-4059-8398-BA999D61F84D}" type="presParOf" srcId="{D342E22F-EB29-4FAD-9B28-4C34502171B9}" destId="{B28246E4-7BC5-45AF-BA42-DDBC1C2C2E2A}" srcOrd="4" destOrd="0" presId="urn:microsoft.com/office/officeart/2008/layout/LinedList"/>
    <dgm:cxn modelId="{A454C2EB-C133-48F5-A844-8274A837113A}" type="presParOf" srcId="{D342E22F-EB29-4FAD-9B28-4C34502171B9}" destId="{238C59FC-EE92-495D-8535-280132FE3CC8}" srcOrd="5" destOrd="0" presId="urn:microsoft.com/office/officeart/2008/layout/LinedList"/>
    <dgm:cxn modelId="{07DCA3D0-BDAB-4C37-9988-5E50EEC8AC28}" type="presParOf" srcId="{238C59FC-EE92-495D-8535-280132FE3CC8}" destId="{94243B8C-4525-4765-A713-E2F4D7D955D2}" srcOrd="0" destOrd="0" presId="urn:microsoft.com/office/officeart/2008/layout/LinedList"/>
    <dgm:cxn modelId="{2CD295E3-7BE0-4A0D-B0D0-9942E82D019F}" type="presParOf" srcId="{238C59FC-EE92-495D-8535-280132FE3CC8}" destId="{C5CBCA6D-774E-4CF6-843F-95660CCF6404}" srcOrd="1" destOrd="0" presId="urn:microsoft.com/office/officeart/2008/layout/LinedList"/>
    <dgm:cxn modelId="{10815701-B628-4182-960B-BAE79527C8FC}" type="presParOf" srcId="{C5CBCA6D-774E-4CF6-843F-95660CCF6404}" destId="{1C7384DC-2BAD-45CD-A31F-9A38EC5B601E}" srcOrd="0" destOrd="0" presId="urn:microsoft.com/office/officeart/2008/layout/LinedList"/>
    <dgm:cxn modelId="{63DD5706-C05B-4218-89B5-AB5F914702DC}" type="presParOf" srcId="{C5CBCA6D-774E-4CF6-843F-95660CCF6404}" destId="{E3873E4A-935D-4571-90E1-50623F2F0CED}" srcOrd="1" destOrd="0" presId="urn:microsoft.com/office/officeart/2008/layout/LinedList"/>
    <dgm:cxn modelId="{E6AB1689-9CDE-4DAD-B1F1-595040E1739C}" type="presParOf" srcId="{E3873E4A-935D-4571-90E1-50623F2F0CED}" destId="{950C5154-3C5B-4CB7-838A-18C7E9FD5E76}" srcOrd="0" destOrd="0" presId="urn:microsoft.com/office/officeart/2008/layout/LinedList"/>
    <dgm:cxn modelId="{B8E04278-8C5B-4426-A360-5345DDE2320D}" type="presParOf" srcId="{E3873E4A-935D-4571-90E1-50623F2F0CED}" destId="{9A0947CA-0828-427D-806E-BCC9C040AB48}" srcOrd="1" destOrd="0" presId="urn:microsoft.com/office/officeart/2008/layout/LinedList"/>
    <dgm:cxn modelId="{4C21A011-0D73-4F9C-8C5B-A1E1D280952A}" type="presParOf" srcId="{E3873E4A-935D-4571-90E1-50623F2F0CED}" destId="{6A24333E-5826-47ED-8DEB-F4CB79DB5CF5}" srcOrd="2" destOrd="0" presId="urn:microsoft.com/office/officeart/2008/layout/LinedList"/>
    <dgm:cxn modelId="{BDA38931-F4C6-40CC-98C4-964F50A66E19}" type="presParOf" srcId="{C5CBCA6D-774E-4CF6-843F-95660CCF6404}" destId="{58AEF715-538E-4FCF-B500-3EDFACBD68A6}" srcOrd="2" destOrd="0" presId="urn:microsoft.com/office/officeart/2008/layout/LinedList"/>
    <dgm:cxn modelId="{18271D40-3AEE-446C-8CCE-37535173FB28}" type="presParOf" srcId="{C5CBCA6D-774E-4CF6-843F-95660CCF6404}" destId="{44F457FD-5A06-4D21-A44F-72B7CDEE607A}" srcOrd="3" destOrd="0" presId="urn:microsoft.com/office/officeart/2008/layout/LinedList"/>
    <dgm:cxn modelId="{A6E0064E-B7BB-4795-BEE0-4CF371A6E600}" type="presParOf" srcId="{D342E22F-EB29-4FAD-9B28-4C34502171B9}" destId="{27ACEE2A-FEF4-404F-AB64-BBA8B44105A3}" srcOrd="6" destOrd="0" presId="urn:microsoft.com/office/officeart/2008/layout/LinedList"/>
    <dgm:cxn modelId="{758133C0-8E43-4D3F-A1B5-1E8B06FB17E8}" type="presParOf" srcId="{D342E22F-EB29-4FAD-9B28-4C34502171B9}" destId="{D0FE4CC2-9F53-49FE-B3CF-66C4D8D2EB0E}" srcOrd="7" destOrd="0" presId="urn:microsoft.com/office/officeart/2008/layout/LinedList"/>
    <dgm:cxn modelId="{9640FF45-CBCF-421B-87FB-6FF156B1F578}" type="presParOf" srcId="{D0FE4CC2-9F53-49FE-B3CF-66C4D8D2EB0E}" destId="{74391C42-C7D3-4D68-8573-85CF435773EE}" srcOrd="0" destOrd="0" presId="urn:microsoft.com/office/officeart/2008/layout/LinedList"/>
    <dgm:cxn modelId="{B4FBFA51-0322-466B-85DF-EA6593B0D4D9}" type="presParOf" srcId="{D0FE4CC2-9F53-49FE-B3CF-66C4D8D2EB0E}" destId="{A9505772-616C-4932-8F25-52B30FD291C5}" srcOrd="1" destOrd="0" presId="urn:microsoft.com/office/officeart/2008/layout/LinedList"/>
    <dgm:cxn modelId="{6ADA837C-B861-4B1D-84C2-2BB2A92C22C9}" type="presParOf" srcId="{A9505772-616C-4932-8F25-52B30FD291C5}" destId="{1BC3518C-6ABB-4DA5-AB2A-A498096179D7}" srcOrd="0" destOrd="0" presId="urn:microsoft.com/office/officeart/2008/layout/LinedList"/>
    <dgm:cxn modelId="{FF7906A4-E1E6-45FB-B233-0D757F6D18A5}" type="presParOf" srcId="{A9505772-616C-4932-8F25-52B30FD291C5}" destId="{B327246B-238F-4DC6-9B20-A719838831B8}" srcOrd="1" destOrd="0" presId="urn:microsoft.com/office/officeart/2008/layout/LinedList"/>
    <dgm:cxn modelId="{3F9A7A03-629E-4B01-98D6-E24985B259F5}" type="presParOf" srcId="{B327246B-238F-4DC6-9B20-A719838831B8}" destId="{55F3241E-988A-40FF-ACFC-10D76AA339D6}" srcOrd="0" destOrd="0" presId="urn:microsoft.com/office/officeart/2008/layout/LinedList"/>
    <dgm:cxn modelId="{5D9793A9-9095-4B78-AD5D-83E5C98D3855}" type="presParOf" srcId="{B327246B-238F-4DC6-9B20-A719838831B8}" destId="{2FEB345E-D9F3-4461-A6C6-B047D3390664}" srcOrd="1" destOrd="0" presId="urn:microsoft.com/office/officeart/2008/layout/LinedList"/>
    <dgm:cxn modelId="{41013D6E-A5DB-4966-BB8A-B4AB345F585B}" type="presParOf" srcId="{B327246B-238F-4DC6-9B20-A719838831B8}" destId="{C4F2F344-8F2E-4066-917B-1EB3BA067465}" srcOrd="2" destOrd="0" presId="urn:microsoft.com/office/officeart/2008/layout/LinedList"/>
    <dgm:cxn modelId="{E3BC8C30-51F6-4AAA-BDA7-B9A152519346}" type="presParOf" srcId="{A9505772-616C-4932-8F25-52B30FD291C5}" destId="{E6365EE9-1704-48EE-8A92-5D8EA459D769}" srcOrd="2" destOrd="0" presId="urn:microsoft.com/office/officeart/2008/layout/LinedList"/>
    <dgm:cxn modelId="{5864D3F0-70C1-474B-B190-BCB9A45F53DC}" type="presParOf" srcId="{A9505772-616C-4932-8F25-52B30FD291C5}" destId="{475DBFE9-E379-4960-96ED-5454B878821F}" srcOrd="3"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E3B3DE9-9986-4CF9-BD2A-7EE019AE550F}">
      <dsp:nvSpPr>
        <dsp:cNvPr id="0" name=""/>
        <dsp:cNvSpPr/>
      </dsp:nvSpPr>
      <dsp:spPr>
        <a:xfrm>
          <a:off x="286024" y="714189"/>
          <a:ext cx="694029" cy="34332"/>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FC7AB3E-E33E-41A8-8E53-0F5D4B0FD2B6}">
      <dsp:nvSpPr>
        <dsp:cNvPr id="0" name=""/>
        <dsp:cNvSpPr/>
      </dsp:nvSpPr>
      <dsp:spPr>
        <a:xfrm>
          <a:off x="286024" y="951656"/>
          <a:ext cx="3154680" cy="638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90000"/>
            </a:lnSpc>
            <a:spcBef>
              <a:spcPct val="0"/>
            </a:spcBef>
            <a:spcAft>
              <a:spcPct val="35000"/>
            </a:spcAft>
            <a:buNone/>
            <a:defRPr b="1"/>
          </a:pPr>
          <a:r>
            <a:rPr lang="en-GB" sz="1800" kern="1200" dirty="0"/>
            <a:t>Overview</a:t>
          </a:r>
        </a:p>
      </dsp:txBody>
      <dsp:txXfrm>
        <a:off x="286024" y="951656"/>
        <a:ext cx="3154680" cy="638013"/>
      </dsp:txXfrm>
    </dsp:sp>
    <dsp:sp modelId="{C941D104-F19D-4F79-BECB-6E0F02117D51}">
      <dsp:nvSpPr>
        <dsp:cNvPr id="0" name=""/>
        <dsp:cNvSpPr/>
      </dsp:nvSpPr>
      <dsp:spPr>
        <a:xfrm>
          <a:off x="286024" y="1589669"/>
          <a:ext cx="3154680" cy="19855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533400">
            <a:lnSpc>
              <a:spcPct val="90000"/>
            </a:lnSpc>
            <a:spcBef>
              <a:spcPct val="0"/>
            </a:spcBef>
            <a:spcAft>
              <a:spcPct val="35000"/>
            </a:spcAft>
            <a:buNone/>
          </a:pPr>
          <a:r>
            <a:rPr lang="en-GB" sz="1200" b="0" i="0" kern="1200" dirty="0">
              <a:latin typeface="Yu Gothic UI Semilight" panose="020B0400000000000000" pitchFamily="34" charset="-128"/>
              <a:ea typeface="Yu Gothic UI Semilight" panose="020B0400000000000000" pitchFamily="34" charset="-128"/>
            </a:rPr>
            <a:t>The </a:t>
          </a:r>
          <a:r>
            <a:rPr lang="en-GB" sz="1200" b="0" i="0" kern="1200" dirty="0" err="1">
              <a:latin typeface="Yu Gothic UI Semilight" panose="020B0400000000000000" pitchFamily="34" charset="-128"/>
              <a:ea typeface="Yu Gothic UI Semilight" panose="020B0400000000000000" pitchFamily="34" charset="-128"/>
            </a:rPr>
            <a:t>OKCupid</a:t>
          </a:r>
          <a:r>
            <a:rPr lang="en-GB" sz="1200" b="0" i="0" kern="1200" dirty="0">
              <a:latin typeface="Yu Gothic UI Semilight" panose="020B0400000000000000" pitchFamily="34" charset="-128"/>
              <a:ea typeface="Yu Gothic UI Semilight" panose="020B0400000000000000" pitchFamily="34" charset="-128"/>
            </a:rPr>
            <a:t> dataset, </a:t>
          </a:r>
          <a:r>
            <a:rPr lang="en-GB" sz="1100" b="0" i="0" kern="1200" dirty="0">
              <a:latin typeface="Courier New" panose="02070309020205020404" pitchFamily="49" charset="0"/>
              <a:cs typeface="Courier New" panose="02070309020205020404" pitchFamily="49" charset="0"/>
            </a:rPr>
            <a:t>profiles.csv</a:t>
          </a:r>
          <a:r>
            <a:rPr lang="en-GB" sz="1200" b="0" i="0" kern="1200" dirty="0">
              <a:latin typeface="Yu Gothic UI Semilight" panose="020B0400000000000000" pitchFamily="34" charset="-128"/>
              <a:ea typeface="Yu Gothic UI Semilight" panose="020B0400000000000000" pitchFamily="34" charset="-128"/>
            </a:rPr>
            <a:t>,</a:t>
          </a:r>
          <a:r>
            <a:rPr lang="en-GB" sz="1400" b="0" i="0" kern="1200" dirty="0">
              <a:latin typeface="Yu Gothic UI Semilight" panose="020B0400000000000000" pitchFamily="34" charset="-128"/>
              <a:ea typeface="Yu Gothic UI Semilight" panose="020B0400000000000000" pitchFamily="34" charset="-128"/>
            </a:rPr>
            <a:t> </a:t>
          </a:r>
          <a:r>
            <a:rPr lang="en-GB" sz="1200" b="0" i="0" kern="1200" dirty="0">
              <a:latin typeface="Yu Gothic UI Semilight" panose="020B0400000000000000" pitchFamily="34" charset="-128"/>
              <a:ea typeface="Yu Gothic UI Semilight" panose="020B0400000000000000" pitchFamily="34" charset="-128"/>
            </a:rPr>
            <a:t>contained over 59,946 rows of user data. Most features were short answers to multiple-choice questions, while some were unrestricted </a:t>
          </a:r>
          <a:r>
            <a:rPr lang="en-GB" sz="1200" b="1" i="0" kern="1200" dirty="0">
              <a:latin typeface="Yu Gothic UI Semilight" panose="020B0400000000000000" pitchFamily="34" charset="-128"/>
              <a:ea typeface="Yu Gothic UI Semilight" panose="020B0400000000000000" pitchFamily="34" charset="-128"/>
            </a:rPr>
            <a:t>essay</a:t>
          </a:r>
          <a:r>
            <a:rPr lang="en-GB" sz="1200" b="0" i="0" kern="1200" dirty="0">
              <a:latin typeface="Yu Gothic UI Semilight" panose="020B0400000000000000" pitchFamily="34" charset="-128"/>
              <a:ea typeface="Yu Gothic UI Semilight" panose="020B0400000000000000" pitchFamily="34" charset="-128"/>
            </a:rPr>
            <a:t> responses. As the </a:t>
          </a:r>
          <a:r>
            <a:rPr lang="en-GB" sz="1200" b="1" i="0" kern="1200" dirty="0">
              <a:latin typeface="Yu Gothic UI Semilight" panose="020B0400000000000000" pitchFamily="34" charset="-128"/>
              <a:ea typeface="Yu Gothic UI Semilight" panose="020B0400000000000000" pitchFamily="34" charset="-128"/>
            </a:rPr>
            <a:t>essay</a:t>
          </a:r>
          <a:r>
            <a:rPr lang="en-GB" sz="1200" b="0" i="0" kern="1200" dirty="0">
              <a:latin typeface="Yu Gothic UI Semilight" panose="020B0400000000000000" pitchFamily="34" charset="-128"/>
              <a:ea typeface="Yu Gothic UI Semilight" panose="020B0400000000000000" pitchFamily="34" charset="-128"/>
            </a:rPr>
            <a:t> questions were open-ended, they were not relevant to the project goals.</a:t>
          </a:r>
          <a:endParaRPr lang="en-GB" sz="1200" kern="1200" dirty="0">
            <a:latin typeface="Yu Gothic UI Semilight" panose="020B0400000000000000" pitchFamily="34" charset="-128"/>
            <a:ea typeface="Yu Gothic UI Semilight" panose="020B0400000000000000" pitchFamily="34" charset="-128"/>
          </a:endParaRPr>
        </a:p>
      </dsp:txBody>
      <dsp:txXfrm>
        <a:off x="286024" y="1589669"/>
        <a:ext cx="3154680" cy="1985566"/>
      </dsp:txXfrm>
    </dsp:sp>
    <dsp:sp modelId="{C10799AD-B342-4043-9539-303F3880E6B3}">
      <dsp:nvSpPr>
        <dsp:cNvPr id="0" name=""/>
        <dsp:cNvSpPr/>
      </dsp:nvSpPr>
      <dsp:spPr>
        <a:xfrm>
          <a:off x="3680460" y="714189"/>
          <a:ext cx="694029" cy="34332"/>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1290FA1-DECB-491E-A978-4A5D42FAC6F8}">
      <dsp:nvSpPr>
        <dsp:cNvPr id="0" name=""/>
        <dsp:cNvSpPr/>
      </dsp:nvSpPr>
      <dsp:spPr>
        <a:xfrm>
          <a:off x="3680460" y="951656"/>
          <a:ext cx="3154680" cy="638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90000"/>
            </a:lnSpc>
            <a:spcBef>
              <a:spcPct val="0"/>
            </a:spcBef>
            <a:spcAft>
              <a:spcPct val="35000"/>
            </a:spcAft>
            <a:buNone/>
            <a:defRPr b="1"/>
          </a:pPr>
          <a:r>
            <a:rPr lang="en-GB" sz="1800" kern="1200" dirty="0"/>
            <a:t>Details</a:t>
          </a:r>
        </a:p>
      </dsp:txBody>
      <dsp:txXfrm>
        <a:off x="3680460" y="951656"/>
        <a:ext cx="3154680" cy="638013"/>
      </dsp:txXfrm>
    </dsp:sp>
    <dsp:sp modelId="{A2E6A667-C4F5-4489-8AB4-8791A31ACB42}">
      <dsp:nvSpPr>
        <dsp:cNvPr id="0" name=""/>
        <dsp:cNvSpPr/>
      </dsp:nvSpPr>
      <dsp:spPr>
        <a:xfrm>
          <a:off x="3680460" y="1589669"/>
          <a:ext cx="3154680" cy="19855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533400">
            <a:lnSpc>
              <a:spcPct val="90000"/>
            </a:lnSpc>
            <a:spcBef>
              <a:spcPct val="0"/>
            </a:spcBef>
            <a:spcAft>
              <a:spcPct val="35000"/>
            </a:spcAft>
            <a:buNone/>
          </a:pPr>
          <a:r>
            <a:rPr lang="en-GB" sz="1200" kern="1200" dirty="0">
              <a:latin typeface="Yu Gothic UI Semilight" panose="020B0400000000000000" pitchFamily="34" charset="-128"/>
              <a:ea typeface="Yu Gothic UI Semilight" panose="020B0400000000000000" pitchFamily="34" charset="-128"/>
            </a:rPr>
            <a:t>Using the Python </a:t>
          </a:r>
          <a:r>
            <a:rPr lang="en-GB" sz="1200" kern="1200" dirty="0">
              <a:latin typeface="Courier New" panose="02070309020205020404" pitchFamily="49" charset="0"/>
              <a:cs typeface="Courier New" panose="02070309020205020404" pitchFamily="49" charset="0"/>
            </a:rPr>
            <a:t>pandas</a:t>
          </a:r>
          <a:r>
            <a:rPr lang="en-GB" sz="1400" kern="1200" dirty="0"/>
            <a:t> </a:t>
          </a:r>
          <a:r>
            <a:rPr lang="en-GB" sz="1200" kern="1200" dirty="0">
              <a:latin typeface="Yu Gothic UI Semilight" panose="020B0400000000000000" pitchFamily="34" charset="-128"/>
              <a:ea typeface="Yu Gothic UI Semilight" panose="020B0400000000000000" pitchFamily="34" charset="-128"/>
            </a:rPr>
            <a:t>library, we imported the dataset into a </a:t>
          </a:r>
          <a:r>
            <a:rPr lang="en-GB" sz="1200" kern="1200" dirty="0" err="1">
              <a:latin typeface="Yu Gothic UI Semilight" panose="020B0400000000000000" pitchFamily="34" charset="-128"/>
              <a:ea typeface="Yu Gothic UI Semilight" panose="020B0400000000000000" pitchFamily="34" charset="-128"/>
            </a:rPr>
            <a:t>DataFrame</a:t>
          </a:r>
          <a:r>
            <a:rPr lang="en-GB" sz="1200" kern="1200" dirty="0">
              <a:latin typeface="Yu Gothic UI Semilight" panose="020B0400000000000000" pitchFamily="34" charset="-128"/>
              <a:ea typeface="Yu Gothic UI Semilight" panose="020B0400000000000000" pitchFamily="34" charset="-128"/>
            </a:rPr>
            <a:t> called</a:t>
          </a:r>
          <a:r>
            <a:rPr lang="en-GB" sz="1400" kern="1200" dirty="0">
              <a:latin typeface="Yu Gothic UI Semilight" panose="020B0400000000000000" pitchFamily="34" charset="-128"/>
              <a:ea typeface="Yu Gothic UI Semilight" panose="020B0400000000000000" pitchFamily="34" charset="-128"/>
            </a:rPr>
            <a:t> </a:t>
          </a:r>
          <a:r>
            <a:rPr lang="en-GB" sz="1200" kern="1200" dirty="0">
              <a:latin typeface="Courier New" panose="02070309020205020404" pitchFamily="49" charset="0"/>
              <a:cs typeface="Courier New" panose="02070309020205020404" pitchFamily="49" charset="0"/>
            </a:rPr>
            <a:t>profiles</a:t>
          </a:r>
          <a:r>
            <a:rPr lang="en-GB" sz="1400" kern="1200" dirty="0">
              <a:latin typeface="Yu Gothic UI Semilight" panose="020B0400000000000000" pitchFamily="34" charset="-128"/>
              <a:ea typeface="Yu Gothic UI Semilight" panose="020B0400000000000000" pitchFamily="34" charset="-128"/>
            </a:rPr>
            <a:t>. </a:t>
          </a:r>
          <a:r>
            <a:rPr lang="en-GB" sz="1200" kern="1200" dirty="0">
              <a:latin typeface="Yu Gothic UI Semilight" panose="020B0400000000000000" pitchFamily="34" charset="-128"/>
              <a:ea typeface="Yu Gothic UI Semilight" panose="020B0400000000000000" pitchFamily="34" charset="-128"/>
            </a:rPr>
            <a:t>This </a:t>
          </a:r>
          <a:r>
            <a:rPr lang="en-GB" sz="1200" kern="1200" dirty="0" err="1">
              <a:latin typeface="Yu Gothic UI Semilight" panose="020B0400000000000000" pitchFamily="34" charset="-128"/>
              <a:ea typeface="Yu Gothic UI Semilight" panose="020B0400000000000000" pitchFamily="34" charset="-128"/>
            </a:rPr>
            <a:t>DataFrame</a:t>
          </a:r>
          <a:r>
            <a:rPr lang="en-GB" sz="1200" kern="1200" dirty="0">
              <a:latin typeface="Yu Gothic UI Semilight" panose="020B0400000000000000" pitchFamily="34" charset="-128"/>
              <a:ea typeface="Yu Gothic UI Semilight" panose="020B0400000000000000" pitchFamily="34" charset="-128"/>
            </a:rPr>
            <a:t> had 31 columns, which included numeric data, such as </a:t>
          </a:r>
          <a:r>
            <a:rPr lang="en-GB" sz="1200" b="1" kern="1200" dirty="0">
              <a:latin typeface="Yu Gothic UI Semilight" panose="020B0400000000000000" pitchFamily="34" charset="-128"/>
              <a:ea typeface="Yu Gothic UI Semilight" panose="020B0400000000000000" pitchFamily="34" charset="-128"/>
            </a:rPr>
            <a:t>income</a:t>
          </a:r>
          <a:r>
            <a:rPr lang="en-GB" sz="1200" kern="1200" dirty="0">
              <a:latin typeface="Yu Gothic UI Semilight" panose="020B0400000000000000" pitchFamily="34" charset="-128"/>
              <a:ea typeface="Yu Gothic UI Semilight" panose="020B0400000000000000" pitchFamily="34" charset="-128"/>
            </a:rPr>
            <a:t> and </a:t>
          </a:r>
          <a:r>
            <a:rPr lang="en-GB" sz="1200" b="1" kern="1200" dirty="0">
              <a:latin typeface="Yu Gothic UI Semilight" panose="020B0400000000000000" pitchFamily="34" charset="-128"/>
              <a:ea typeface="Yu Gothic UI Semilight" panose="020B0400000000000000" pitchFamily="34" charset="-128"/>
            </a:rPr>
            <a:t>age</a:t>
          </a:r>
          <a:r>
            <a:rPr lang="en-GB" sz="1200" kern="1200" dirty="0">
              <a:latin typeface="Yu Gothic UI Semilight" panose="020B0400000000000000" pitchFamily="34" charset="-128"/>
              <a:ea typeface="Yu Gothic UI Semilight" panose="020B0400000000000000" pitchFamily="34" charset="-128"/>
            </a:rPr>
            <a:t>, and categorical data, such as </a:t>
          </a:r>
          <a:r>
            <a:rPr lang="en-GB" sz="1200" b="1" kern="1200" dirty="0">
              <a:latin typeface="Yu Gothic UI Semilight" panose="020B0400000000000000" pitchFamily="34" charset="-128"/>
              <a:ea typeface="Yu Gothic UI Semilight" panose="020B0400000000000000" pitchFamily="34" charset="-128"/>
            </a:rPr>
            <a:t>diet</a:t>
          </a:r>
          <a:r>
            <a:rPr lang="en-GB" sz="1200" kern="1200" dirty="0">
              <a:latin typeface="Yu Gothic UI Semilight" panose="020B0400000000000000" pitchFamily="34" charset="-128"/>
              <a:ea typeface="Yu Gothic UI Semilight" panose="020B0400000000000000" pitchFamily="34" charset="-128"/>
            </a:rPr>
            <a:t>, </a:t>
          </a:r>
          <a:r>
            <a:rPr lang="en-GB" sz="1200" b="1" kern="1200" dirty="0">
              <a:latin typeface="Yu Gothic UI Semilight" panose="020B0400000000000000" pitchFamily="34" charset="-128"/>
              <a:ea typeface="Yu Gothic UI Semilight" panose="020B0400000000000000" pitchFamily="34" charset="-128"/>
            </a:rPr>
            <a:t>religion</a:t>
          </a:r>
          <a:r>
            <a:rPr lang="en-GB" sz="1200" kern="1200" dirty="0">
              <a:latin typeface="Yu Gothic UI Semilight" panose="020B0400000000000000" pitchFamily="34" charset="-128"/>
              <a:ea typeface="Yu Gothic UI Semilight" panose="020B0400000000000000" pitchFamily="34" charset="-128"/>
            </a:rPr>
            <a:t>, </a:t>
          </a:r>
          <a:r>
            <a:rPr lang="en-GB" sz="1200" b="1" kern="1200" dirty="0">
              <a:latin typeface="Yu Gothic UI Semilight" panose="020B0400000000000000" pitchFamily="34" charset="-128"/>
              <a:ea typeface="Yu Gothic UI Semilight" panose="020B0400000000000000" pitchFamily="34" charset="-128"/>
            </a:rPr>
            <a:t>smoker</a:t>
          </a:r>
          <a:r>
            <a:rPr lang="en-GB" sz="1200" kern="1200" dirty="0">
              <a:latin typeface="Yu Gothic UI Semilight" panose="020B0400000000000000" pitchFamily="34" charset="-128"/>
              <a:ea typeface="Yu Gothic UI Semilight" panose="020B0400000000000000" pitchFamily="34" charset="-128"/>
            </a:rPr>
            <a:t> status, and zodiac </a:t>
          </a:r>
          <a:r>
            <a:rPr lang="en-GB" sz="1200" b="1" kern="1200" dirty="0">
              <a:latin typeface="Yu Gothic UI Semilight" panose="020B0400000000000000" pitchFamily="34" charset="-128"/>
              <a:ea typeface="Yu Gothic UI Semilight" panose="020B0400000000000000" pitchFamily="34" charset="-128"/>
            </a:rPr>
            <a:t>sign</a:t>
          </a:r>
          <a:r>
            <a:rPr lang="en-GB" sz="1200" kern="1200" dirty="0">
              <a:latin typeface="Yu Gothic UI Semilight" panose="020B0400000000000000" pitchFamily="34" charset="-128"/>
              <a:ea typeface="Yu Gothic UI Semilight" panose="020B0400000000000000" pitchFamily="34" charset="-128"/>
            </a:rPr>
            <a:t>.</a:t>
          </a:r>
          <a:endParaRPr lang="en-GB" sz="1400" kern="1200" dirty="0">
            <a:latin typeface="Yu Gothic UI Semilight" panose="020B0400000000000000" pitchFamily="34" charset="-128"/>
            <a:ea typeface="Yu Gothic UI Semilight" panose="020B0400000000000000" pitchFamily="34" charset="-128"/>
          </a:endParaRPr>
        </a:p>
      </dsp:txBody>
      <dsp:txXfrm>
        <a:off x="3680460" y="1589669"/>
        <a:ext cx="3154680" cy="1985566"/>
      </dsp:txXfrm>
    </dsp:sp>
    <dsp:sp modelId="{74C0B1B6-AD43-4A09-AED3-C9E5DEF4C7A9}">
      <dsp:nvSpPr>
        <dsp:cNvPr id="0" name=""/>
        <dsp:cNvSpPr/>
      </dsp:nvSpPr>
      <dsp:spPr>
        <a:xfrm>
          <a:off x="7074895" y="714189"/>
          <a:ext cx="694029" cy="34332"/>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9A4B3A6-53AE-4919-A589-F48A8820CACF}">
      <dsp:nvSpPr>
        <dsp:cNvPr id="0" name=""/>
        <dsp:cNvSpPr/>
      </dsp:nvSpPr>
      <dsp:spPr>
        <a:xfrm>
          <a:off x="7074895" y="951656"/>
          <a:ext cx="3154680" cy="638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90000"/>
            </a:lnSpc>
            <a:spcBef>
              <a:spcPct val="0"/>
            </a:spcBef>
            <a:spcAft>
              <a:spcPct val="35000"/>
            </a:spcAft>
            <a:buNone/>
            <a:defRPr b="1"/>
          </a:pPr>
          <a:r>
            <a:rPr lang="en-GB" sz="1800" kern="1200" dirty="0"/>
            <a:t>Obstacles</a:t>
          </a:r>
        </a:p>
      </dsp:txBody>
      <dsp:txXfrm>
        <a:off x="7074895" y="951656"/>
        <a:ext cx="3154680" cy="638013"/>
      </dsp:txXfrm>
    </dsp:sp>
    <dsp:sp modelId="{E55A895E-BE01-4E48-B5E0-4A42D74DA1C1}">
      <dsp:nvSpPr>
        <dsp:cNvPr id="0" name=""/>
        <dsp:cNvSpPr/>
      </dsp:nvSpPr>
      <dsp:spPr>
        <a:xfrm>
          <a:off x="7074895" y="1589669"/>
          <a:ext cx="3154680" cy="19855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533400">
            <a:lnSpc>
              <a:spcPct val="90000"/>
            </a:lnSpc>
            <a:spcBef>
              <a:spcPct val="0"/>
            </a:spcBef>
            <a:spcAft>
              <a:spcPct val="35000"/>
            </a:spcAft>
            <a:buNone/>
          </a:pPr>
          <a:r>
            <a:rPr lang="en-GB" sz="1200" kern="1200" dirty="0">
              <a:latin typeface="Yu Gothic UI Semilight" panose="020B0400000000000000" pitchFamily="34" charset="-128"/>
              <a:ea typeface="Yu Gothic UI Semilight" panose="020B0400000000000000" pitchFamily="34" charset="-128"/>
            </a:rPr>
            <a:t>Many of the features contained missing rows of data. Some features, such as the </a:t>
          </a:r>
          <a:r>
            <a:rPr lang="en-GB" sz="1200" b="1" i="0" kern="1200" dirty="0">
              <a:latin typeface="Yu Gothic UI Semilight" panose="020B0400000000000000" pitchFamily="34" charset="-128"/>
              <a:ea typeface="Yu Gothic UI Semilight" panose="020B0400000000000000" pitchFamily="34" charset="-128"/>
            </a:rPr>
            <a:t>diet</a:t>
          </a:r>
          <a:r>
            <a:rPr lang="en-GB" sz="1200" b="0" i="0" kern="1200" dirty="0">
              <a:latin typeface="Yu Gothic UI Semilight" panose="020B0400000000000000" pitchFamily="34" charset="-128"/>
              <a:ea typeface="Yu Gothic UI Semilight" panose="020B0400000000000000" pitchFamily="34" charset="-128"/>
            </a:rPr>
            <a:t>, </a:t>
          </a:r>
          <a:r>
            <a:rPr lang="en-GB" sz="1200" b="1" i="0" kern="1200" dirty="0">
              <a:latin typeface="Yu Gothic UI Semilight" panose="020B0400000000000000" pitchFamily="34" charset="-128"/>
              <a:ea typeface="Yu Gothic UI Semilight" panose="020B0400000000000000" pitchFamily="34" charset="-128"/>
            </a:rPr>
            <a:t>offspring</a:t>
          </a:r>
          <a:r>
            <a:rPr lang="en-GB" sz="1200" b="0" i="0" kern="1200" dirty="0">
              <a:latin typeface="Yu Gothic UI Semilight" panose="020B0400000000000000" pitchFamily="34" charset="-128"/>
              <a:ea typeface="Yu Gothic UI Semilight" panose="020B0400000000000000" pitchFamily="34" charset="-128"/>
            </a:rPr>
            <a:t> and </a:t>
          </a:r>
          <a:r>
            <a:rPr lang="en-GB" sz="1200" b="1" i="0" kern="1200" dirty="0">
              <a:latin typeface="Yu Gothic UI Semilight" panose="020B0400000000000000" pitchFamily="34" charset="-128"/>
              <a:ea typeface="Yu Gothic UI Semilight" panose="020B0400000000000000" pitchFamily="34" charset="-128"/>
            </a:rPr>
            <a:t>religion</a:t>
          </a:r>
          <a:r>
            <a:rPr lang="en-GB" sz="1200" b="0" i="0" kern="1200" dirty="0">
              <a:latin typeface="Yu Gothic UI Semilight" panose="020B0400000000000000" pitchFamily="34" charset="-128"/>
              <a:ea typeface="Yu Gothic UI Semilight" panose="020B0400000000000000" pitchFamily="34" charset="-128"/>
            </a:rPr>
            <a:t> columns, had many missing entries, possibly due to the sensitivity of the topics. The </a:t>
          </a:r>
          <a:r>
            <a:rPr lang="en-GB" sz="1200" b="1" i="0" kern="1200" dirty="0">
              <a:latin typeface="Yu Gothic UI Semilight" panose="020B0400000000000000" pitchFamily="34" charset="-128"/>
              <a:ea typeface="Yu Gothic UI Semilight" panose="020B0400000000000000" pitchFamily="34" charset="-128"/>
            </a:rPr>
            <a:t>age</a:t>
          </a:r>
          <a:r>
            <a:rPr lang="en-GB" sz="1200" b="0" i="0" kern="1200" dirty="0">
              <a:latin typeface="Yu Gothic UI Semilight" panose="020B0400000000000000" pitchFamily="34" charset="-128"/>
              <a:ea typeface="Yu Gothic UI Semilight" panose="020B0400000000000000" pitchFamily="34" charset="-128"/>
            </a:rPr>
            <a:t> and </a:t>
          </a:r>
          <a:r>
            <a:rPr lang="en-GB" sz="1200" b="1" i="0" kern="1200" dirty="0">
              <a:latin typeface="Yu Gothic UI Semilight" panose="020B0400000000000000" pitchFamily="34" charset="-128"/>
              <a:ea typeface="Yu Gothic UI Semilight" panose="020B0400000000000000" pitchFamily="34" charset="-128"/>
            </a:rPr>
            <a:t>height</a:t>
          </a:r>
          <a:r>
            <a:rPr lang="en-GB" sz="1200" b="0" i="0" kern="1200" dirty="0">
              <a:latin typeface="Yu Gothic UI Semilight" panose="020B0400000000000000" pitchFamily="34" charset="-128"/>
              <a:ea typeface="Yu Gothic UI Semilight" panose="020B0400000000000000" pitchFamily="34" charset="-128"/>
            </a:rPr>
            <a:t> columns also contained some outliers unlikely to be correct entries. </a:t>
          </a:r>
          <a:endParaRPr lang="en-GB" sz="1200" kern="1200" dirty="0">
            <a:latin typeface="Yu Gothic UI Semilight" panose="020B0400000000000000" pitchFamily="34" charset="-128"/>
            <a:ea typeface="Yu Gothic UI Semilight" panose="020B0400000000000000" pitchFamily="34" charset="-128"/>
          </a:endParaRPr>
        </a:p>
      </dsp:txBody>
      <dsp:txXfrm>
        <a:off x="7074895" y="1589669"/>
        <a:ext cx="3154680" cy="198556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E247E96-070B-4744-96B3-E1F97A845C9F}">
      <dsp:nvSpPr>
        <dsp:cNvPr id="0" name=""/>
        <dsp:cNvSpPr/>
      </dsp:nvSpPr>
      <dsp:spPr>
        <a:xfrm>
          <a:off x="0" y="0"/>
          <a:ext cx="4843462"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94A25E5-C31E-4F51-977B-29908E4DED60}">
      <dsp:nvSpPr>
        <dsp:cNvPr id="0" name=""/>
        <dsp:cNvSpPr/>
      </dsp:nvSpPr>
      <dsp:spPr>
        <a:xfrm>
          <a:off x="0" y="0"/>
          <a:ext cx="968692" cy="13509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en-US" sz="3600" kern="1200" dirty="0">
              <a:solidFill>
                <a:schemeClr val="accent3"/>
              </a:solidFill>
              <a:latin typeface="+mj-lt"/>
            </a:rPr>
            <a:t>Q1</a:t>
          </a:r>
        </a:p>
      </dsp:txBody>
      <dsp:txXfrm>
        <a:off x="0" y="0"/>
        <a:ext cx="968692" cy="1350962"/>
      </dsp:txXfrm>
    </dsp:sp>
    <dsp:sp modelId="{E375414F-0076-4C00-857D-10F60768B5A1}">
      <dsp:nvSpPr>
        <dsp:cNvPr id="0" name=""/>
        <dsp:cNvSpPr/>
      </dsp:nvSpPr>
      <dsp:spPr>
        <a:xfrm>
          <a:off x="1041344" y="61347"/>
          <a:ext cx="3802117" cy="12269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b="0" i="0" kern="1200" cap="all" spc="300" baseline="0" dirty="0">
              <a:solidFill>
                <a:schemeClr val="tx1"/>
              </a:solidFill>
              <a:latin typeface="Yu Gothic UI Semilight" panose="020B0400000000000000" pitchFamily="34" charset="-128"/>
              <a:ea typeface="+mn-ea"/>
              <a:cs typeface="+mn-cs"/>
            </a:rPr>
            <a:t>Market Research</a:t>
          </a:r>
        </a:p>
      </dsp:txBody>
      <dsp:txXfrm>
        <a:off x="1041344" y="61347"/>
        <a:ext cx="3802117" cy="1226948"/>
      </dsp:txXfrm>
    </dsp:sp>
    <dsp:sp modelId="{A71BDFB5-6117-4C8B-8D80-B6049D42BB45}">
      <dsp:nvSpPr>
        <dsp:cNvPr id="0" name=""/>
        <dsp:cNvSpPr/>
      </dsp:nvSpPr>
      <dsp:spPr>
        <a:xfrm>
          <a:off x="968692" y="1288295"/>
          <a:ext cx="3874769" cy="0"/>
        </a:xfrm>
        <a:prstGeom prst="line">
          <a:avLst/>
        </a:prstGeom>
        <a:solidFill>
          <a:schemeClr val="accen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dsp:style>
    </dsp:sp>
    <dsp:sp modelId="{0466FBD4-672A-478D-B685-49046823EBFF}">
      <dsp:nvSpPr>
        <dsp:cNvPr id="0" name=""/>
        <dsp:cNvSpPr/>
      </dsp:nvSpPr>
      <dsp:spPr>
        <a:xfrm>
          <a:off x="0" y="1350962"/>
          <a:ext cx="4843462"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AE1F8E-D743-4045-8E99-EDACF531D229}">
      <dsp:nvSpPr>
        <dsp:cNvPr id="0" name=""/>
        <dsp:cNvSpPr/>
      </dsp:nvSpPr>
      <dsp:spPr>
        <a:xfrm>
          <a:off x="0" y="1350962"/>
          <a:ext cx="968692" cy="13509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en-US" sz="3600" kern="1200" dirty="0">
              <a:solidFill>
                <a:schemeClr val="accent3"/>
              </a:solidFill>
              <a:latin typeface="+mj-lt"/>
            </a:rPr>
            <a:t>Q2</a:t>
          </a:r>
        </a:p>
      </dsp:txBody>
      <dsp:txXfrm>
        <a:off x="0" y="1350962"/>
        <a:ext cx="968692" cy="1350962"/>
      </dsp:txXfrm>
    </dsp:sp>
    <dsp:sp modelId="{8F8B6AF1-ABF7-490E-91F4-D9BF1971E612}">
      <dsp:nvSpPr>
        <dsp:cNvPr id="0" name=""/>
        <dsp:cNvSpPr/>
      </dsp:nvSpPr>
      <dsp:spPr>
        <a:xfrm>
          <a:off x="1041344" y="1412309"/>
          <a:ext cx="3802117" cy="12269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b="0" i="0" kern="1200" cap="all" spc="300" baseline="0" dirty="0">
              <a:solidFill>
                <a:prstClr val="black"/>
              </a:solidFill>
              <a:latin typeface="Yu Gothic UI Semilight" panose="020B0400000000000000" pitchFamily="34" charset="-128"/>
              <a:ea typeface="+mn-ea"/>
              <a:cs typeface="+mn-cs"/>
            </a:rPr>
            <a:t>Product Development</a:t>
          </a:r>
        </a:p>
      </dsp:txBody>
      <dsp:txXfrm>
        <a:off x="1041344" y="1412309"/>
        <a:ext cx="3802117" cy="1226948"/>
      </dsp:txXfrm>
    </dsp:sp>
    <dsp:sp modelId="{ED686FDA-E1A9-411A-922C-3304600C1C77}">
      <dsp:nvSpPr>
        <dsp:cNvPr id="0" name=""/>
        <dsp:cNvSpPr/>
      </dsp:nvSpPr>
      <dsp:spPr>
        <a:xfrm>
          <a:off x="968692" y="2639258"/>
          <a:ext cx="3874769" cy="0"/>
        </a:xfrm>
        <a:prstGeom prst="line">
          <a:avLst/>
        </a:prstGeom>
        <a:solidFill>
          <a:schemeClr val="accen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dsp:style>
    </dsp:sp>
    <dsp:sp modelId="{B28246E4-7BC5-45AF-BA42-DDBC1C2C2E2A}">
      <dsp:nvSpPr>
        <dsp:cNvPr id="0" name=""/>
        <dsp:cNvSpPr/>
      </dsp:nvSpPr>
      <dsp:spPr>
        <a:xfrm>
          <a:off x="0" y="2701925"/>
          <a:ext cx="4843462"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4243B8C-4525-4765-A713-E2F4D7D955D2}">
      <dsp:nvSpPr>
        <dsp:cNvPr id="0" name=""/>
        <dsp:cNvSpPr/>
      </dsp:nvSpPr>
      <dsp:spPr>
        <a:xfrm>
          <a:off x="0" y="2701925"/>
          <a:ext cx="968692" cy="13509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en-US" sz="3600" kern="1200" dirty="0">
              <a:solidFill>
                <a:schemeClr val="accent3"/>
              </a:solidFill>
              <a:latin typeface="+mj-lt"/>
            </a:rPr>
            <a:t>Q3</a:t>
          </a:r>
        </a:p>
      </dsp:txBody>
      <dsp:txXfrm>
        <a:off x="0" y="2701925"/>
        <a:ext cx="968692" cy="1350962"/>
      </dsp:txXfrm>
    </dsp:sp>
    <dsp:sp modelId="{9A0947CA-0828-427D-806E-BCC9C040AB48}">
      <dsp:nvSpPr>
        <dsp:cNvPr id="0" name=""/>
        <dsp:cNvSpPr/>
      </dsp:nvSpPr>
      <dsp:spPr>
        <a:xfrm>
          <a:off x="1041344" y="2763272"/>
          <a:ext cx="3802117" cy="12269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b="0" i="0" kern="1200" cap="all" spc="300" baseline="0" dirty="0">
              <a:solidFill>
                <a:prstClr val="black"/>
              </a:solidFill>
              <a:latin typeface="Yu Gothic UI Semilight" panose="020B0400000000000000" pitchFamily="34" charset="-128"/>
              <a:ea typeface="+mn-ea"/>
              <a:cs typeface="+mn-cs"/>
            </a:rPr>
            <a:t>User Testing</a:t>
          </a:r>
        </a:p>
      </dsp:txBody>
      <dsp:txXfrm>
        <a:off x="1041344" y="2763272"/>
        <a:ext cx="3802117" cy="1226948"/>
      </dsp:txXfrm>
    </dsp:sp>
    <dsp:sp modelId="{58AEF715-538E-4FCF-B500-3EDFACBD68A6}">
      <dsp:nvSpPr>
        <dsp:cNvPr id="0" name=""/>
        <dsp:cNvSpPr/>
      </dsp:nvSpPr>
      <dsp:spPr>
        <a:xfrm>
          <a:off x="968692" y="3990220"/>
          <a:ext cx="3874769" cy="0"/>
        </a:xfrm>
        <a:prstGeom prst="line">
          <a:avLst/>
        </a:prstGeom>
        <a:solidFill>
          <a:schemeClr val="accen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dsp:style>
    </dsp:sp>
    <dsp:sp modelId="{27ACEE2A-FEF4-404F-AB64-BBA8B44105A3}">
      <dsp:nvSpPr>
        <dsp:cNvPr id="0" name=""/>
        <dsp:cNvSpPr/>
      </dsp:nvSpPr>
      <dsp:spPr>
        <a:xfrm>
          <a:off x="0" y="4052887"/>
          <a:ext cx="4843462"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4391C42-C7D3-4D68-8573-85CF435773EE}">
      <dsp:nvSpPr>
        <dsp:cNvPr id="0" name=""/>
        <dsp:cNvSpPr/>
      </dsp:nvSpPr>
      <dsp:spPr>
        <a:xfrm>
          <a:off x="0" y="4052887"/>
          <a:ext cx="968692" cy="13509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en-US" sz="3600" kern="1200" dirty="0">
              <a:solidFill>
                <a:schemeClr val="accent3"/>
              </a:solidFill>
              <a:latin typeface="+mj-lt"/>
            </a:rPr>
            <a:t>Q4</a:t>
          </a:r>
        </a:p>
      </dsp:txBody>
      <dsp:txXfrm>
        <a:off x="0" y="4052887"/>
        <a:ext cx="968692" cy="1350962"/>
      </dsp:txXfrm>
    </dsp:sp>
    <dsp:sp modelId="{2FEB345E-D9F3-4461-A6C6-B047D3390664}">
      <dsp:nvSpPr>
        <dsp:cNvPr id="0" name=""/>
        <dsp:cNvSpPr/>
      </dsp:nvSpPr>
      <dsp:spPr>
        <a:xfrm>
          <a:off x="1041344" y="4114234"/>
          <a:ext cx="3802117" cy="12269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b="0" i="0" kern="1200" cap="all" spc="300" baseline="0" dirty="0">
              <a:solidFill>
                <a:prstClr val="black"/>
              </a:solidFill>
              <a:latin typeface="Yu Gothic UI Semilight" panose="020B0400000000000000" pitchFamily="34" charset="-128"/>
              <a:ea typeface="+mn-ea"/>
              <a:cs typeface="+mn-cs"/>
            </a:rPr>
            <a:t>Product Launch</a:t>
          </a:r>
        </a:p>
      </dsp:txBody>
      <dsp:txXfrm>
        <a:off x="1041344" y="4114234"/>
        <a:ext cx="3802117" cy="1226948"/>
      </dsp:txXfrm>
    </dsp:sp>
    <dsp:sp modelId="{E6365EE9-1704-48EE-8A92-5D8EA459D769}">
      <dsp:nvSpPr>
        <dsp:cNvPr id="0" name=""/>
        <dsp:cNvSpPr/>
      </dsp:nvSpPr>
      <dsp:spPr>
        <a:xfrm>
          <a:off x="968692" y="5341183"/>
          <a:ext cx="3874769" cy="0"/>
        </a:xfrm>
        <a:prstGeom prst="line">
          <a:avLst/>
        </a:prstGeom>
        <a:solidFill>
          <a:schemeClr val="accent1">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26/layout/TextCardShortLine">
  <dgm:title val=""/>
  <dgm:desc val=""/>
  <dgm:catLst>
    <dgm:cat type="textcard" pri="104"/>
  </dgm:catLst>
  <dgm:sampData>
    <dgm:dataModel>
      <dgm:ptLst>
        <dgm:pt modelId="0" type="doc"/>
        <dgm:pt modelId="10">
          <dgm:prSet phldrT="Title" phldr="1"/>
        </dgm:pt>
        <dgm:pt modelId="11">
          <dgm:prSet phldrT="Description" phldr="1"/>
        </dgm:pt>
        <dgm:pt modelId="20">
          <dgm:prSet phldrT="Title" phldr="1"/>
        </dgm:pt>
        <dgm:pt modelId="21">
          <dgm:prSet phldrT="Description" phldr="1"/>
        </dgm:pt>
        <dgm:pt modelId="30">
          <dgm:prSet phldrT="Title" phldr="1"/>
        </dgm:pt>
        <dgm:pt modelId="31">
          <dgm:prSet phldrT="Description" phldr="1"/>
        </dgm:pt>
      </dgm:ptLst>
      <dgm:cxnLst>
        <dgm:cxn modelId="100" srcId="0" destId="10" srcOrd="0" destOrd="0"/>
        <dgm:cxn modelId="101" srcId="10" destId="11" srcOrd="0" destOrd="0"/>
        <dgm:cxn modelId="102" srcId="0" destId="20" srcOrd="1" destOrd="0"/>
        <dgm:cxn modelId="103" srcId="20" destId="21" srcOrd="0" destOrd="0"/>
        <dgm:cxn modelId="104" srcId="0" destId="30" srcOrd="2" destOrd="0"/>
        <dgm:cxn modelId="105" srcId="30" destId="31" srcOrd="0" destOrd="0"/>
      </dgm:cxn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choose name="RowBalLTR">
          <dgm:if name="RB1" axis="ch" ptType="node" func="cnt" op="lte" val="4">
            <dgm:alg type="snake">
              <dgm:param type="grDir" val="tL"/>
              <dgm:param type="flowDir" val="row"/>
              <dgm:param type="contDir" val="sameDir"/>
              <dgm:param type="off" val="off"/>
              <dgm:param type="vertAlign" val="mid"/>
              <dgm:param type="horzAlign" val="ctr"/>
            </dgm:alg>
          </dgm:if>
          <dgm:else name="RB2">
            <dgm:alg type="snake">
              <dgm:param type="grDir" val="tL"/>
              <dgm:param type="flowDir" val="row"/>
              <dgm:param type="contDir" val="sameDir"/>
              <dgm:param type="off" val="off"/>
              <dgm:param type="vertAlign" val="mid"/>
              <dgm:param type="horzAlign" val="ctr"/>
              <dgm:param type="bkpt" val="bal"/>
            </dgm:alg>
          </dgm:else>
        </dgm:choose>
      </dgm:if>
      <dgm:else name="Name2">
        <dgm:choose name="RowBalRTL">
          <dgm:if name="RB3" axis="ch" ptType="node" func="cnt" op="lte" val="4">
            <dgm:alg type="snake">
              <dgm:param type="grDir" val="tR"/>
              <dgm:param type="flowDir" val="row"/>
              <dgm:param type="contDir" val="sameDir"/>
              <dgm:param type="off" val="off"/>
              <dgm:param type="vertAlign" val="mid"/>
              <dgm:param type="horzAlign" val="ctr"/>
            </dgm:alg>
          </dgm:if>
          <dgm:else name="RB4">
            <dgm:alg type="snake">
              <dgm:param type="grDir" val="tR"/>
              <dgm:param type="flowDir" val="row"/>
              <dgm:param type="contDir" val="sameDir"/>
              <dgm:param type="off" val="off"/>
              <dgm:param type="vertAlign" val="mid"/>
              <dgm:param type="horzAlign" val="ctr"/>
              <dgm:param type="bkpt" val="bal"/>
            </dgm:alg>
          </dgm:else>
        </dgm:choose>
      </dgm:else>
    </dgm:choose>
    <dgm:shape xmlns:r="http://schemas.openxmlformats.org/officeDocument/2006/relationships" r:blip="">
      <dgm:adjLst/>
    </dgm:shape>
    <dgm:presOf/>
    <dgm:choose name="Name3">
      <dgm:if name="Name4" axis="ch" ptType="node" func="cnt" op="lte" val="2">
        <dgm:constrLst>
          <dgm:constr type="w" for="ch" forName="compNode" refType="w" fact="0.3"/>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if>
      <dgm:if name="Name5" axis="ch" ptType="node" func="cnt" op="lte" val="3">
        <dgm:constrLst>
          <dgm:constr type="w" for="ch" forName="compNode" refType="w" fact="0.3"/>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if>
      <dgm:if name="Name5b" axis="ch" ptType="node" func="cnt" op="lte" val="4">
        <dgm:constrLst>
          <dgm:constr type="w" for="ch" forName="compNode" refType="w" fact="0.22"/>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if>
      <dgm:if name="Name6" axis="ch" ptType="node" func="cnt" op="lte" val="6">
        <dgm:constrLst>
          <dgm:constr type="w" for="ch" forName="compNode" refType="w" fact="0.3"/>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if>
      <dgm:else name="Name7">
        <dgm:constrLst>
          <dgm:constr type="w" for="ch" forName="compNode" refType="w" fact="0.3"/>
          <dgm:constr type="h" for="ch" forName="compNode" refType="h" fact="0.667"/>
          <dgm:constr type="w" for="ch" forName="sibTrans" refType="w" refFor="ch" refForName="compNode" fact="0.076"/>
          <dgm:constr type="sp" refType="w" refFor="ch" refForName="compNode" op="equ" fact="0.06"/>
          <dgm:constr type="primFontSz" for="des" forName="titleText" op="equ" val="18"/>
          <dgm:constr type="primFontSz" for="des" forName="bodyText" op="equ" val="14"/>
          <dgm:constr type="h" for="des" forName="compNode" op="equ"/>
          <dgm:constr type="w" for="des" forName="compNode" op="equ"/>
        </dgm:constrLst>
      </dgm:else>
    </dgm:choose>
    <dgm:ruleLst>
      <dgm:rule type="h"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l" for="ch" forName="accentLine"/>
          <dgm:constr type="t" for="ch" forName="accentLine"/>
          <dgm:constr type="w" for="ch" forName="accentLine" refType="w" fact="0.22"/>
          <dgm:constr type="h" for="ch" forName="accentLine" refType="h" fact="0.012"/>
          <dgm:constr type="l" for="ch" forName="titleText"/>
          <dgm:constr type="t" for="ch" forName="titleText" refType="h" fact="0.083"/>
          <dgm:constr type="w" for="ch" forName="titleText" refType="w"/>
          <dgm:constr type="h" for="ch" forName="titleText" refType="h" fact="0.223"/>
          <dgm:constr type="l" for="ch" forName="bodyText"/>
          <dgm:constr type="t" for="ch" forName="bodyText" refType="h" fact="0.306"/>
          <dgm:constr type="w" for="ch" forName="bodyText" refType="w"/>
          <dgm:constr type="h" for="ch" forName="bodyText" refType="h" fact="0.694"/>
        </dgm:constrLst>
        <dgm:ruleLst/>
        <dgm:layoutNode name="accentLine" styleLbl="dkBgShp">
          <dgm:alg type="sp"/>
          <dgm:shape xmlns:r="http://schemas.openxmlformats.org/officeDocument/2006/relationships" type="rect" r:blip="">
            <dgm:adjLst/>
            <dgm:extLst>
              <a:ext uri="{B698B0E9-8C71-41B9-8309-B3DCBF30829C}">
                <dgm1612:spPr xmlns:dgm1612="http://schemas.microsoft.com/office/drawing/2016/12/diagram">
                  <a:solidFill>
                    <a:schemeClr val="accent1"/>
                  </a:solidFill>
                </dgm1612:spPr>
              </a:ext>
            </dgm:extLst>
          </dgm:shape>
          <dgm:presOf/>
          <dgm:constrLst/>
          <dgm:ruleLst/>
        </dgm:layoutNode>
        <dgm:layoutNode name="titleText" styleLbl="revTx">
          <dgm:varLst>
            <dgm:chMax val="0"/>
            <dgm:chPref val="0"/>
          </dgm:varLst>
          <dgm:alg type="tx">
            <dgm:param type="txAnchorVert" val="mid"/>
            <dgm:param type="parTxLTRAlign" val="l"/>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8" fact="NaN" max="NaN"/>
          </dgm:ruleLst>
        </dgm:layoutNode>
        <dgm:layoutNode name="bodyText" styleLbl="revTx">
          <dgm:varLst>
            <dgm:chMax val="0"/>
            <dgm:chPref val="0"/>
          </dgm:varLst>
          <dgm:alg type="tx">
            <dgm:param type="txAnchorVert" val="t"/>
            <dgm:param type="parTxLTRAlign" val="l"/>
          </dgm:alg>
          <dgm:shape xmlns:r="http://schemas.openxmlformats.org/officeDocument/2006/relationships" type="rect" r:blip="">
            <dgm:adjLst/>
          </dgm:shape>
          <dgm:presOf axis="des" ptType="node"/>
          <dgm:constrLst>
            <dgm:constr type="lMarg"/>
            <dgm:constr type="rMarg"/>
            <dgm:constr type="tMarg"/>
            <dgm:constr type="bMarg"/>
          </dgm:constrLst>
          <dgm:ruleLst>
            <dgm:rule type="primFontSz" val="7"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defRPr b="1"/>
        </a:lvl1pPr>
      </dgm1612:lstStyle>
    </a:ext>
  </dgm:extLst>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08B8B31-1CFE-4A78-A796-40061C1B298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1F5D168-A009-4B34-B08F-277E0D6ABD9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3D47A4C-1800-412B-9042-C93F1924AECC}" type="datetimeFigureOut">
              <a:rPr lang="en-US" smtClean="0"/>
              <a:t>8/26/2026</a:t>
            </a:fld>
            <a:endParaRPr lang="en-US"/>
          </a:p>
        </p:txBody>
      </p:sp>
      <p:sp>
        <p:nvSpPr>
          <p:cNvPr id="4" name="Footer Placeholder 3">
            <a:extLst>
              <a:ext uri="{FF2B5EF4-FFF2-40B4-BE49-F238E27FC236}">
                <a16:creationId xmlns:a16="http://schemas.microsoft.com/office/drawing/2014/main" id="{810C826E-30C5-4DD2-97CD-F700F8EBBFC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4A1BE32A-EDDE-428D-8FA7-84F681D978C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81FD62-43B6-432F-96E1-BCDE3916E10C}" type="slidenum">
              <a:rPr lang="en-US" smtClean="0"/>
              <a:t>‹#›</a:t>
            </a:fld>
            <a:endParaRPr lang="en-US"/>
          </a:p>
        </p:txBody>
      </p:sp>
    </p:spTree>
    <p:extLst>
      <p:ext uri="{BB962C8B-B14F-4D97-AF65-F5344CB8AC3E}">
        <p14:creationId xmlns:p14="http://schemas.microsoft.com/office/powerpoint/2010/main" val="14993833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00EB3D-2307-4317-8A1D-B47FA45245F0}" type="datetimeFigureOut">
              <a:rPr lang="en-US" noProof="0" smtClean="0"/>
              <a:t>8/26/2026</a:t>
            </a:fld>
            <a:endParaRPr lang="en-US" noProof="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D78A92-0141-4330-8F3E-FAADFAC23844}" type="slidenum">
              <a:rPr lang="en-US" noProof="0" smtClean="0"/>
              <a:t>‹#›</a:t>
            </a:fld>
            <a:endParaRPr lang="en-US" noProof="0"/>
          </a:p>
        </p:txBody>
      </p:sp>
    </p:spTree>
    <p:extLst>
      <p:ext uri="{BB962C8B-B14F-4D97-AF65-F5344CB8AC3E}">
        <p14:creationId xmlns:p14="http://schemas.microsoft.com/office/powerpoint/2010/main" val="17488877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AD403-A15F-4A2F-B050-AB874136E732}"/>
              </a:ext>
            </a:extLst>
          </p:cNvPr>
          <p:cNvSpPr>
            <a:spLocks noGrp="1"/>
          </p:cNvSpPr>
          <p:nvPr>
            <p:ph type="title"/>
          </p:nvPr>
        </p:nvSpPr>
        <p:spPr>
          <a:xfrm>
            <a:off x="868680" y="804672"/>
            <a:ext cx="10460736" cy="3255264"/>
          </a:xfrm>
        </p:spPr>
        <p:txBody>
          <a:bodyPr anchor="b">
            <a:noAutofit/>
          </a:bodyPr>
          <a:lstStyle>
            <a:lvl1pPr algn="ctr">
              <a:defRPr sz="7200" b="0">
                <a:solidFill>
                  <a:schemeClr val="accent1">
                    <a:lumMod val="20000"/>
                    <a:lumOff val="80000"/>
                  </a:schemeClr>
                </a:solidFill>
              </a:defRPr>
            </a:lvl1pPr>
          </a:lstStyle>
          <a:p>
            <a:r>
              <a:rPr lang="en-US" noProof="0"/>
              <a:t>Click to edit Master title style</a:t>
            </a:r>
            <a:endParaRPr lang="en-US" noProof="0" dirty="0"/>
          </a:p>
        </p:txBody>
      </p:sp>
      <p:sp>
        <p:nvSpPr>
          <p:cNvPr id="36" name="Text Placeholder 14">
            <a:extLst>
              <a:ext uri="{FF2B5EF4-FFF2-40B4-BE49-F238E27FC236}">
                <a16:creationId xmlns:a16="http://schemas.microsoft.com/office/drawing/2014/main" id="{2A3D73F7-77EC-4576-B541-20C032F462DC}"/>
              </a:ext>
            </a:extLst>
          </p:cNvPr>
          <p:cNvSpPr>
            <a:spLocks noGrp="1"/>
          </p:cNvSpPr>
          <p:nvPr userDrawn="1">
            <p:ph type="body" sz="quarter" idx="13"/>
          </p:nvPr>
        </p:nvSpPr>
        <p:spPr>
          <a:xfrm>
            <a:off x="3081573" y="4526280"/>
            <a:ext cx="6028854" cy="914400"/>
          </a:xfrm>
        </p:spPr>
        <p:txBody>
          <a:bodyPr anchor="t">
            <a:normAutofit/>
          </a:bodyPr>
          <a:lstStyle>
            <a:lvl1pPr marL="0" indent="0" algn="ctr">
              <a:buNone/>
              <a:defRPr sz="1600" b="0" i="0" cap="all" spc="300" baseline="0">
                <a:solidFill>
                  <a:schemeClr val="accent1">
                    <a:lumMod val="20000"/>
                    <a:lumOff val="80000"/>
                  </a:schemeClr>
                </a:solidFill>
              </a:defRPr>
            </a:lvl1pPr>
          </a:lstStyle>
          <a:p>
            <a:pPr lvl="0"/>
            <a:r>
              <a:rPr lang="en-US" noProof="0"/>
              <a:t>Click to edit Master text styles</a:t>
            </a:r>
          </a:p>
        </p:txBody>
      </p:sp>
      <p:sp>
        <p:nvSpPr>
          <p:cNvPr id="21" name="Rectangle 20">
            <a:extLst>
              <a:ext uri="{FF2B5EF4-FFF2-40B4-BE49-F238E27FC236}">
                <a16:creationId xmlns:a16="http://schemas.microsoft.com/office/drawing/2014/main" id="{2123959E-C8AF-2C32-A4AC-D79C711CACEF}"/>
              </a:ext>
            </a:extLst>
          </p:cNvPr>
          <p:cNvSpPr/>
          <p:nvPr userDrawn="1"/>
        </p:nvSpPr>
        <p:spPr>
          <a:xfrm>
            <a:off x="361950" y="327025"/>
            <a:ext cx="11468100" cy="6203950"/>
          </a:xfrm>
          <a:prstGeom prst="rect">
            <a:avLst/>
          </a:prstGeom>
          <a:noFill/>
          <a:ln w="28575" cap="flat">
            <a:solidFill>
              <a:schemeClr val="accent3">
                <a:lumMod val="40000"/>
                <a:lumOff val="60000"/>
              </a:schemeClr>
            </a:solidFill>
            <a:prstDash val="solid"/>
            <a:miter/>
          </a:ln>
        </p:spPr>
        <p:txBody>
          <a:bodyPr rtlCol="0" anchor="ctr"/>
          <a:lstStyle/>
          <a:p>
            <a:pPr algn="l"/>
            <a:endParaRPr lang="en-US" dirty="0">
              <a:latin typeface="Yu Gothic UI Semilight" panose="020B0400000000000000" pitchFamily="34" charset="-128"/>
            </a:endParaRPr>
          </a:p>
        </p:txBody>
      </p:sp>
      <p:grpSp>
        <p:nvGrpSpPr>
          <p:cNvPr id="48" name="Group 47">
            <a:extLst>
              <a:ext uri="{FF2B5EF4-FFF2-40B4-BE49-F238E27FC236}">
                <a16:creationId xmlns:a16="http://schemas.microsoft.com/office/drawing/2014/main" id="{1991AA11-ABBF-BFA0-AACD-5E0262702116}"/>
              </a:ext>
            </a:extLst>
          </p:cNvPr>
          <p:cNvGrpSpPr/>
          <p:nvPr userDrawn="1"/>
        </p:nvGrpSpPr>
        <p:grpSpPr>
          <a:xfrm>
            <a:off x="6096000" y="327025"/>
            <a:ext cx="0" cy="6203950"/>
            <a:chOff x="6096000" y="327025"/>
            <a:chExt cx="0" cy="6203950"/>
          </a:xfrm>
        </p:grpSpPr>
        <p:cxnSp>
          <p:nvCxnSpPr>
            <p:cNvPr id="49" name="Straight Connector 48">
              <a:extLst>
                <a:ext uri="{FF2B5EF4-FFF2-40B4-BE49-F238E27FC236}">
                  <a16:creationId xmlns:a16="http://schemas.microsoft.com/office/drawing/2014/main" id="{8CB6BE39-5971-4916-1DD7-91D7C3F31234}"/>
                </a:ext>
              </a:extLst>
            </p:cNvPr>
            <p:cNvCxnSpPr>
              <a:cxnSpLocks/>
            </p:cNvCxnSpPr>
            <p:nvPr/>
          </p:nvCxnSpPr>
          <p:spPr>
            <a:xfrm flipV="1">
              <a:off x="6096000" y="6281057"/>
              <a:ext cx="0" cy="249918"/>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5CD84773-7D11-C9D4-A19C-4265A176EBAA}"/>
                </a:ext>
              </a:extLst>
            </p:cNvPr>
            <p:cNvCxnSpPr>
              <a:cxnSpLocks/>
            </p:cNvCxnSpPr>
            <p:nvPr/>
          </p:nvCxnSpPr>
          <p:spPr>
            <a:xfrm flipV="1">
              <a:off x="6096000" y="327025"/>
              <a:ext cx="0" cy="249918"/>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668199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838200" y="853333"/>
            <a:ext cx="4844143" cy="5151334"/>
          </a:xfrm>
        </p:spPr>
        <p:txBody>
          <a:bodyPr anchor="ctr">
            <a:normAutofit/>
          </a:bodyPr>
          <a:lstStyle>
            <a:lvl1pPr algn="ctr">
              <a:defRPr sz="3600">
                <a:solidFill>
                  <a:schemeClr val="accent3"/>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6455229" y="853333"/>
            <a:ext cx="4920342" cy="5151334"/>
          </a:xfrm>
        </p:spPr>
        <p:txBody>
          <a:bodyPr anchor="ctr" anchorCtr="0">
            <a:normAutofit/>
          </a:bodyPr>
          <a:lstStyle>
            <a:lvl1pPr marL="0" indent="0" algn="ctr">
              <a:lnSpc>
                <a:spcPct val="200000"/>
              </a:lnSpc>
              <a:buNone/>
              <a:defRPr lang="en-US" sz="1600" kern="1200" cap="all" spc="300" dirty="0">
                <a:solidFill>
                  <a:prstClr val="black"/>
                </a:solidFill>
                <a:latin typeface="Yu Gothic UI Semilight" panose="020B0400000000000000" pitchFamily="34" charset="-128"/>
                <a:ea typeface="+mn-ea"/>
                <a:cs typeface="+mn-cs"/>
              </a:defRPr>
            </a:lvl1pPr>
            <a:lvl2pPr marL="742950" indent="-285750" algn="ctr">
              <a:lnSpc>
                <a:spcPct val="12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2pPr>
            <a:lvl3pPr marL="1200150" indent="-285750" algn="ctr">
              <a:lnSpc>
                <a:spcPct val="12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3pPr>
            <a:lvl4pPr marL="1657350" indent="-285750" algn="ctr">
              <a:lnSpc>
                <a:spcPct val="12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4pPr>
            <a:lvl5pPr marL="2114550" indent="-285750" algn="ctr">
              <a:lnSpc>
                <a:spcPct val="12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er Placeholder 4">
            <a:extLst>
              <a:ext uri="{FF2B5EF4-FFF2-40B4-BE49-F238E27FC236}">
                <a16:creationId xmlns:a16="http://schemas.microsoft.com/office/drawing/2014/main" id="{EC2FAC39-06DA-FEF0-2302-B02B7C1CD3B1}"/>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9" name="Date Placeholder 3">
            <a:extLst>
              <a:ext uri="{FF2B5EF4-FFF2-40B4-BE49-F238E27FC236}">
                <a16:creationId xmlns:a16="http://schemas.microsoft.com/office/drawing/2014/main" id="{6244C766-4DBD-CE50-9374-1427F1FAE856}"/>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0B4AC9CD-0374-4BE7-8481-7982C4A3E9D1}" type="datetime1">
              <a:rPr lang="en-US" smtClean="0"/>
              <a:t>8/26/2026</a:t>
            </a:fld>
            <a:endParaRPr lang="en-US" dirty="0"/>
          </a:p>
        </p:txBody>
      </p:sp>
    </p:spTree>
    <p:extLst>
      <p:ext uri="{BB962C8B-B14F-4D97-AF65-F5344CB8AC3E}">
        <p14:creationId xmlns:p14="http://schemas.microsoft.com/office/powerpoint/2010/main" val="10008267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01">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AD403-A15F-4A2F-B050-AB874136E732}"/>
              </a:ext>
            </a:extLst>
          </p:cNvPr>
          <p:cNvSpPr>
            <a:spLocks noGrp="1"/>
          </p:cNvSpPr>
          <p:nvPr>
            <p:ph type="title"/>
          </p:nvPr>
        </p:nvSpPr>
        <p:spPr>
          <a:xfrm>
            <a:off x="838200" y="853334"/>
            <a:ext cx="4844142" cy="5151334"/>
          </a:xfrm>
        </p:spPr>
        <p:txBody>
          <a:bodyPr anchor="t">
            <a:noAutofit/>
          </a:bodyPr>
          <a:lstStyle>
            <a:lvl1pPr algn="l">
              <a:defRPr sz="5400" b="0">
                <a:solidFill>
                  <a:schemeClr val="accent1">
                    <a:lumMod val="20000"/>
                    <a:lumOff val="80000"/>
                  </a:schemeClr>
                </a:solidFill>
              </a:defRPr>
            </a:lvl1pPr>
          </a:lstStyle>
          <a:p>
            <a:r>
              <a:rPr lang="en-US" noProof="0"/>
              <a:t>Click to edit Master title style</a:t>
            </a:r>
            <a:endParaRPr lang="en-US" noProof="0" dirty="0"/>
          </a:p>
        </p:txBody>
      </p:sp>
      <p:sp>
        <p:nvSpPr>
          <p:cNvPr id="8" name="Picture Placeholder 7">
            <a:extLst>
              <a:ext uri="{FF2B5EF4-FFF2-40B4-BE49-F238E27FC236}">
                <a16:creationId xmlns:a16="http://schemas.microsoft.com/office/drawing/2014/main" id="{402CFA45-BBBD-162A-70AD-0B375405784D}"/>
              </a:ext>
            </a:extLst>
          </p:cNvPr>
          <p:cNvSpPr>
            <a:spLocks noGrp="1"/>
          </p:cNvSpPr>
          <p:nvPr>
            <p:ph type="pic" sz="quarter" idx="11"/>
          </p:nvPr>
        </p:nvSpPr>
        <p:spPr>
          <a:xfrm>
            <a:off x="6428012" y="685800"/>
            <a:ext cx="5070020" cy="5486400"/>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p:spPr>
        <p:txBody>
          <a:bodyPr wrap="square">
            <a:noAutofit/>
          </a:bodyPr>
          <a:lstStyle>
            <a:lvl1pPr marL="0" indent="0" algn="ctr">
              <a:buNone/>
              <a:defRPr sz="1600"/>
            </a:lvl1pPr>
          </a:lstStyle>
          <a:p>
            <a:r>
              <a:rPr lang="en-US"/>
              <a:t>Click icon to add picture</a:t>
            </a:r>
          </a:p>
        </p:txBody>
      </p:sp>
      <p:sp>
        <p:nvSpPr>
          <p:cNvPr id="4" name="Rectangle 3">
            <a:extLst>
              <a:ext uri="{FF2B5EF4-FFF2-40B4-BE49-F238E27FC236}">
                <a16:creationId xmlns:a16="http://schemas.microsoft.com/office/drawing/2014/main" id="{35CD2915-BBAC-A1F0-BC9D-D3EBE576B6CA}"/>
              </a:ext>
            </a:extLst>
          </p:cNvPr>
          <p:cNvSpPr/>
          <p:nvPr userDrawn="1"/>
        </p:nvSpPr>
        <p:spPr>
          <a:xfrm>
            <a:off x="361950" y="327025"/>
            <a:ext cx="11468100" cy="6203950"/>
          </a:xfrm>
          <a:prstGeom prst="rect">
            <a:avLst/>
          </a:prstGeom>
          <a:noFill/>
          <a:ln w="28575" cap="flat">
            <a:solidFill>
              <a:schemeClr val="accent3">
                <a:lumMod val="40000"/>
                <a:lumOff val="60000"/>
              </a:schemeClr>
            </a:solidFill>
            <a:prstDash val="solid"/>
            <a:miter/>
          </a:ln>
        </p:spPr>
        <p:txBody>
          <a:bodyPr rtlCol="0" anchor="ctr"/>
          <a:lstStyle/>
          <a:p>
            <a:pPr algn="l"/>
            <a:endParaRPr lang="en-US" dirty="0">
              <a:latin typeface="Yu Gothic UI Semilight" panose="020B0400000000000000" pitchFamily="34" charset="-128"/>
            </a:endParaRPr>
          </a:p>
        </p:txBody>
      </p:sp>
      <p:cxnSp>
        <p:nvCxnSpPr>
          <p:cNvPr id="6" name="Straight Connector 5">
            <a:extLst>
              <a:ext uri="{FF2B5EF4-FFF2-40B4-BE49-F238E27FC236}">
                <a16:creationId xmlns:a16="http://schemas.microsoft.com/office/drawing/2014/main" id="{731F310B-7369-4DED-0D01-CE0B2057D9A2}"/>
              </a:ext>
            </a:extLst>
          </p:cNvPr>
          <p:cNvCxnSpPr>
            <a:cxnSpLocks/>
          </p:cNvCxnSpPr>
          <p:nvPr/>
        </p:nvCxnSpPr>
        <p:spPr>
          <a:xfrm flipV="1">
            <a:off x="6096000" y="6281057"/>
            <a:ext cx="0" cy="249918"/>
          </a:xfrm>
          <a:prstGeom prst="line">
            <a:avLst/>
          </a:prstGeom>
          <a:ln w="2857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C7F80554-A5C0-4DF5-30C7-E8509F4304C5}"/>
              </a:ext>
            </a:extLst>
          </p:cNvPr>
          <p:cNvCxnSpPr>
            <a:cxnSpLocks/>
          </p:cNvCxnSpPr>
          <p:nvPr/>
        </p:nvCxnSpPr>
        <p:spPr>
          <a:xfrm flipV="1">
            <a:off x="6096000" y="327025"/>
            <a:ext cx="0" cy="6160861"/>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7225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01">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A9154-5D3B-2CDD-4D46-FD8867EFC004}"/>
              </a:ext>
            </a:extLst>
          </p:cNvPr>
          <p:cNvSpPr>
            <a:spLocks noGrp="1"/>
          </p:cNvSpPr>
          <p:nvPr>
            <p:ph type="title"/>
          </p:nvPr>
        </p:nvSpPr>
        <p:spPr>
          <a:xfrm>
            <a:off x="838200" y="853333"/>
            <a:ext cx="4844143" cy="5151334"/>
          </a:xfrm>
        </p:spPr>
        <p:txBody>
          <a:bodyPr anchor="ctr">
            <a:normAutofit/>
          </a:bodyPr>
          <a:lstStyle>
            <a:lvl1pPr algn="ctr">
              <a:defRPr sz="3600">
                <a:solidFill>
                  <a:schemeClr val="accent3"/>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6455228" y="853333"/>
            <a:ext cx="4997631" cy="5151334"/>
          </a:xfrm>
        </p:spPr>
        <p:txBody>
          <a:bodyPr anchor="ctr" anchorCtr="0">
            <a:normAutofit/>
          </a:bodyPr>
          <a:lstStyle>
            <a:lvl1pPr marL="0" indent="0">
              <a:lnSpc>
                <a:spcPct val="100000"/>
              </a:lnSpc>
              <a:buFont typeface="Arial" panose="020B0604020202020204" pitchFamily="34" charset="0"/>
              <a:buNone/>
              <a:defRPr lang="en-US" sz="2000" kern="1200" dirty="0">
                <a:solidFill>
                  <a:schemeClr val="tx1"/>
                </a:solidFill>
                <a:latin typeface="Yu Gothic UI Semilight" panose="020B0400000000000000" pitchFamily="34" charset="-128"/>
                <a:ea typeface="+mn-ea"/>
                <a:cs typeface="+mn-cs"/>
              </a:defRPr>
            </a:lvl1pPr>
            <a:lvl2pPr marL="800100" indent="-342900">
              <a:lnSpc>
                <a:spcPct val="100000"/>
              </a:lnSpc>
              <a:buFont typeface="Arial" panose="020B0604020202020204" pitchFamily="34" charset="0"/>
              <a:buChar char="•"/>
              <a:defRPr lang="en-US" sz="2000" kern="1200" dirty="0">
                <a:solidFill>
                  <a:schemeClr val="tx1"/>
                </a:solidFill>
                <a:latin typeface="Yu Gothic UI Semilight" panose="020B0400000000000000" pitchFamily="34" charset="-128"/>
                <a:ea typeface="+mn-ea"/>
                <a:cs typeface="+mn-cs"/>
              </a:defRPr>
            </a:lvl2pPr>
            <a:lvl3pPr marL="1257300" indent="-342900">
              <a:lnSpc>
                <a:spcPct val="100000"/>
              </a:lnSpc>
              <a:buFont typeface="Arial" panose="020B0604020202020204" pitchFamily="34" charset="0"/>
              <a:buChar char="•"/>
              <a:defRPr lang="en-US" sz="2000" kern="1200" dirty="0">
                <a:solidFill>
                  <a:schemeClr val="tx1"/>
                </a:solidFill>
                <a:latin typeface="Yu Gothic UI Semilight" panose="020B0400000000000000" pitchFamily="34" charset="-128"/>
                <a:ea typeface="+mn-ea"/>
                <a:cs typeface="+mn-cs"/>
              </a:defRPr>
            </a:lvl3pPr>
            <a:lvl4pPr marL="1714500" indent="-342900">
              <a:lnSpc>
                <a:spcPct val="100000"/>
              </a:lnSpc>
              <a:buFont typeface="Arial" panose="020B0604020202020204" pitchFamily="34" charset="0"/>
              <a:buChar char="•"/>
              <a:defRPr lang="en-US" sz="2000" kern="1200" dirty="0">
                <a:solidFill>
                  <a:schemeClr val="tx1"/>
                </a:solidFill>
                <a:latin typeface="Yu Gothic UI Semilight" panose="020B0400000000000000" pitchFamily="34" charset="-128"/>
                <a:ea typeface="+mn-ea"/>
                <a:cs typeface="+mn-cs"/>
              </a:defRPr>
            </a:lvl4pPr>
            <a:lvl5pPr marL="2171700" indent="-342900">
              <a:lnSpc>
                <a:spcPct val="100000"/>
              </a:lnSpc>
              <a:buFont typeface="Arial" panose="020B0604020202020204" pitchFamily="34" charset="0"/>
              <a:buChar char="•"/>
              <a:defRPr lang="en-US" sz="2000" kern="1200" dirty="0">
                <a:solidFill>
                  <a:schemeClr val="tx1"/>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4">
            <a:extLst>
              <a:ext uri="{FF2B5EF4-FFF2-40B4-BE49-F238E27FC236}">
                <a16:creationId xmlns:a16="http://schemas.microsoft.com/office/drawing/2014/main" id="{024DDF44-6A4A-DA03-A8BE-598DC99E8900}"/>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13" name="Date Placeholder 3">
            <a:extLst>
              <a:ext uri="{FF2B5EF4-FFF2-40B4-BE49-F238E27FC236}">
                <a16:creationId xmlns:a16="http://schemas.microsoft.com/office/drawing/2014/main" id="{27F1B34D-5253-5267-DEAA-572BCF19BF8A}"/>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222400DF-651A-4479-9C74-9CDA47151016}" type="datetime1">
              <a:rPr lang="en-US" smtClean="0"/>
              <a:t>8/26/2026</a:t>
            </a:fld>
            <a:endParaRPr lang="en-US" dirty="0"/>
          </a:p>
        </p:txBody>
      </p:sp>
    </p:spTree>
    <p:extLst>
      <p:ext uri="{BB962C8B-B14F-4D97-AF65-F5344CB8AC3E}">
        <p14:creationId xmlns:p14="http://schemas.microsoft.com/office/powerpoint/2010/main" val="14562342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02">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AD403-A15F-4A2F-B050-AB874136E732}"/>
              </a:ext>
            </a:extLst>
          </p:cNvPr>
          <p:cNvSpPr>
            <a:spLocks noGrp="1"/>
          </p:cNvSpPr>
          <p:nvPr>
            <p:ph type="title"/>
          </p:nvPr>
        </p:nvSpPr>
        <p:spPr>
          <a:xfrm>
            <a:off x="838200" y="853334"/>
            <a:ext cx="4844142" cy="3939646"/>
          </a:xfrm>
        </p:spPr>
        <p:txBody>
          <a:bodyPr anchor="t">
            <a:noAutofit/>
          </a:bodyPr>
          <a:lstStyle>
            <a:lvl1pPr algn="l">
              <a:defRPr sz="5400" b="0">
                <a:solidFill>
                  <a:schemeClr val="accent1">
                    <a:lumMod val="20000"/>
                    <a:lumOff val="80000"/>
                  </a:schemeClr>
                </a:solidFill>
              </a:defRPr>
            </a:lvl1pPr>
          </a:lstStyle>
          <a:p>
            <a:r>
              <a:rPr lang="en-US" noProof="0"/>
              <a:t>Click to edit Master title style</a:t>
            </a:r>
            <a:endParaRPr lang="en-US" noProof="0" dirty="0"/>
          </a:p>
        </p:txBody>
      </p:sp>
      <p:sp>
        <p:nvSpPr>
          <p:cNvPr id="3" name="Text Placeholder 14">
            <a:extLst>
              <a:ext uri="{FF2B5EF4-FFF2-40B4-BE49-F238E27FC236}">
                <a16:creationId xmlns:a16="http://schemas.microsoft.com/office/drawing/2014/main" id="{4F555129-A180-DABF-24A6-1FBDA958D770}"/>
              </a:ext>
            </a:extLst>
          </p:cNvPr>
          <p:cNvSpPr>
            <a:spLocks noGrp="1"/>
          </p:cNvSpPr>
          <p:nvPr>
            <p:ph type="body" sz="quarter" idx="13"/>
          </p:nvPr>
        </p:nvSpPr>
        <p:spPr>
          <a:xfrm>
            <a:off x="838199" y="5029200"/>
            <a:ext cx="4844143" cy="1169761"/>
          </a:xfrm>
        </p:spPr>
        <p:txBody>
          <a:bodyPr anchor="b">
            <a:normAutofit/>
          </a:bodyPr>
          <a:lstStyle>
            <a:lvl1pPr marL="0" indent="0" algn="l">
              <a:buNone/>
              <a:defRPr sz="1800" b="0" i="0" cap="all" spc="300" baseline="0">
                <a:solidFill>
                  <a:schemeClr val="accent1">
                    <a:lumMod val="20000"/>
                    <a:lumOff val="80000"/>
                  </a:schemeClr>
                </a:solidFill>
              </a:defRPr>
            </a:lvl1pPr>
          </a:lstStyle>
          <a:p>
            <a:pPr lvl="0"/>
            <a:r>
              <a:rPr lang="en-US" noProof="0"/>
              <a:t>Click to edit Master text styles</a:t>
            </a:r>
          </a:p>
        </p:txBody>
      </p:sp>
      <p:sp>
        <p:nvSpPr>
          <p:cNvPr id="5" name="Picture Placeholder 4">
            <a:extLst>
              <a:ext uri="{FF2B5EF4-FFF2-40B4-BE49-F238E27FC236}">
                <a16:creationId xmlns:a16="http://schemas.microsoft.com/office/drawing/2014/main" id="{7E309519-3E22-556C-E01C-12137A86C950}"/>
              </a:ext>
            </a:extLst>
          </p:cNvPr>
          <p:cNvSpPr>
            <a:spLocks noGrp="1"/>
          </p:cNvSpPr>
          <p:nvPr>
            <p:ph type="pic" sz="quarter" idx="11"/>
          </p:nvPr>
        </p:nvSpPr>
        <p:spPr>
          <a:xfrm>
            <a:off x="6428012" y="685800"/>
            <a:ext cx="5070020" cy="5486400"/>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p:spPr>
        <p:txBody>
          <a:bodyPr wrap="square">
            <a:noAutofit/>
          </a:bodyPr>
          <a:lstStyle>
            <a:lvl1pPr marL="0" indent="0" algn="ctr">
              <a:buNone/>
              <a:defRPr sz="1600"/>
            </a:lvl1pPr>
          </a:lstStyle>
          <a:p>
            <a:r>
              <a:rPr lang="en-US"/>
              <a:t>Click icon to add picture</a:t>
            </a:r>
          </a:p>
        </p:txBody>
      </p:sp>
      <p:sp>
        <p:nvSpPr>
          <p:cNvPr id="4" name="Rectangle 3">
            <a:extLst>
              <a:ext uri="{FF2B5EF4-FFF2-40B4-BE49-F238E27FC236}">
                <a16:creationId xmlns:a16="http://schemas.microsoft.com/office/drawing/2014/main" id="{35CD2915-BBAC-A1F0-BC9D-D3EBE576B6CA}"/>
              </a:ext>
            </a:extLst>
          </p:cNvPr>
          <p:cNvSpPr/>
          <p:nvPr userDrawn="1"/>
        </p:nvSpPr>
        <p:spPr>
          <a:xfrm>
            <a:off x="361950" y="327025"/>
            <a:ext cx="11468100" cy="6203950"/>
          </a:xfrm>
          <a:prstGeom prst="rect">
            <a:avLst/>
          </a:prstGeom>
          <a:noFill/>
          <a:ln w="28575" cap="flat">
            <a:solidFill>
              <a:schemeClr val="accent3">
                <a:lumMod val="60000"/>
                <a:lumOff val="40000"/>
              </a:schemeClr>
            </a:solidFill>
            <a:prstDash val="solid"/>
            <a:miter/>
          </a:ln>
        </p:spPr>
        <p:txBody>
          <a:bodyPr rtlCol="0" anchor="ctr"/>
          <a:lstStyle/>
          <a:p>
            <a:pPr algn="l"/>
            <a:endParaRPr lang="en-US" dirty="0">
              <a:latin typeface="Yu Gothic UI Semilight" panose="020B0400000000000000" pitchFamily="34" charset="-128"/>
            </a:endParaRPr>
          </a:p>
        </p:txBody>
      </p:sp>
      <p:cxnSp>
        <p:nvCxnSpPr>
          <p:cNvPr id="6" name="Straight Connector 5">
            <a:extLst>
              <a:ext uri="{FF2B5EF4-FFF2-40B4-BE49-F238E27FC236}">
                <a16:creationId xmlns:a16="http://schemas.microsoft.com/office/drawing/2014/main" id="{731F310B-7369-4DED-0D01-CE0B2057D9A2}"/>
              </a:ext>
            </a:extLst>
          </p:cNvPr>
          <p:cNvCxnSpPr>
            <a:cxnSpLocks/>
          </p:cNvCxnSpPr>
          <p:nvPr/>
        </p:nvCxnSpPr>
        <p:spPr>
          <a:xfrm flipV="1">
            <a:off x="6096000" y="6281057"/>
            <a:ext cx="0" cy="249918"/>
          </a:xfrm>
          <a:prstGeom prst="line">
            <a:avLst/>
          </a:prstGeom>
          <a:ln w="2857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C7F80554-A5C0-4DF5-30C7-E8509F4304C5}"/>
              </a:ext>
            </a:extLst>
          </p:cNvPr>
          <p:cNvCxnSpPr>
            <a:cxnSpLocks/>
          </p:cNvCxnSpPr>
          <p:nvPr/>
        </p:nvCxnSpPr>
        <p:spPr>
          <a:xfrm flipV="1">
            <a:off x="6096000" y="327025"/>
            <a:ext cx="0" cy="6160861"/>
          </a:xfrm>
          <a:prstGeom prst="line">
            <a:avLst/>
          </a:prstGeom>
          <a:ln w="28575">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69335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content 01">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E567DDB1-50BA-053F-5044-13CD972E03BF}"/>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2" name="Content Placeholder 3">
            <a:extLst>
              <a:ext uri="{FF2B5EF4-FFF2-40B4-BE49-F238E27FC236}">
                <a16:creationId xmlns:a16="http://schemas.microsoft.com/office/drawing/2014/main" id="{E0F5E438-B3C9-C45F-E900-E6E1E3E8DB1B}"/>
              </a:ext>
            </a:extLst>
          </p:cNvPr>
          <p:cNvSpPr>
            <a:spLocks noGrp="1"/>
          </p:cNvSpPr>
          <p:nvPr>
            <p:ph sz="half" idx="13"/>
          </p:nvPr>
        </p:nvSpPr>
        <p:spPr>
          <a:xfrm>
            <a:off x="838200" y="3813681"/>
            <a:ext cx="4898571" cy="2188317"/>
          </a:xfrm>
        </p:spPr>
        <p:txBody>
          <a:bodyPr>
            <a:normAutofit/>
          </a:bodyPr>
          <a:lstStyle>
            <a:lvl1pPr marL="0" indent="0">
              <a:lnSpc>
                <a:spcPct val="100000"/>
              </a:lnSpc>
              <a:buFont typeface="Arial" panose="020B0604020202020204" pitchFamily="34" charset="0"/>
              <a:buNone/>
              <a:defRPr sz="2000">
                <a:solidFill>
                  <a:schemeClr val="tx1"/>
                </a:solidFill>
              </a:defRPr>
            </a:lvl1pPr>
            <a:lvl2pPr marL="457200" indent="0">
              <a:lnSpc>
                <a:spcPct val="100000"/>
              </a:lnSpc>
              <a:buFont typeface="Arial" panose="020B0604020202020204" pitchFamily="34" charset="0"/>
              <a:buNone/>
              <a:defRPr sz="2000">
                <a:solidFill>
                  <a:schemeClr val="tx1"/>
                </a:solidFill>
              </a:defRPr>
            </a:lvl2pPr>
            <a:lvl3pPr marL="914400" indent="0">
              <a:lnSpc>
                <a:spcPct val="100000"/>
              </a:lnSpc>
              <a:buFont typeface="Arial" panose="020B0604020202020204" pitchFamily="34" charset="0"/>
              <a:buNone/>
              <a:defRPr sz="2000">
                <a:solidFill>
                  <a:schemeClr val="tx1"/>
                </a:solidFill>
              </a:defRPr>
            </a:lvl3pPr>
            <a:lvl4pPr marL="1371600" indent="0">
              <a:lnSpc>
                <a:spcPct val="100000"/>
              </a:lnSpc>
              <a:buFont typeface="Arial" panose="020B0604020202020204" pitchFamily="34" charset="0"/>
              <a:buNone/>
              <a:defRPr sz="2000">
                <a:solidFill>
                  <a:schemeClr val="tx1"/>
                </a:solidFill>
              </a:defRPr>
            </a:lvl4pPr>
            <a:lvl5pPr marL="1828800" indent="0">
              <a:lnSpc>
                <a:spcPct val="100000"/>
              </a:lnSpc>
              <a:buFont typeface="Arial" panose="020B0604020202020204" pitchFamily="34" charset="0"/>
              <a:buNone/>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6509656" y="850392"/>
            <a:ext cx="4844144" cy="5404104"/>
          </a:xfrm>
        </p:spPr>
        <p:txBody>
          <a:bodyPr>
            <a:normAutofit/>
          </a:bodyPr>
          <a:lstStyle>
            <a:lvl1pPr marL="0" indent="0">
              <a:lnSpc>
                <a:spcPct val="100000"/>
              </a:lnSpc>
              <a:buNone/>
              <a:defRPr sz="2400">
                <a:solidFill>
                  <a:schemeClr val="tx1"/>
                </a:solidFill>
              </a:defRPr>
            </a:lvl1pPr>
            <a:lvl2pPr marL="800100" indent="-342900">
              <a:lnSpc>
                <a:spcPct val="100000"/>
              </a:lnSpc>
              <a:buFont typeface="Arial" panose="020B0604020202020204" pitchFamily="34" charset="0"/>
              <a:buChar char="•"/>
              <a:defRPr sz="2400">
                <a:solidFill>
                  <a:schemeClr val="tx1"/>
                </a:solidFill>
              </a:defRPr>
            </a:lvl2pPr>
            <a:lvl3pPr marL="1257300" indent="-342900">
              <a:lnSpc>
                <a:spcPct val="100000"/>
              </a:lnSpc>
              <a:buFont typeface="Arial" panose="020B0604020202020204" pitchFamily="34" charset="0"/>
              <a:buChar char="•"/>
              <a:defRPr sz="2400">
                <a:solidFill>
                  <a:schemeClr val="tx1"/>
                </a:solidFill>
              </a:defRPr>
            </a:lvl3pPr>
            <a:lvl4pPr marL="1714500" indent="-342900">
              <a:lnSpc>
                <a:spcPct val="100000"/>
              </a:lnSpc>
              <a:buFont typeface="Arial" panose="020B0604020202020204" pitchFamily="34" charset="0"/>
              <a:buChar char="•"/>
              <a:defRPr sz="2400">
                <a:solidFill>
                  <a:schemeClr val="tx1"/>
                </a:solidFill>
              </a:defRPr>
            </a:lvl4pPr>
            <a:lvl5pPr marL="2171700" indent="-342900">
              <a:lnSpc>
                <a:spcPct val="100000"/>
              </a:lnSpc>
              <a:buFont typeface="Arial" panose="020B0604020202020204" pitchFamily="34" charset="0"/>
              <a:buChar char="•"/>
              <a:defRPr sz="2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4">
            <a:extLst>
              <a:ext uri="{FF2B5EF4-FFF2-40B4-BE49-F238E27FC236}">
                <a16:creationId xmlns:a16="http://schemas.microsoft.com/office/drawing/2014/main" id="{779B0408-F353-B756-0CA4-644E881D17F4}"/>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5" name="Date Placeholder 3">
            <a:extLst>
              <a:ext uri="{FF2B5EF4-FFF2-40B4-BE49-F238E27FC236}">
                <a16:creationId xmlns:a16="http://schemas.microsoft.com/office/drawing/2014/main" id="{AD520D91-492B-A641-A848-BEB3248265F5}"/>
              </a:ext>
            </a:extLst>
          </p:cNvPr>
          <p:cNvSpPr>
            <a:spLocks noGrp="1"/>
          </p:cNvSpPr>
          <p:nvPr>
            <p:ph type="dt" sz="half" idx="14"/>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1201FEBF-D140-4633-9B70-3A503CA61AD4}" type="datetime1">
              <a:rPr lang="en-US" smtClean="0"/>
              <a:t>8/26/2026</a:t>
            </a:fld>
            <a:endParaRPr lang="en-US" dirty="0"/>
          </a:p>
        </p:txBody>
      </p:sp>
    </p:spTree>
    <p:extLst>
      <p:ext uri="{BB962C8B-B14F-4D97-AF65-F5344CB8AC3E}">
        <p14:creationId xmlns:p14="http://schemas.microsoft.com/office/powerpoint/2010/main" val="2529031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with image">
    <p:bg>
      <p:bgPr>
        <a:solidFill>
          <a:schemeClr val="accent1">
            <a:lumMod val="20000"/>
            <a:lumOff val="80000"/>
          </a:schemeClr>
        </a:solidFill>
        <a:effectLst/>
      </p:bgPr>
    </p:bg>
    <p:spTree>
      <p:nvGrpSpPr>
        <p:cNvPr id="1" name=""/>
        <p:cNvGrpSpPr/>
        <p:nvPr/>
      </p:nvGrpSpPr>
      <p:grpSpPr>
        <a:xfrm>
          <a:off x="0" y="0"/>
          <a:ext cx="0" cy="0"/>
          <a:chOff x="0" y="0"/>
          <a:chExt cx="0" cy="0"/>
        </a:xfrm>
      </p:grpSpPr>
      <p:cxnSp>
        <p:nvCxnSpPr>
          <p:cNvPr id="3" name="Straight Connector 2">
            <a:extLst>
              <a:ext uri="{FF2B5EF4-FFF2-40B4-BE49-F238E27FC236}">
                <a16:creationId xmlns:a16="http://schemas.microsoft.com/office/drawing/2014/main" id="{ACD9AFCA-1D1A-D583-A3C7-F086816A2315}"/>
              </a:ext>
            </a:extLst>
          </p:cNvPr>
          <p:cNvCxnSpPr>
            <a:cxnSpLocks/>
          </p:cNvCxnSpPr>
          <p:nvPr userDrawn="1"/>
        </p:nvCxnSpPr>
        <p:spPr>
          <a:xfrm flipV="1">
            <a:off x="6096000" y="327025"/>
            <a:ext cx="0" cy="6160861"/>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Title 1">
            <a:extLst>
              <a:ext uri="{FF2B5EF4-FFF2-40B4-BE49-F238E27FC236}">
                <a16:creationId xmlns:a16="http://schemas.microsoft.com/office/drawing/2014/main" id="{4606A35E-DBB6-E5DF-F837-92E894DDB6DF}"/>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5" name="Content Placeholder 3">
            <a:extLst>
              <a:ext uri="{FF2B5EF4-FFF2-40B4-BE49-F238E27FC236}">
                <a16:creationId xmlns:a16="http://schemas.microsoft.com/office/drawing/2014/main" id="{0899541C-E35F-E909-EAA3-7931F9A15E4A}"/>
              </a:ext>
            </a:extLst>
          </p:cNvPr>
          <p:cNvSpPr>
            <a:spLocks noGrp="1"/>
          </p:cNvSpPr>
          <p:nvPr>
            <p:ph sz="half" idx="2"/>
          </p:nvPr>
        </p:nvSpPr>
        <p:spPr>
          <a:xfrm>
            <a:off x="838200" y="3813682"/>
            <a:ext cx="4898571" cy="2188317"/>
          </a:xfrm>
        </p:spPr>
        <p:txBody>
          <a:bodyPr>
            <a:normAutofit/>
          </a:bodyPr>
          <a:lstStyle>
            <a:lvl1pPr marL="0" indent="0">
              <a:lnSpc>
                <a:spcPct val="100000"/>
              </a:lnSpc>
              <a:buFont typeface="Arial" panose="020B0604020202020204" pitchFamily="34" charset="0"/>
              <a:buNone/>
              <a:defRPr sz="2000">
                <a:solidFill>
                  <a:schemeClr val="tx1"/>
                </a:solidFill>
              </a:defRPr>
            </a:lvl1pPr>
            <a:lvl2pPr marL="457200" indent="0">
              <a:lnSpc>
                <a:spcPct val="100000"/>
              </a:lnSpc>
              <a:buFont typeface="Arial" panose="020B0604020202020204" pitchFamily="34" charset="0"/>
              <a:buNone/>
              <a:defRPr sz="2000">
                <a:solidFill>
                  <a:schemeClr val="tx1"/>
                </a:solidFill>
              </a:defRPr>
            </a:lvl2pPr>
            <a:lvl3pPr marL="914400" indent="0">
              <a:lnSpc>
                <a:spcPct val="100000"/>
              </a:lnSpc>
              <a:buFont typeface="Arial" panose="020B0604020202020204" pitchFamily="34" charset="0"/>
              <a:buNone/>
              <a:defRPr sz="2000">
                <a:solidFill>
                  <a:schemeClr val="tx1"/>
                </a:solidFill>
              </a:defRPr>
            </a:lvl3pPr>
            <a:lvl4pPr marL="1371600" indent="0">
              <a:lnSpc>
                <a:spcPct val="100000"/>
              </a:lnSpc>
              <a:buFont typeface="Arial" panose="020B0604020202020204" pitchFamily="34" charset="0"/>
              <a:buNone/>
              <a:defRPr sz="2000">
                <a:solidFill>
                  <a:schemeClr val="tx1"/>
                </a:solidFill>
              </a:defRPr>
            </a:lvl4pPr>
            <a:lvl5pPr marL="1828800" indent="0">
              <a:lnSpc>
                <a:spcPct val="100000"/>
              </a:lnSpc>
              <a:buFont typeface="Arial" panose="020B0604020202020204" pitchFamily="34" charset="0"/>
              <a:buNone/>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Picture Placeholder 1">
            <a:extLst>
              <a:ext uri="{FF2B5EF4-FFF2-40B4-BE49-F238E27FC236}">
                <a16:creationId xmlns:a16="http://schemas.microsoft.com/office/drawing/2014/main" id="{9DB7DBB6-A2E9-1B6C-7928-330959C46249}"/>
              </a:ext>
            </a:extLst>
          </p:cNvPr>
          <p:cNvSpPr>
            <a:spLocks noGrp="1"/>
          </p:cNvSpPr>
          <p:nvPr>
            <p:ph type="pic" sz="quarter" idx="11"/>
          </p:nvPr>
        </p:nvSpPr>
        <p:spPr>
          <a:xfrm>
            <a:off x="6428012" y="685800"/>
            <a:ext cx="5070020" cy="5486400"/>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p:spPr>
        <p:txBody>
          <a:bodyPr wrap="square">
            <a:noAutofit/>
          </a:bodyPr>
          <a:lstStyle>
            <a:lvl1pPr marL="0" indent="0" algn="ctr">
              <a:buNone/>
              <a:defRPr sz="1600"/>
            </a:lvl1pPr>
          </a:lstStyle>
          <a:p>
            <a:r>
              <a:rPr lang="en-US"/>
              <a:t>Click icon to add picture</a:t>
            </a:r>
          </a:p>
        </p:txBody>
      </p:sp>
      <p:sp>
        <p:nvSpPr>
          <p:cNvPr id="9" name="Footer Placeholder 4">
            <a:extLst>
              <a:ext uri="{FF2B5EF4-FFF2-40B4-BE49-F238E27FC236}">
                <a16:creationId xmlns:a16="http://schemas.microsoft.com/office/drawing/2014/main" id="{2D560E12-0714-B7BE-9ED4-842720026BED}"/>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Tree>
    <p:extLst>
      <p:ext uri="{BB962C8B-B14F-4D97-AF65-F5344CB8AC3E}">
        <p14:creationId xmlns:p14="http://schemas.microsoft.com/office/powerpoint/2010/main" val="31798464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02">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28BA9668-A78D-632D-FE8F-C62FE04F29A6}"/>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838200" y="3813682"/>
            <a:ext cx="4898571" cy="2188317"/>
          </a:xfrm>
        </p:spPr>
        <p:txBody>
          <a:bodyPr>
            <a:normAutofit/>
          </a:bodyPr>
          <a:lstStyle>
            <a:lvl1pPr marL="0" indent="0">
              <a:lnSpc>
                <a:spcPct val="100000"/>
              </a:lnSpc>
              <a:buFont typeface="Arial" panose="020B0604020202020204" pitchFamily="34" charset="0"/>
              <a:buNone/>
              <a:defRPr sz="2000">
                <a:solidFill>
                  <a:schemeClr val="tx1"/>
                </a:solidFill>
              </a:defRPr>
            </a:lvl1pPr>
            <a:lvl2pPr marL="457200" indent="0">
              <a:lnSpc>
                <a:spcPct val="100000"/>
              </a:lnSpc>
              <a:buFont typeface="Arial" panose="020B0604020202020204" pitchFamily="34" charset="0"/>
              <a:buNone/>
              <a:defRPr sz="2000">
                <a:solidFill>
                  <a:schemeClr val="tx1"/>
                </a:solidFill>
              </a:defRPr>
            </a:lvl2pPr>
            <a:lvl3pPr marL="914400" indent="0">
              <a:lnSpc>
                <a:spcPct val="100000"/>
              </a:lnSpc>
              <a:buFont typeface="Arial" panose="020B0604020202020204" pitchFamily="34" charset="0"/>
              <a:buNone/>
              <a:defRPr sz="2000">
                <a:solidFill>
                  <a:schemeClr val="tx1"/>
                </a:solidFill>
              </a:defRPr>
            </a:lvl3pPr>
            <a:lvl4pPr marL="1371600" indent="0">
              <a:lnSpc>
                <a:spcPct val="100000"/>
              </a:lnSpc>
              <a:buFont typeface="Arial" panose="020B0604020202020204" pitchFamily="34" charset="0"/>
              <a:buNone/>
              <a:defRPr sz="2000">
                <a:solidFill>
                  <a:schemeClr val="tx1"/>
                </a:solidFill>
              </a:defRPr>
            </a:lvl4pPr>
            <a:lvl5pPr marL="1828800" indent="0">
              <a:lnSpc>
                <a:spcPct val="100000"/>
              </a:lnSpc>
              <a:buFont typeface="Arial" panose="020B0604020202020204" pitchFamily="34" charset="0"/>
              <a:buNone/>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3">
            <a:extLst>
              <a:ext uri="{FF2B5EF4-FFF2-40B4-BE49-F238E27FC236}">
                <a16:creationId xmlns:a16="http://schemas.microsoft.com/office/drawing/2014/main" id="{37C70689-88FA-027C-9354-13057024FA9F}"/>
              </a:ext>
            </a:extLst>
          </p:cNvPr>
          <p:cNvSpPr>
            <a:spLocks noGrp="1"/>
          </p:cNvSpPr>
          <p:nvPr>
            <p:ph sz="half" idx="13"/>
          </p:nvPr>
        </p:nvSpPr>
        <p:spPr>
          <a:xfrm>
            <a:off x="6455228" y="853334"/>
            <a:ext cx="4898571" cy="5151334"/>
          </a:xfrm>
        </p:spPr>
        <p:txBody>
          <a:bodyPr>
            <a:normAutofit/>
          </a:bodyPr>
          <a:lstStyle>
            <a:lvl1pPr marL="0" indent="0">
              <a:lnSpc>
                <a:spcPct val="100000"/>
              </a:lnSpc>
              <a:buFont typeface="Arial" panose="020B0604020202020204" pitchFamily="34" charset="0"/>
              <a:buNone/>
              <a:defRPr lang="en-US" sz="2400" b="1" kern="1200" dirty="0">
                <a:solidFill>
                  <a:schemeClr val="accent3"/>
                </a:solidFill>
                <a:latin typeface="Yu Gothic UI Semilight" panose="020B0400000000000000" pitchFamily="34" charset="-128"/>
                <a:ea typeface="+mn-ea"/>
                <a:cs typeface="+mn-cs"/>
              </a:defRPr>
            </a:lvl1pPr>
            <a:lvl2pPr marL="800100" indent="-342900">
              <a:lnSpc>
                <a:spcPct val="100000"/>
              </a:lnSpc>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2pPr>
            <a:lvl3pPr marL="1257300" indent="-342900">
              <a:lnSpc>
                <a:spcPct val="100000"/>
              </a:lnSpc>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3pPr>
            <a:lvl4pPr marL="1714500" indent="-342900">
              <a:lnSpc>
                <a:spcPct val="100000"/>
              </a:lnSpc>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4pPr>
            <a:lvl5pPr marL="2171700" indent="-342900">
              <a:lnSpc>
                <a:spcPct val="100000"/>
              </a:lnSpc>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2" name="Straight Connector 11">
            <a:extLst>
              <a:ext uri="{FF2B5EF4-FFF2-40B4-BE49-F238E27FC236}">
                <a16:creationId xmlns:a16="http://schemas.microsoft.com/office/drawing/2014/main" id="{87C0568B-88EF-9F5A-D39D-8C9C4C573B4B}"/>
              </a:ext>
            </a:extLst>
          </p:cNvPr>
          <p:cNvCxnSpPr>
            <a:cxnSpLocks/>
          </p:cNvCxnSpPr>
          <p:nvPr userDrawn="1"/>
        </p:nvCxnSpPr>
        <p:spPr>
          <a:xfrm flipV="1">
            <a:off x="6096000" y="327025"/>
            <a:ext cx="0" cy="6160861"/>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sp>
        <p:nvSpPr>
          <p:cNvPr id="15" name="Footer Placeholder 4">
            <a:extLst>
              <a:ext uri="{FF2B5EF4-FFF2-40B4-BE49-F238E27FC236}">
                <a16:creationId xmlns:a16="http://schemas.microsoft.com/office/drawing/2014/main" id="{A0033C0F-A5E1-BC81-421E-44E417A29822}"/>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14" name="Date Placeholder 3">
            <a:extLst>
              <a:ext uri="{FF2B5EF4-FFF2-40B4-BE49-F238E27FC236}">
                <a16:creationId xmlns:a16="http://schemas.microsoft.com/office/drawing/2014/main" id="{AEBBC30C-0776-B059-2CBB-EE2982ECB7D2}"/>
              </a:ext>
            </a:extLst>
          </p:cNvPr>
          <p:cNvSpPr>
            <a:spLocks noGrp="1"/>
          </p:cNvSpPr>
          <p:nvPr>
            <p:ph type="dt" sz="half" idx="14"/>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B63BE472-3891-4216-B770-F52E53667131}" type="datetime1">
              <a:rPr lang="en-US" smtClean="0"/>
              <a:t>8/26/2026</a:t>
            </a:fld>
            <a:endParaRPr lang="en-US" dirty="0"/>
          </a:p>
        </p:txBody>
      </p:sp>
    </p:spTree>
    <p:extLst>
      <p:ext uri="{BB962C8B-B14F-4D97-AF65-F5344CB8AC3E}">
        <p14:creationId xmlns:p14="http://schemas.microsoft.com/office/powerpoint/2010/main" val="17788758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ntent 03">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BE7B972-F1A2-D06A-182F-39D29608A679}"/>
              </a:ext>
            </a:extLst>
          </p:cNvPr>
          <p:cNvSpPr>
            <a:spLocks noGrp="1"/>
          </p:cNvSpPr>
          <p:nvPr>
            <p:ph sz="quarter" idx="13"/>
          </p:nvPr>
        </p:nvSpPr>
        <p:spPr>
          <a:xfrm>
            <a:off x="837521" y="3880757"/>
            <a:ext cx="4844142" cy="2123168"/>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7">
            <a:extLst>
              <a:ext uri="{FF2B5EF4-FFF2-40B4-BE49-F238E27FC236}">
                <a16:creationId xmlns:a16="http://schemas.microsoft.com/office/drawing/2014/main" id="{36484A33-80F1-829D-3F76-3176D5B8D516}"/>
              </a:ext>
            </a:extLst>
          </p:cNvPr>
          <p:cNvSpPr>
            <a:spLocks noGrp="1"/>
          </p:cNvSpPr>
          <p:nvPr>
            <p:ph sz="quarter" idx="16"/>
          </p:nvPr>
        </p:nvSpPr>
        <p:spPr>
          <a:xfrm>
            <a:off x="6509658" y="850392"/>
            <a:ext cx="4844142" cy="5153533"/>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Footer Placeholder 4">
            <a:extLst>
              <a:ext uri="{FF2B5EF4-FFF2-40B4-BE49-F238E27FC236}">
                <a16:creationId xmlns:a16="http://schemas.microsoft.com/office/drawing/2014/main" id="{E3E568F1-97D8-9686-E47A-F520BE6B136B}"/>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12" name="Date Placeholder 3">
            <a:extLst>
              <a:ext uri="{FF2B5EF4-FFF2-40B4-BE49-F238E27FC236}">
                <a16:creationId xmlns:a16="http://schemas.microsoft.com/office/drawing/2014/main" id="{274116E6-D006-0D1F-861D-2B50A4E1D5E4}"/>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92C9618A-2189-4802-BD34-F288EF802528}" type="datetime1">
              <a:rPr lang="en-US" smtClean="0"/>
              <a:t>8/26/2026</a:t>
            </a:fld>
            <a:endParaRPr lang="en-US" dirty="0"/>
          </a:p>
        </p:txBody>
      </p:sp>
    </p:spTree>
    <p:extLst>
      <p:ext uri="{BB962C8B-B14F-4D97-AF65-F5344CB8AC3E}">
        <p14:creationId xmlns:p14="http://schemas.microsoft.com/office/powerpoint/2010/main" val="26573801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02">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8E0AD4BE-B150-7C27-72CC-9AAE5D788775}"/>
              </a:ext>
            </a:extLst>
          </p:cNvPr>
          <p:cNvSpPr>
            <a:spLocks noGrp="1"/>
          </p:cNvSpPr>
          <p:nvPr>
            <p:ph type="title"/>
          </p:nvPr>
        </p:nvSpPr>
        <p:spPr>
          <a:xfrm>
            <a:off x="838198" y="853335"/>
            <a:ext cx="10515602" cy="1377184"/>
          </a:xfrm>
        </p:spPr>
        <p:txBody>
          <a:bodyPr anchor="t" anchorCtr="0">
            <a:normAutofit/>
          </a:bodyPr>
          <a:lstStyle>
            <a:lvl1pPr>
              <a:defRPr lang="en-US" sz="3600" b="0" kern="1200" dirty="0">
                <a:solidFill>
                  <a:schemeClr val="accent3"/>
                </a:solidFill>
                <a:latin typeface="+mj-lt"/>
                <a:ea typeface="+mj-ea"/>
                <a:cs typeface="+mj-cs"/>
              </a:defRPr>
            </a:lvl1pPr>
          </a:lstStyle>
          <a:p>
            <a:r>
              <a:rPr lang="en-US"/>
              <a:t>Click to edit Master title style</a:t>
            </a:r>
            <a:endParaRPr lang="en-US" dirty="0"/>
          </a:p>
        </p:txBody>
      </p:sp>
      <p:sp>
        <p:nvSpPr>
          <p:cNvPr id="6" name="Content Placeholder 7">
            <a:extLst>
              <a:ext uri="{FF2B5EF4-FFF2-40B4-BE49-F238E27FC236}">
                <a16:creationId xmlns:a16="http://schemas.microsoft.com/office/drawing/2014/main" id="{0AFDFBEE-19C9-1F3E-D9C5-CE7C9A3CDE11}"/>
              </a:ext>
            </a:extLst>
          </p:cNvPr>
          <p:cNvSpPr>
            <a:spLocks noGrp="1"/>
          </p:cNvSpPr>
          <p:nvPr>
            <p:ph sz="quarter" idx="14"/>
          </p:nvPr>
        </p:nvSpPr>
        <p:spPr>
          <a:xfrm>
            <a:off x="837520" y="2651758"/>
            <a:ext cx="10515601" cy="3466725"/>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4">
            <a:extLst>
              <a:ext uri="{FF2B5EF4-FFF2-40B4-BE49-F238E27FC236}">
                <a16:creationId xmlns:a16="http://schemas.microsoft.com/office/drawing/2014/main" id="{0694F3BC-3534-81A8-CF89-6C667BDFE3BA}"/>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2" name="Date Placeholder 3">
            <a:extLst>
              <a:ext uri="{FF2B5EF4-FFF2-40B4-BE49-F238E27FC236}">
                <a16:creationId xmlns:a16="http://schemas.microsoft.com/office/drawing/2014/main" id="{DAD02BD2-09CD-274D-9F5F-AD0DCD9B1580}"/>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F9880A97-BB72-4C49-B020-C005FF9D43B4}" type="datetime1">
              <a:rPr lang="en-US" smtClean="0"/>
              <a:t>8/26/2026</a:t>
            </a:fld>
            <a:endParaRPr lang="en-US" dirty="0"/>
          </a:p>
        </p:txBody>
      </p:sp>
    </p:spTree>
    <p:extLst>
      <p:ext uri="{BB962C8B-B14F-4D97-AF65-F5344CB8AC3E}">
        <p14:creationId xmlns:p14="http://schemas.microsoft.com/office/powerpoint/2010/main" val="28609026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header 03">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AD403-A15F-4A2F-B050-AB874136E732}"/>
              </a:ext>
            </a:extLst>
          </p:cNvPr>
          <p:cNvSpPr>
            <a:spLocks noGrp="1"/>
          </p:cNvSpPr>
          <p:nvPr>
            <p:ph type="title"/>
          </p:nvPr>
        </p:nvSpPr>
        <p:spPr>
          <a:xfrm>
            <a:off x="1704181" y="2167821"/>
            <a:ext cx="8783638" cy="2522359"/>
          </a:xfrm>
        </p:spPr>
        <p:txBody>
          <a:bodyPr anchor="ctr">
            <a:noAutofit/>
          </a:bodyPr>
          <a:lstStyle>
            <a:lvl1pPr algn="ctr">
              <a:defRPr sz="5400" b="0">
                <a:solidFill>
                  <a:schemeClr val="accent1">
                    <a:lumMod val="20000"/>
                    <a:lumOff val="80000"/>
                  </a:schemeClr>
                </a:solidFill>
              </a:defRPr>
            </a:lvl1pPr>
          </a:lstStyle>
          <a:p>
            <a:r>
              <a:rPr lang="en-US" noProof="0"/>
              <a:t>Click to edit Master title style</a:t>
            </a:r>
            <a:endParaRPr lang="en-US" noProof="0" dirty="0"/>
          </a:p>
        </p:txBody>
      </p:sp>
      <p:sp>
        <p:nvSpPr>
          <p:cNvPr id="3" name="Rectangle 2">
            <a:extLst>
              <a:ext uri="{FF2B5EF4-FFF2-40B4-BE49-F238E27FC236}">
                <a16:creationId xmlns:a16="http://schemas.microsoft.com/office/drawing/2014/main" id="{96DACFE4-8E78-B00D-57EB-B4DF9B274276}"/>
              </a:ext>
            </a:extLst>
          </p:cNvPr>
          <p:cNvSpPr/>
          <p:nvPr userDrawn="1"/>
        </p:nvSpPr>
        <p:spPr>
          <a:xfrm>
            <a:off x="361950" y="327025"/>
            <a:ext cx="11468100" cy="6203950"/>
          </a:xfrm>
          <a:prstGeom prst="rect">
            <a:avLst/>
          </a:prstGeom>
          <a:noFill/>
          <a:ln w="28575" cap="flat">
            <a:solidFill>
              <a:schemeClr val="accent3">
                <a:lumMod val="40000"/>
                <a:lumOff val="60000"/>
              </a:schemeClr>
            </a:solidFill>
            <a:prstDash val="solid"/>
            <a:miter/>
          </a:ln>
        </p:spPr>
        <p:txBody>
          <a:bodyPr rtlCol="0" anchor="ctr"/>
          <a:lstStyle/>
          <a:p>
            <a:pPr algn="l"/>
            <a:endParaRPr lang="en-US" dirty="0">
              <a:latin typeface="Yu Gothic UI Semilight" panose="020B0400000000000000" pitchFamily="34" charset="-128"/>
            </a:endParaRPr>
          </a:p>
        </p:txBody>
      </p:sp>
      <p:grpSp>
        <p:nvGrpSpPr>
          <p:cNvPr id="4" name="Group 3">
            <a:extLst>
              <a:ext uri="{FF2B5EF4-FFF2-40B4-BE49-F238E27FC236}">
                <a16:creationId xmlns:a16="http://schemas.microsoft.com/office/drawing/2014/main" id="{EF81E591-3873-6FE4-95EB-DA604EDF9EBC}"/>
              </a:ext>
            </a:extLst>
          </p:cNvPr>
          <p:cNvGrpSpPr/>
          <p:nvPr userDrawn="1"/>
        </p:nvGrpSpPr>
        <p:grpSpPr>
          <a:xfrm>
            <a:off x="6096000" y="327025"/>
            <a:ext cx="0" cy="6203950"/>
            <a:chOff x="6096000" y="327025"/>
            <a:chExt cx="0" cy="6203950"/>
          </a:xfrm>
        </p:grpSpPr>
        <p:cxnSp>
          <p:nvCxnSpPr>
            <p:cNvPr id="5" name="Straight Connector 4">
              <a:extLst>
                <a:ext uri="{FF2B5EF4-FFF2-40B4-BE49-F238E27FC236}">
                  <a16:creationId xmlns:a16="http://schemas.microsoft.com/office/drawing/2014/main" id="{0A7C9956-6C25-EB39-6997-F949957C62D7}"/>
                </a:ext>
              </a:extLst>
            </p:cNvPr>
            <p:cNvCxnSpPr>
              <a:cxnSpLocks/>
            </p:cNvCxnSpPr>
            <p:nvPr/>
          </p:nvCxnSpPr>
          <p:spPr>
            <a:xfrm flipV="1">
              <a:off x="6096000" y="6281057"/>
              <a:ext cx="0" cy="249918"/>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288B0979-92D8-B3DF-EEC8-6ACC5604FAFF}"/>
                </a:ext>
              </a:extLst>
            </p:cNvPr>
            <p:cNvCxnSpPr>
              <a:cxnSpLocks/>
            </p:cNvCxnSpPr>
            <p:nvPr/>
          </p:nvCxnSpPr>
          <p:spPr>
            <a:xfrm flipV="1">
              <a:off x="6096000" y="327025"/>
              <a:ext cx="0" cy="249918"/>
            </a:xfrm>
            <a:prstGeom prst="line">
              <a:avLst/>
            </a:prstGeom>
            <a:ln w="28575">
              <a:solidFill>
                <a:schemeClr val="accent3">
                  <a:lumMod val="40000"/>
                  <a:lumOff val="6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2261064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 04">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28BA9668-A78D-632D-FE8F-C62FE04F29A6}"/>
              </a:ext>
            </a:extLst>
          </p:cNvPr>
          <p:cNvSpPr>
            <a:spLocks noGrp="1"/>
          </p:cNvSpPr>
          <p:nvPr>
            <p:ph type="title"/>
          </p:nvPr>
        </p:nvSpPr>
        <p:spPr>
          <a:xfrm>
            <a:off x="838200" y="853333"/>
            <a:ext cx="4844143" cy="2792412"/>
          </a:xfrm>
        </p:spPr>
        <p:txBody>
          <a:bodyPr anchor="t">
            <a:normAutofit/>
          </a:bodyPr>
          <a:lstStyle>
            <a:lvl1pPr algn="l">
              <a:defRPr sz="3600">
                <a:solidFill>
                  <a:schemeClr val="accent3"/>
                </a:solidFill>
              </a:defRPr>
            </a:lvl1pPr>
          </a:lstStyle>
          <a:p>
            <a:r>
              <a:rPr lang="en-US"/>
              <a:t>Click to edit Master title style</a:t>
            </a:r>
            <a:endParaRPr lang="en-US" dirty="0"/>
          </a:p>
        </p:txBody>
      </p:sp>
      <p:sp>
        <p:nvSpPr>
          <p:cNvPr id="5" name="Content Placeholder 7">
            <a:extLst>
              <a:ext uri="{FF2B5EF4-FFF2-40B4-BE49-F238E27FC236}">
                <a16:creationId xmlns:a16="http://schemas.microsoft.com/office/drawing/2014/main" id="{0DA40DDB-ECC4-BF05-805D-56550EB8CB9B}"/>
              </a:ext>
            </a:extLst>
          </p:cNvPr>
          <p:cNvSpPr>
            <a:spLocks noGrp="1"/>
          </p:cNvSpPr>
          <p:nvPr>
            <p:ph sz="quarter" idx="15"/>
          </p:nvPr>
        </p:nvSpPr>
        <p:spPr>
          <a:xfrm>
            <a:off x="837521" y="3813681"/>
            <a:ext cx="4844142" cy="2188317"/>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3">
            <a:extLst>
              <a:ext uri="{FF2B5EF4-FFF2-40B4-BE49-F238E27FC236}">
                <a16:creationId xmlns:a16="http://schemas.microsoft.com/office/drawing/2014/main" id="{37C70689-88FA-027C-9354-13057024FA9F}"/>
              </a:ext>
            </a:extLst>
          </p:cNvPr>
          <p:cNvSpPr>
            <a:spLocks noGrp="1"/>
          </p:cNvSpPr>
          <p:nvPr>
            <p:ph sz="half" idx="13"/>
          </p:nvPr>
        </p:nvSpPr>
        <p:spPr>
          <a:xfrm>
            <a:off x="6455228" y="853334"/>
            <a:ext cx="4898571" cy="5151334"/>
          </a:xfrm>
        </p:spPr>
        <p:txBody>
          <a:bodyPr>
            <a:normAutofit/>
          </a:bodyPr>
          <a:lstStyle>
            <a:lvl1pPr marL="342900" indent="-342900">
              <a:lnSpc>
                <a:spcPct val="100000"/>
              </a:lnSpc>
              <a:buFont typeface="Arial" panose="020B0604020202020204" pitchFamily="34" charset="0"/>
              <a:buChar char="•"/>
              <a:defRPr lang="en-US" sz="2400" b="1" kern="1200" dirty="0">
                <a:solidFill>
                  <a:schemeClr val="accent3"/>
                </a:solidFill>
                <a:latin typeface="Yu Gothic UI Semilight" panose="020B0400000000000000" pitchFamily="34" charset="-128"/>
                <a:ea typeface="+mn-ea"/>
                <a:cs typeface="+mn-cs"/>
              </a:defRPr>
            </a:lvl1pPr>
            <a:lvl2pPr marL="347472" indent="0">
              <a:lnSpc>
                <a:spcPct val="100000"/>
              </a:lnSpc>
              <a:spcBef>
                <a:spcPts val="0"/>
              </a:spcBef>
              <a:buFont typeface="Arial" panose="020B0604020202020204" pitchFamily="34" charset="0"/>
              <a:buNone/>
              <a:defRPr lang="en-US" sz="2400" b="0" kern="1200" dirty="0">
                <a:solidFill>
                  <a:schemeClr val="accent3"/>
                </a:solidFill>
                <a:latin typeface="Yu Gothic UI Semilight" panose="020B0400000000000000" pitchFamily="34" charset="-128"/>
                <a:ea typeface="+mn-ea"/>
                <a:cs typeface="+mn-cs"/>
              </a:defRPr>
            </a:lvl2pPr>
            <a:lvl3pPr marL="731520" indent="-342900">
              <a:lnSpc>
                <a:spcPct val="100000"/>
              </a:lnSpc>
              <a:spcBef>
                <a:spcPts val="1000"/>
              </a:spcBef>
              <a:buFont typeface="Arial" panose="020B0604020202020204" pitchFamily="34" charset="0"/>
              <a:buChar char="•"/>
              <a:defRPr lang="en-US" sz="2400" b="1" kern="1200" dirty="0">
                <a:solidFill>
                  <a:schemeClr val="accent3"/>
                </a:solidFill>
                <a:latin typeface="Yu Gothic UI Semilight" panose="020B0400000000000000" pitchFamily="34" charset="-128"/>
                <a:ea typeface="+mn-ea"/>
                <a:cs typeface="+mn-cs"/>
              </a:defRPr>
            </a:lvl3pPr>
            <a:lvl4pPr marL="731520" indent="0">
              <a:lnSpc>
                <a:spcPct val="100000"/>
              </a:lnSpc>
              <a:spcBef>
                <a:spcPts val="0"/>
              </a:spcBef>
              <a:buFont typeface="Arial" panose="020B0604020202020204" pitchFamily="34" charset="0"/>
              <a:buNone/>
              <a:defRPr lang="en-US" sz="2400" b="0" kern="1200" dirty="0">
                <a:solidFill>
                  <a:schemeClr val="accent3"/>
                </a:solidFill>
                <a:latin typeface="Yu Gothic UI Semilight" panose="020B0400000000000000" pitchFamily="34" charset="-128"/>
                <a:ea typeface="+mn-ea"/>
                <a:cs typeface="+mn-cs"/>
              </a:defRPr>
            </a:lvl4pPr>
            <a:lvl5pPr marL="1097280" indent="-342900">
              <a:lnSpc>
                <a:spcPct val="100000"/>
              </a:lnSpc>
              <a:spcBef>
                <a:spcPts val="1000"/>
              </a:spcBef>
              <a:buFont typeface="Arial" panose="020B0604020202020204" pitchFamily="34" charset="0"/>
              <a:buChar char="•"/>
              <a:defRPr lang="en-US" sz="2400" b="0" kern="1200" dirty="0">
                <a:solidFill>
                  <a:schemeClr val="accent3"/>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2" name="Straight Connector 11">
            <a:extLst>
              <a:ext uri="{FF2B5EF4-FFF2-40B4-BE49-F238E27FC236}">
                <a16:creationId xmlns:a16="http://schemas.microsoft.com/office/drawing/2014/main" id="{87C0568B-88EF-9F5A-D39D-8C9C4C573B4B}"/>
              </a:ext>
            </a:extLst>
          </p:cNvPr>
          <p:cNvCxnSpPr>
            <a:cxnSpLocks/>
          </p:cNvCxnSpPr>
          <p:nvPr userDrawn="1"/>
        </p:nvCxnSpPr>
        <p:spPr>
          <a:xfrm flipV="1">
            <a:off x="6096000" y="327025"/>
            <a:ext cx="0" cy="6160861"/>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Footer Placeholder 4">
            <a:extLst>
              <a:ext uri="{FF2B5EF4-FFF2-40B4-BE49-F238E27FC236}">
                <a16:creationId xmlns:a16="http://schemas.microsoft.com/office/drawing/2014/main" id="{14585FEF-898A-BE20-0E49-7060E3A08DBE}"/>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defRPr>
            </a:lvl1pPr>
          </a:lstStyle>
          <a:p>
            <a:endParaRPr lang="en-US" dirty="0"/>
          </a:p>
        </p:txBody>
      </p:sp>
      <p:sp>
        <p:nvSpPr>
          <p:cNvPr id="2" name="Date Placeholder 3">
            <a:extLst>
              <a:ext uri="{FF2B5EF4-FFF2-40B4-BE49-F238E27FC236}">
                <a16:creationId xmlns:a16="http://schemas.microsoft.com/office/drawing/2014/main" id="{0CAC8CAA-7BE1-C6AD-8CAA-7EF23C3F3856}"/>
              </a:ext>
            </a:extLst>
          </p:cNvPr>
          <p:cNvSpPr>
            <a:spLocks noGrp="1"/>
          </p:cNvSpPr>
          <p:nvPr>
            <p:ph type="dt" sz="half" idx="14"/>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defRPr>
            </a:lvl1pPr>
          </a:lstStyle>
          <a:p>
            <a:fld id="{8B1E16E5-E5E5-4583-9AF7-83D9607A8145}" type="datetime1">
              <a:rPr lang="en-US" smtClean="0"/>
              <a:t>8/26/2026</a:t>
            </a:fld>
            <a:endParaRPr lang="en-US" dirty="0"/>
          </a:p>
        </p:txBody>
      </p:sp>
    </p:spTree>
    <p:extLst>
      <p:ext uri="{BB962C8B-B14F-4D97-AF65-F5344CB8AC3E}">
        <p14:creationId xmlns:p14="http://schemas.microsoft.com/office/powerpoint/2010/main" val="31129725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1754505" y="1013460"/>
            <a:ext cx="8682990" cy="2230802"/>
          </a:xfrm>
        </p:spPr>
        <p:txBody>
          <a:bodyPr anchor="b">
            <a:normAutofit/>
          </a:bodyPr>
          <a:lstStyle>
            <a:lvl1pPr algn="ctr">
              <a:defRPr sz="4800">
                <a:solidFill>
                  <a:schemeClr val="accent3"/>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1754505" y="3429000"/>
            <a:ext cx="8682989" cy="2230802"/>
          </a:xfrm>
        </p:spPr>
        <p:txBody>
          <a:bodyPr anchor="t" anchorCtr="0">
            <a:normAutofit/>
          </a:bodyPr>
          <a:lstStyle>
            <a:lvl1pPr marL="0" indent="0" algn="ctr">
              <a:lnSpc>
                <a:spcPct val="200000"/>
              </a:lnSpc>
              <a:buNone/>
              <a:defRPr lang="en-US" sz="1600" kern="1200" cap="all" spc="300" dirty="0">
                <a:solidFill>
                  <a:prstClr val="black"/>
                </a:solidFill>
                <a:latin typeface="Yu Gothic UI Semilight" panose="020B0400000000000000" pitchFamily="34" charset="-128"/>
                <a:ea typeface="+mn-ea"/>
                <a:cs typeface="+mn-cs"/>
              </a:defRPr>
            </a:lvl1pPr>
            <a:lvl2pPr marL="742950" indent="-285750" algn="ctr">
              <a:lnSpc>
                <a:spcPct val="11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2pPr>
            <a:lvl3pPr marL="1200150" indent="-285750" algn="ctr">
              <a:lnSpc>
                <a:spcPct val="11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3pPr>
            <a:lvl4pPr marL="1657350" indent="-285750" algn="ctr">
              <a:lnSpc>
                <a:spcPct val="11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4pPr>
            <a:lvl5pPr marL="2114550" indent="-285750" algn="ctr">
              <a:lnSpc>
                <a:spcPct val="110000"/>
              </a:lnSpc>
              <a:buFont typeface="Arial" panose="020B0604020202020204" pitchFamily="34" charset="0"/>
              <a:buChar char="•"/>
              <a:defRPr lang="en-US" sz="1600" kern="1200" cap="none" spc="0" baseline="0" dirty="0">
                <a:solidFill>
                  <a:prstClr val="black"/>
                </a:solidFill>
                <a:latin typeface="Yu Gothic UI Semilight" panose="020B0400000000000000" pitchFamily="34" charset="-128"/>
                <a:ea typeface="+mn-ea"/>
                <a:cs typeface="+mn-c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207540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8DB6A3A-74E6-4FE2-8AD2-CEB07044718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noProof="0"/>
              <a:t>Click to edit Master title style</a:t>
            </a:r>
            <a:endParaRPr lang="en-US" noProof="0" dirty="0"/>
          </a:p>
        </p:txBody>
      </p:sp>
      <p:sp>
        <p:nvSpPr>
          <p:cNvPr id="3" name="Text Placeholder 2">
            <a:extLst>
              <a:ext uri="{FF2B5EF4-FFF2-40B4-BE49-F238E27FC236}">
                <a16:creationId xmlns:a16="http://schemas.microsoft.com/office/drawing/2014/main" id="{2C0128AA-FDF4-4DD5-A009-3C58D24570F2}"/>
              </a:ext>
            </a:extLst>
          </p:cNvPr>
          <p:cNvSpPr>
            <a:spLocks noGrp="1"/>
          </p:cNvSpPr>
          <p:nvPr>
            <p:ph type="body" idx="1"/>
          </p:nvPr>
        </p:nvSpPr>
        <p:spPr>
          <a:xfrm>
            <a:off x="838200" y="1825625"/>
            <a:ext cx="10515600" cy="4048274"/>
          </a:xfrm>
          <a:prstGeom prst="rect">
            <a:avLst/>
          </a:prstGeom>
        </p:spPr>
        <p:txBody>
          <a:bodyPr vert="horz" lIns="91440" tIns="45720" rIns="91440" bIns="45720" rtlCol="0">
            <a:normAutofit/>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4" name="Date Placeholder 3">
            <a:extLst>
              <a:ext uri="{FF2B5EF4-FFF2-40B4-BE49-F238E27FC236}">
                <a16:creationId xmlns:a16="http://schemas.microsoft.com/office/drawing/2014/main" id="{BB1C2DC0-7E13-4A66-9F9B-371BA9C6E4F1}"/>
              </a:ext>
            </a:extLst>
          </p:cNvPr>
          <p:cNvSpPr>
            <a:spLocks noGrp="1"/>
          </p:cNvSpPr>
          <p:nvPr>
            <p:ph type="dt" sz="half" idx="2"/>
          </p:nvPr>
        </p:nvSpPr>
        <p:spPr>
          <a:xfrm>
            <a:off x="8610600" y="6118484"/>
            <a:ext cx="2743200" cy="365125"/>
          </a:xfrm>
          <a:prstGeom prst="rect">
            <a:avLst/>
          </a:prstGeom>
        </p:spPr>
        <p:txBody>
          <a:bodyPr vert="horz" lIns="91440" tIns="45720" rIns="91440" bIns="45720" rtlCol="0" anchor="ctr"/>
          <a:lstStyle>
            <a:lvl1pPr algn="r">
              <a:defRPr sz="1100">
                <a:solidFill>
                  <a:schemeClr val="accent3"/>
                </a:solidFill>
                <a:latin typeface="Yu Gothic UI Semilight" panose="020B0400000000000000" pitchFamily="34" charset="-128"/>
              </a:defRPr>
            </a:lvl1pPr>
          </a:lstStyle>
          <a:p>
            <a:fld id="{3CA3B387-33D3-4D27-BE27-9B85ACC6AC8A}" type="datetime1">
              <a:rPr lang="en-US" smtClean="0"/>
              <a:pPr/>
              <a:t>8/26/2026</a:t>
            </a:fld>
            <a:endParaRPr lang="en-US" dirty="0"/>
          </a:p>
        </p:txBody>
      </p:sp>
      <p:sp>
        <p:nvSpPr>
          <p:cNvPr id="11" name="Footer Placeholder 4">
            <a:extLst>
              <a:ext uri="{FF2B5EF4-FFF2-40B4-BE49-F238E27FC236}">
                <a16:creationId xmlns:a16="http://schemas.microsoft.com/office/drawing/2014/main" id="{1F296578-6D40-435B-861E-0904DDC10B7C}"/>
              </a:ext>
            </a:extLst>
          </p:cNvPr>
          <p:cNvSpPr>
            <a:spLocks noGrp="1"/>
          </p:cNvSpPr>
          <p:nvPr>
            <p:ph type="ftr" sz="quarter" idx="3"/>
          </p:nvPr>
        </p:nvSpPr>
        <p:spPr>
          <a:xfrm>
            <a:off x="838200" y="6118484"/>
            <a:ext cx="3398763" cy="365125"/>
          </a:xfrm>
          <a:prstGeom prst="rect">
            <a:avLst/>
          </a:prstGeom>
        </p:spPr>
        <p:txBody>
          <a:bodyPr vert="horz" lIns="91440" tIns="45720" rIns="91440" bIns="45720" rtlCol="0" anchor="ctr"/>
          <a:lstStyle>
            <a:lvl1pPr algn="l">
              <a:defRPr sz="1100" cap="all" spc="300" baseline="0">
                <a:solidFill>
                  <a:schemeClr val="accent3"/>
                </a:solidFill>
                <a:latin typeface="Yu Gothic UI Semilight" panose="020B0400000000000000" pitchFamily="34" charset="-128"/>
              </a:defRPr>
            </a:lvl1pPr>
          </a:lstStyle>
          <a:p>
            <a:endParaRPr lang="en-US" dirty="0"/>
          </a:p>
        </p:txBody>
      </p:sp>
      <p:sp>
        <p:nvSpPr>
          <p:cNvPr id="5" name="Rectangle 4">
            <a:extLst>
              <a:ext uri="{FF2B5EF4-FFF2-40B4-BE49-F238E27FC236}">
                <a16:creationId xmlns:a16="http://schemas.microsoft.com/office/drawing/2014/main" id="{BF608E0E-05B9-F221-80C3-04CA4E4ABA35}"/>
              </a:ext>
            </a:extLst>
          </p:cNvPr>
          <p:cNvSpPr/>
          <p:nvPr userDrawn="1"/>
        </p:nvSpPr>
        <p:spPr>
          <a:xfrm>
            <a:off x="361950" y="327025"/>
            <a:ext cx="11468100" cy="6203950"/>
          </a:xfrm>
          <a:prstGeom prst="rect">
            <a:avLst/>
          </a:prstGeom>
          <a:noFill/>
          <a:ln w="28575" cap="flat">
            <a:solidFill>
              <a:schemeClr val="accent3"/>
            </a:solidFill>
            <a:prstDash val="solid"/>
            <a:miter/>
          </a:ln>
        </p:spPr>
        <p:txBody>
          <a:bodyPr rtlCol="0" anchor="ctr"/>
          <a:lstStyle/>
          <a:p>
            <a:pPr algn="l"/>
            <a:endParaRPr lang="en-US" dirty="0">
              <a:latin typeface="Yu Gothic UI Semilight" panose="020B0400000000000000" pitchFamily="34" charset="-128"/>
            </a:endParaRPr>
          </a:p>
        </p:txBody>
      </p:sp>
      <p:grpSp>
        <p:nvGrpSpPr>
          <p:cNvPr id="45" name="Group 44">
            <a:extLst>
              <a:ext uri="{FF2B5EF4-FFF2-40B4-BE49-F238E27FC236}">
                <a16:creationId xmlns:a16="http://schemas.microsoft.com/office/drawing/2014/main" id="{0D2231DE-625E-E718-1111-43464C19E14D}"/>
              </a:ext>
            </a:extLst>
          </p:cNvPr>
          <p:cNvGrpSpPr/>
          <p:nvPr userDrawn="1"/>
        </p:nvGrpSpPr>
        <p:grpSpPr>
          <a:xfrm>
            <a:off x="6096000" y="327025"/>
            <a:ext cx="0" cy="6203950"/>
            <a:chOff x="6096000" y="327025"/>
            <a:chExt cx="0" cy="6203950"/>
          </a:xfrm>
        </p:grpSpPr>
        <p:cxnSp>
          <p:nvCxnSpPr>
            <p:cNvPr id="46" name="Straight Connector 45">
              <a:extLst>
                <a:ext uri="{FF2B5EF4-FFF2-40B4-BE49-F238E27FC236}">
                  <a16:creationId xmlns:a16="http://schemas.microsoft.com/office/drawing/2014/main" id="{DC307328-46EA-E83E-5BCB-1C57369D3ACD}"/>
                </a:ext>
              </a:extLst>
            </p:cNvPr>
            <p:cNvCxnSpPr>
              <a:cxnSpLocks/>
            </p:cNvCxnSpPr>
            <p:nvPr/>
          </p:nvCxnSpPr>
          <p:spPr>
            <a:xfrm flipV="1">
              <a:off x="6096000" y="6281057"/>
              <a:ext cx="0" cy="249918"/>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E603F6C5-78F9-FA16-B62C-389A70997BE3}"/>
                </a:ext>
              </a:extLst>
            </p:cNvPr>
            <p:cNvCxnSpPr>
              <a:cxnSpLocks/>
            </p:cNvCxnSpPr>
            <p:nvPr/>
          </p:nvCxnSpPr>
          <p:spPr>
            <a:xfrm flipV="1">
              <a:off x="6096000" y="327025"/>
              <a:ext cx="0" cy="249918"/>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23999130"/>
      </p:ext>
    </p:extLst>
  </p:cSld>
  <p:clrMap bg1="lt1" tx1="dk1" bg2="lt2" tx2="dk2" accent1="accent1" accent2="accent2" accent3="accent3" accent4="accent4" accent5="accent5" accent6="accent6" hlink="hlink" folHlink="folHlink"/>
  <p:sldLayoutIdLst>
    <p:sldLayoutId id="2147483653" r:id="rId1"/>
    <p:sldLayoutId id="2147483696" r:id="rId2"/>
    <p:sldLayoutId id="2147483718" r:id="rId3"/>
    <p:sldLayoutId id="2147483712" r:id="rId4"/>
    <p:sldLayoutId id="2147483719" r:id="rId5"/>
    <p:sldLayoutId id="2147483705" r:id="rId6"/>
    <p:sldLayoutId id="2147483713" r:id="rId7"/>
    <p:sldLayoutId id="2147483699" r:id="rId8"/>
    <p:sldLayoutId id="2147483716" r:id="rId9"/>
    <p:sldLayoutId id="2147483702" r:id="rId10"/>
    <p:sldLayoutId id="2147483714" r:id="rId11"/>
    <p:sldLayoutId id="2147483720" r:id="rId12"/>
    <p:sldLayoutId id="2147483709" r:id="rId13"/>
  </p:sldLayoutIdLst>
  <p:hf hdr="0" ftr="0" dt="0"/>
  <p:txStyles>
    <p:titleStyle>
      <a:lvl1pPr algn="l" defTabSz="914400" rtl="0" eaLnBrk="1" latinLnBrk="0" hangingPunct="1">
        <a:lnSpc>
          <a:spcPct val="90000"/>
        </a:lnSpc>
        <a:spcBef>
          <a:spcPct val="0"/>
        </a:spcBef>
        <a:buNone/>
        <a:defRPr sz="5000" b="0" kern="1200">
          <a:solidFill>
            <a:schemeClr val="accent3"/>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Yu Gothic UI Semilight" panose="020B0400000000000000" pitchFamily="34" charset="-128"/>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Yu Gothic UI Semilight" panose="020B0400000000000000" pitchFamily="34" charset="-128"/>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Yu Gothic UI Semilight" panose="020B0400000000000000" pitchFamily="34" charset="-128"/>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Yu Gothic UI Semilight" panose="020B0400000000000000" pitchFamily="34" charset="-128"/>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Yu Gothic UI Semilight" panose="020B0400000000000000" pitchFamily="34" charset="-128"/>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572" userDrawn="1">
          <p15:clr>
            <a:srgbClr val="F26B43"/>
          </p15:clr>
        </p15:guide>
        <p15:guide id="2" pos="574" userDrawn="1">
          <p15:clr>
            <a:srgbClr val="F26B43"/>
          </p15:clr>
        </p15:guide>
        <p15:guide id="3" pos="7106" userDrawn="1">
          <p15:clr>
            <a:srgbClr val="F26B43"/>
          </p15:clr>
        </p15:guide>
        <p15:guide id="4" orient="horz" pos="3748" userDrawn="1">
          <p15:clr>
            <a:srgbClr val="F26B43"/>
          </p15:clr>
        </p15:guide>
        <p15:guide id="5" pos="4407" userDrawn="1">
          <p15:clr>
            <a:srgbClr val="F26B43"/>
          </p15:clr>
        </p15:guide>
        <p15:guide id="6" pos="3273" userDrawn="1">
          <p15:clr>
            <a:srgbClr val="F26B43"/>
          </p15:clr>
        </p15:guide>
        <p15:guide id="7" pos="3840" userDrawn="1">
          <p15:clr>
            <a:srgbClr val="F26B43"/>
          </p15:clr>
        </p15:guide>
        <p15:guide id="8" orient="horz" pos="2160" userDrawn="1">
          <p15:clr>
            <a:srgbClr val="F26B43"/>
          </p15:clr>
        </p15:guide>
        <p15:guide id="9" pos="302" userDrawn="1">
          <p15:clr>
            <a:srgbClr val="F26B43"/>
          </p15:clr>
        </p15:guide>
        <p15:guide id="10" pos="737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0.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6.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5857963-8D3D-4F24-B535-54652EE095F0}"/>
              </a:ext>
            </a:extLst>
          </p:cNvPr>
          <p:cNvSpPr>
            <a:spLocks noGrp="1"/>
          </p:cNvSpPr>
          <p:nvPr>
            <p:ph type="title"/>
          </p:nvPr>
        </p:nvSpPr>
        <p:spPr>
          <a:xfrm>
            <a:off x="868680" y="804672"/>
            <a:ext cx="10460736" cy="3255264"/>
          </a:xfrm>
        </p:spPr>
        <p:txBody>
          <a:bodyPr anchor="b"/>
          <a:lstStyle/>
          <a:p>
            <a:r>
              <a:rPr lang="en-US" dirty="0" err="1"/>
              <a:t>OKCupid</a:t>
            </a:r>
            <a:r>
              <a:rPr lang="en-US" dirty="0"/>
              <a:t> – Machine Learning Analysis</a:t>
            </a:r>
          </a:p>
        </p:txBody>
      </p:sp>
      <p:sp>
        <p:nvSpPr>
          <p:cNvPr id="5" name="Text Placeholder 4">
            <a:extLst>
              <a:ext uri="{FF2B5EF4-FFF2-40B4-BE49-F238E27FC236}">
                <a16:creationId xmlns:a16="http://schemas.microsoft.com/office/drawing/2014/main" id="{B623514F-9C9F-4868-A7D9-66CAA07E615D}"/>
              </a:ext>
            </a:extLst>
          </p:cNvPr>
          <p:cNvSpPr>
            <a:spLocks noGrp="1"/>
          </p:cNvSpPr>
          <p:nvPr>
            <p:ph type="body" sz="quarter" idx="13"/>
          </p:nvPr>
        </p:nvSpPr>
        <p:spPr>
          <a:xfrm>
            <a:off x="3081573" y="4526280"/>
            <a:ext cx="6028854" cy="914400"/>
          </a:xfrm>
        </p:spPr>
        <p:txBody>
          <a:bodyPr vert="horz" lIns="91440" tIns="45720" rIns="91440" bIns="45720" rtlCol="0" anchor="t">
            <a:noAutofit/>
          </a:bodyPr>
          <a:lstStyle/>
          <a:p>
            <a:r>
              <a:rPr lang="en-US" dirty="0"/>
              <a:t>By Faatimah </a:t>
            </a:r>
            <a:r>
              <a:rPr lang="en-US" dirty="0" err="1"/>
              <a:t>majothi</a:t>
            </a:r>
            <a:endParaRPr lang="en-US" dirty="0"/>
          </a:p>
        </p:txBody>
      </p:sp>
    </p:spTree>
    <p:extLst>
      <p:ext uri="{BB962C8B-B14F-4D97-AF65-F5344CB8AC3E}">
        <p14:creationId xmlns:p14="http://schemas.microsoft.com/office/powerpoint/2010/main" val="21423163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63CB3-2956-E8D2-C23D-A3BAA7295DEC}"/>
              </a:ext>
            </a:extLst>
          </p:cNvPr>
          <p:cNvSpPr>
            <a:spLocks noGrp="1"/>
          </p:cNvSpPr>
          <p:nvPr>
            <p:ph type="title"/>
          </p:nvPr>
        </p:nvSpPr>
        <p:spPr>
          <a:xfrm>
            <a:off x="838200" y="853334"/>
            <a:ext cx="4844142" cy="5151334"/>
          </a:xfrm>
          <a:noFill/>
        </p:spPr>
        <p:txBody>
          <a:bodyPr>
            <a:noAutofit/>
          </a:bodyPr>
          <a:lstStyle/>
          <a:p>
            <a:r>
              <a:rPr lang="en-US" dirty="0"/>
              <a:t>Introduction</a:t>
            </a:r>
          </a:p>
        </p:txBody>
      </p:sp>
      <p:pic>
        <p:nvPicPr>
          <p:cNvPr id="9" name="Online Image Placeholder 12" descr="A person wearing a suit sitting on a bed drinking from a cup, with a suitcase nearby">
            <a:extLst>
              <a:ext uri="{FF2B5EF4-FFF2-40B4-BE49-F238E27FC236}">
                <a16:creationId xmlns:a16="http://schemas.microsoft.com/office/drawing/2014/main" id="{F03AA6D8-831B-8498-BA31-38792288C6AD}"/>
              </a:ext>
            </a:extLst>
          </p:cNvPr>
          <p:cNvPicPr>
            <a:picLocks noGrp="1" noChangeAspect="1"/>
          </p:cNvPicPr>
          <p:nvPr>
            <p:ph type="pic" sz="quarter" idx="11"/>
          </p:nvPr>
        </p:nvPicPr>
        <p:blipFill rotWithShape="1">
          <a:blip r:embed="rId2" cstate="print">
            <a:duotone>
              <a:prstClr val="black"/>
              <a:schemeClr val="accent3">
                <a:tint val="45000"/>
                <a:satMod val="400000"/>
              </a:schemeClr>
            </a:duotone>
            <a:extLst>
              <a:ext uri="{28A0092B-C50C-407E-A947-70E740481C1C}">
                <a14:useLocalDpi xmlns:a14="http://schemas.microsoft.com/office/drawing/2010/main"/>
              </a:ext>
            </a:extLst>
          </a:blip>
          <a:srcRect/>
          <a:stretch/>
        </p:blipFill>
        <p:spPr>
          <a:xfrm>
            <a:off x="6428012" y="685800"/>
            <a:ext cx="5070020" cy="5486400"/>
          </a:xfrm>
        </p:spPr>
      </p:pic>
    </p:spTree>
    <p:extLst>
      <p:ext uri="{BB962C8B-B14F-4D97-AF65-F5344CB8AC3E}">
        <p14:creationId xmlns:p14="http://schemas.microsoft.com/office/powerpoint/2010/main" val="4351953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B33A463-AB57-6332-E6A2-A1A7AB3ED115}"/>
              </a:ext>
            </a:extLst>
          </p:cNvPr>
          <p:cNvSpPr>
            <a:spLocks noGrp="1"/>
          </p:cNvSpPr>
          <p:nvPr>
            <p:ph type="title"/>
            <p:extLst>
              <p:ext uri="{E7BDC344-281C-4309-B0C6-D0EE65EED2A8}">
                <p202:designPr xmlns:p202="http://schemas.microsoft.com/office/powerpoint/2020/02/main">
                  <p202:designTagLst>
                    <p202:designTag name="ARCH:1:CLS" val="LargePlainText"/>
                  </p202:designTagLst>
                </p202:designPr>
              </p:ext>
            </p:extLst>
          </p:nvPr>
        </p:nvSpPr>
        <p:spPr>
          <a:xfrm>
            <a:off x="1704181" y="2167821"/>
            <a:ext cx="8783638" cy="2522359"/>
          </a:xfrm>
        </p:spPr>
        <p:txBody>
          <a:bodyPr anchor="ctr">
            <a:normAutofit/>
          </a:bodyPr>
          <a:lstStyle/>
          <a:p>
            <a:pPr indent="0">
              <a:buNone/>
            </a:pPr>
            <a:r>
              <a:rPr lang="en-GB" sz="1800" b="1" dirty="0"/>
              <a:t>“</a:t>
            </a:r>
            <a:r>
              <a:rPr lang="en-GB" sz="1800" b="1" kern="1200" cap="all" spc="300" dirty="0"/>
              <a:t>In recent years, there has been a massive rise in the usage of dating apps to find love. Many of these apps use sophisticated data science techniques to recommend possible matches to users and to optimize the user experience. These apps give us access to a wealth of information that we’ve never had before about how different people experience romance.” </a:t>
            </a:r>
            <a:br>
              <a:rPr lang="en-GB" sz="1800" b="1" kern="1200" cap="all" spc="300" dirty="0"/>
            </a:br>
            <a:br>
              <a:rPr lang="en-GB" sz="1800" b="1" kern="1200" cap="all" spc="300" dirty="0"/>
            </a:br>
            <a:r>
              <a:rPr lang="en-GB" sz="1800" b="1" kern="1200" cap="all" spc="300" dirty="0"/>
              <a:t>– </a:t>
            </a:r>
            <a:r>
              <a:rPr lang="en-GB" sz="1800" b="1" kern="1200" cap="all" spc="300" dirty="0" err="1"/>
              <a:t>Codecademy</a:t>
            </a:r>
            <a:endParaRPr lang="en-GB" sz="1800" dirty="0"/>
          </a:p>
        </p:txBody>
      </p:sp>
    </p:spTree>
    <p:extLst>
      <p:ext uri="{BB962C8B-B14F-4D97-AF65-F5344CB8AC3E}">
        <p14:creationId xmlns:p14="http://schemas.microsoft.com/office/powerpoint/2010/main" val="8063353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5F5E3-2B1C-7C0A-8581-67A9052D13AA}"/>
              </a:ext>
            </a:extLst>
          </p:cNvPr>
          <p:cNvSpPr>
            <a:spLocks noGrp="1"/>
          </p:cNvSpPr>
          <p:nvPr>
            <p:ph type="title"/>
          </p:nvPr>
        </p:nvSpPr>
        <p:spPr>
          <a:xfrm>
            <a:off x="838200" y="853333"/>
            <a:ext cx="4844143" cy="5151334"/>
          </a:xfrm>
          <a:noFill/>
        </p:spPr>
        <p:txBody>
          <a:bodyPr>
            <a:noAutofit/>
          </a:bodyPr>
          <a:lstStyle/>
          <a:p>
            <a:r>
              <a:rPr lang="en-US" dirty="0"/>
              <a:t>Overview</a:t>
            </a:r>
          </a:p>
        </p:txBody>
      </p:sp>
      <p:sp>
        <p:nvSpPr>
          <p:cNvPr id="3" name="Content Placeholder 2">
            <a:extLst>
              <a:ext uri="{FF2B5EF4-FFF2-40B4-BE49-F238E27FC236}">
                <a16:creationId xmlns:a16="http://schemas.microsoft.com/office/drawing/2014/main" id="{A6A33159-D030-2F82-A142-F75940728319}"/>
              </a:ext>
            </a:extLst>
          </p:cNvPr>
          <p:cNvSpPr>
            <a:spLocks noGrp="1"/>
          </p:cNvSpPr>
          <p:nvPr>
            <p:ph idx="1"/>
          </p:nvPr>
        </p:nvSpPr>
        <p:spPr>
          <a:xfrm>
            <a:off x="6455228" y="853333"/>
            <a:ext cx="4997631" cy="5151334"/>
          </a:xfrm>
          <a:noFill/>
        </p:spPr>
        <p:txBody>
          <a:bodyPr>
            <a:normAutofit/>
          </a:bodyPr>
          <a:lstStyle/>
          <a:p>
            <a:r>
              <a:rPr lang="en-GB" dirty="0" err="1"/>
              <a:t>OKCupid</a:t>
            </a:r>
            <a:r>
              <a:rPr lang="en-GB" dirty="0"/>
              <a:t> is an app that focuses on using multiple choice and short answers to match users. </a:t>
            </a:r>
          </a:p>
          <a:p>
            <a:r>
              <a:rPr lang="en-GB" dirty="0"/>
              <a:t>In this project, we used machine learning to predict whether a user is a smoker, based on profile details like age, interests, and lifestyle habits.</a:t>
            </a:r>
          </a:p>
          <a:p>
            <a:r>
              <a:rPr lang="en-GB" dirty="0"/>
              <a:t>We built and tested classification models to measure how well they predict smoker status.</a:t>
            </a:r>
          </a:p>
          <a:p>
            <a:r>
              <a:rPr lang="en-GB" dirty="0"/>
              <a:t>Our hypothesis was that user characteristics are not strong predictors of a lifestyle choice such as smoking.</a:t>
            </a:r>
            <a:endParaRPr lang="en-US" dirty="0"/>
          </a:p>
        </p:txBody>
      </p:sp>
    </p:spTree>
    <p:extLst>
      <p:ext uri="{BB962C8B-B14F-4D97-AF65-F5344CB8AC3E}">
        <p14:creationId xmlns:p14="http://schemas.microsoft.com/office/powerpoint/2010/main" val="3666674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2181D-911C-1343-7267-E35AC86CCA0E}"/>
              </a:ext>
            </a:extLst>
          </p:cNvPr>
          <p:cNvSpPr>
            <a:spLocks noGrp="1"/>
          </p:cNvSpPr>
          <p:nvPr>
            <p:ph type="title"/>
          </p:nvPr>
        </p:nvSpPr>
        <p:spPr>
          <a:xfrm>
            <a:off x="838200" y="853333"/>
            <a:ext cx="4844143" cy="5151334"/>
          </a:xfrm>
          <a:noFill/>
        </p:spPr>
        <p:txBody>
          <a:bodyPr anchor="ctr">
            <a:noAutofit/>
          </a:bodyPr>
          <a:lstStyle/>
          <a:p>
            <a:r>
              <a:rPr lang="en-US" dirty="0"/>
              <a:t>Project Goals</a:t>
            </a:r>
          </a:p>
        </p:txBody>
      </p:sp>
      <p:sp>
        <p:nvSpPr>
          <p:cNvPr id="3" name="Content Placeholder 2">
            <a:extLst>
              <a:ext uri="{FF2B5EF4-FFF2-40B4-BE49-F238E27FC236}">
                <a16:creationId xmlns:a16="http://schemas.microsoft.com/office/drawing/2014/main" id="{9BEA8735-F1DC-1DE6-0A38-429B2F660F8A}"/>
              </a:ext>
            </a:extLst>
          </p:cNvPr>
          <p:cNvSpPr>
            <a:spLocks noGrp="1"/>
          </p:cNvSpPr>
          <p:nvPr>
            <p:ph idx="1"/>
          </p:nvPr>
        </p:nvSpPr>
        <p:spPr>
          <a:xfrm>
            <a:off x="6455229" y="853333"/>
            <a:ext cx="4920342" cy="5151334"/>
          </a:xfrm>
          <a:noFill/>
        </p:spPr>
        <p:txBody>
          <a:bodyPr>
            <a:normAutofit/>
          </a:bodyPr>
          <a:lstStyle/>
          <a:p>
            <a:r>
              <a:rPr lang="en-US" dirty="0"/>
              <a:t>EDA</a:t>
            </a:r>
          </a:p>
          <a:p>
            <a:r>
              <a:rPr lang="en-US" dirty="0"/>
              <a:t>Data preprocessing</a:t>
            </a:r>
          </a:p>
          <a:p>
            <a:r>
              <a:rPr lang="en-US" dirty="0"/>
              <a:t>Model building</a:t>
            </a:r>
          </a:p>
          <a:p>
            <a:r>
              <a:rPr lang="en-US" dirty="0"/>
              <a:t>Model evaluation</a:t>
            </a:r>
          </a:p>
          <a:p>
            <a:r>
              <a:rPr lang="en-US" dirty="0"/>
              <a:t>Analysis</a:t>
            </a:r>
          </a:p>
        </p:txBody>
      </p:sp>
    </p:spTree>
    <p:extLst>
      <p:ext uri="{BB962C8B-B14F-4D97-AF65-F5344CB8AC3E}">
        <p14:creationId xmlns:p14="http://schemas.microsoft.com/office/powerpoint/2010/main" val="41695528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a:extLst>
            <a:ext uri="{FF2B5EF4-FFF2-40B4-BE49-F238E27FC236}">
              <a16:creationId xmlns:a16="http://schemas.microsoft.com/office/drawing/2014/main" id="{20C57DFB-853A-F288-F2ED-562F44AF59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93C892-83AE-EB96-2D22-452739D4C4F1}"/>
              </a:ext>
            </a:extLst>
          </p:cNvPr>
          <p:cNvSpPr>
            <a:spLocks noGrp="1"/>
          </p:cNvSpPr>
          <p:nvPr>
            <p:ph type="title"/>
          </p:nvPr>
        </p:nvSpPr>
        <p:spPr>
          <a:xfrm>
            <a:off x="838200" y="853334"/>
            <a:ext cx="4844142" cy="5151334"/>
          </a:xfrm>
          <a:noFill/>
        </p:spPr>
        <p:txBody>
          <a:bodyPr>
            <a:noAutofit/>
          </a:bodyPr>
          <a:lstStyle/>
          <a:p>
            <a:r>
              <a:rPr lang="en-US" dirty="0"/>
              <a:t>EDA</a:t>
            </a:r>
          </a:p>
        </p:txBody>
      </p:sp>
      <p:pic>
        <p:nvPicPr>
          <p:cNvPr id="9" name="Online Image Placeholder 12" descr="A person wearing a suit sitting on a bed drinking from a cup, with a suitcase nearby">
            <a:extLst>
              <a:ext uri="{FF2B5EF4-FFF2-40B4-BE49-F238E27FC236}">
                <a16:creationId xmlns:a16="http://schemas.microsoft.com/office/drawing/2014/main" id="{EE8E274D-FD3D-2E8C-AC11-0CD6439C5D03}"/>
              </a:ext>
            </a:extLst>
          </p:cNvPr>
          <p:cNvPicPr>
            <a:picLocks noGrp="1" noChangeAspect="1"/>
          </p:cNvPicPr>
          <p:nvPr>
            <p:ph type="pic" sz="quarter" idx="11"/>
          </p:nvPr>
        </p:nvPicPr>
        <p:blipFill rotWithShape="1">
          <a:blip r:embed="rId2" cstate="print">
            <a:duotone>
              <a:prstClr val="black"/>
              <a:schemeClr val="accent3">
                <a:tint val="45000"/>
                <a:satMod val="400000"/>
              </a:schemeClr>
            </a:duotone>
            <a:extLst>
              <a:ext uri="{28A0092B-C50C-407E-A947-70E740481C1C}">
                <a14:useLocalDpi xmlns:a14="http://schemas.microsoft.com/office/drawing/2010/main"/>
              </a:ext>
            </a:extLst>
          </a:blip>
          <a:srcRect/>
          <a:stretch/>
        </p:blipFill>
        <p:spPr>
          <a:xfrm>
            <a:off x="6428012" y="685800"/>
            <a:ext cx="5070020" cy="5486400"/>
          </a:xfrm>
        </p:spPr>
      </p:pic>
      <p:sp>
        <p:nvSpPr>
          <p:cNvPr id="6" name="TextBox 5">
            <a:extLst>
              <a:ext uri="{FF2B5EF4-FFF2-40B4-BE49-F238E27FC236}">
                <a16:creationId xmlns:a16="http://schemas.microsoft.com/office/drawing/2014/main" id="{0D90D112-AA1E-0155-3D8D-0D3A14D62BBC}"/>
              </a:ext>
            </a:extLst>
          </p:cNvPr>
          <p:cNvSpPr txBox="1"/>
          <p:nvPr/>
        </p:nvSpPr>
        <p:spPr>
          <a:xfrm>
            <a:off x="838200" y="1656113"/>
            <a:ext cx="3438832" cy="369332"/>
          </a:xfrm>
          <a:prstGeom prst="rect">
            <a:avLst/>
          </a:prstGeom>
          <a:noFill/>
        </p:spPr>
        <p:txBody>
          <a:bodyPr wrap="square" rtlCol="0">
            <a:spAutoFit/>
          </a:bodyPr>
          <a:lstStyle/>
          <a:p>
            <a:r>
              <a:rPr lang="en-GB" dirty="0">
                <a:solidFill>
                  <a:schemeClr val="bg1"/>
                </a:solidFill>
                <a:latin typeface="+mj-lt"/>
              </a:rPr>
              <a:t>Exploratory Data Analysis</a:t>
            </a:r>
          </a:p>
        </p:txBody>
      </p:sp>
    </p:spTree>
    <p:extLst>
      <p:ext uri="{BB962C8B-B14F-4D97-AF65-F5344CB8AC3E}">
        <p14:creationId xmlns:p14="http://schemas.microsoft.com/office/powerpoint/2010/main" val="20452739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30A76-B788-B363-104E-266B7C7F7208}"/>
              </a:ext>
            </a:extLst>
          </p:cNvPr>
          <p:cNvSpPr>
            <a:spLocks noGrp="1"/>
          </p:cNvSpPr>
          <p:nvPr>
            <p:ph type="title"/>
          </p:nvPr>
        </p:nvSpPr>
        <p:spPr>
          <a:noFill/>
        </p:spPr>
        <p:txBody>
          <a:bodyPr>
            <a:noAutofit/>
          </a:bodyPr>
          <a:lstStyle/>
          <a:p>
            <a:r>
              <a:rPr lang="en-US" dirty="0"/>
              <a:t>The Dataset</a:t>
            </a:r>
          </a:p>
        </p:txBody>
      </p:sp>
      <p:graphicFrame>
        <p:nvGraphicFramePr>
          <p:cNvPr id="7" name="Content Placeholder 6">
            <a:extLst>
              <a:ext uri="{FF2B5EF4-FFF2-40B4-BE49-F238E27FC236}">
                <a16:creationId xmlns:a16="http://schemas.microsoft.com/office/drawing/2014/main" id="{74460F7A-8A38-25C4-1436-0290EE133467}"/>
              </a:ext>
            </a:extLst>
          </p:cNvPr>
          <p:cNvGraphicFramePr>
            <a:graphicFrameLocks noGrp="1"/>
          </p:cNvGraphicFramePr>
          <p:nvPr>
            <p:ph sz="quarter" idx="14"/>
            <p:extLst>
              <p:ext uri="{D42A27DB-BD31-4B8C-83A1-F6EECF244321}">
                <p14:modId xmlns:p14="http://schemas.microsoft.com/office/powerpoint/2010/main" val="2051198597"/>
              </p:ext>
            </p:extLst>
          </p:nvPr>
        </p:nvGraphicFramePr>
        <p:xfrm>
          <a:off x="838200" y="1828800"/>
          <a:ext cx="10515600" cy="42894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437779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1A87AFC-7491-BA18-5A7B-BA25883EAC60}"/>
              </a:ext>
            </a:extLst>
          </p:cNvPr>
          <p:cNvSpPr>
            <a:spLocks noGrp="1"/>
          </p:cNvSpPr>
          <p:nvPr>
            <p:ph type="title"/>
          </p:nvPr>
        </p:nvSpPr>
        <p:spPr>
          <a:xfrm>
            <a:off x="838198" y="853335"/>
            <a:ext cx="10515602" cy="702196"/>
          </a:xfrm>
        </p:spPr>
        <p:txBody>
          <a:bodyPr anchor="t">
            <a:normAutofit/>
          </a:bodyPr>
          <a:lstStyle/>
          <a:p>
            <a:r>
              <a:rPr lang="en-GB" dirty="0"/>
              <a:t>Numeric Data</a:t>
            </a:r>
          </a:p>
        </p:txBody>
      </p:sp>
      <p:pic>
        <p:nvPicPr>
          <p:cNvPr id="8" name="Content Placeholder 7">
            <a:extLst>
              <a:ext uri="{FF2B5EF4-FFF2-40B4-BE49-F238E27FC236}">
                <a16:creationId xmlns:a16="http://schemas.microsoft.com/office/drawing/2014/main" id="{779EC810-54E6-0AAC-80E1-24CD13137CDD}"/>
              </a:ext>
            </a:extLst>
          </p:cNvPr>
          <p:cNvPicPr>
            <a:picLocks noGrp="1" noChangeAspect="1"/>
          </p:cNvPicPr>
          <p:nvPr>
            <p:ph sz="quarter" idx="14"/>
          </p:nvPr>
        </p:nvPicPr>
        <p:blipFill>
          <a:blip r:embed="rId2"/>
          <a:stretch>
            <a:fillRect/>
          </a:stretch>
        </p:blipFill>
        <p:spPr>
          <a:xfrm>
            <a:off x="837520" y="2408631"/>
            <a:ext cx="10515601" cy="2576323"/>
          </a:xfrm>
          <a:prstGeom prst="rect">
            <a:avLst/>
          </a:prstGeom>
          <a:noFill/>
        </p:spPr>
      </p:pic>
      <p:sp>
        <p:nvSpPr>
          <p:cNvPr id="9" name="TextBox 8">
            <a:extLst>
              <a:ext uri="{FF2B5EF4-FFF2-40B4-BE49-F238E27FC236}">
                <a16:creationId xmlns:a16="http://schemas.microsoft.com/office/drawing/2014/main" id="{6C69919A-6C63-4E6E-AB7D-BFAA234C59B7}"/>
              </a:ext>
            </a:extLst>
          </p:cNvPr>
          <p:cNvSpPr txBox="1"/>
          <p:nvPr/>
        </p:nvSpPr>
        <p:spPr>
          <a:xfrm>
            <a:off x="837520" y="1658915"/>
            <a:ext cx="10515601" cy="646331"/>
          </a:xfrm>
          <a:prstGeom prst="rect">
            <a:avLst/>
          </a:prstGeom>
          <a:noFill/>
        </p:spPr>
        <p:txBody>
          <a:bodyPr wrap="square" rtlCol="0">
            <a:spAutoFit/>
          </a:bodyPr>
          <a:lstStyle/>
          <a:p>
            <a:r>
              <a:rPr lang="en-GB" dirty="0">
                <a:latin typeface="Yu Gothic UI Semilight" panose="020B0400000000000000" pitchFamily="34" charset="-128"/>
              </a:rPr>
              <a:t>The numeric data in </a:t>
            </a:r>
            <a:r>
              <a:rPr lang="en-GB" sz="1600" dirty="0">
                <a:latin typeface="Courier New" panose="02070309020205020404" pitchFamily="49" charset="0"/>
                <a:cs typeface="Courier New" panose="02070309020205020404" pitchFamily="49" charset="0"/>
              </a:rPr>
              <a:t>profiles </a:t>
            </a:r>
            <a:r>
              <a:rPr lang="en-GB" dirty="0">
                <a:latin typeface="Yu Gothic UI Semilight" panose="020B0400000000000000" pitchFamily="34" charset="-128"/>
                <a:cs typeface="Courier New" panose="02070309020205020404" pitchFamily="49" charset="0"/>
              </a:rPr>
              <a:t>showed a diverse range of ages, heights and incomes. After removing outliers, we were left with the following distributions.</a:t>
            </a:r>
            <a:endParaRPr lang="en-GB"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65433B24-5BAA-70D9-1C1E-455E523BE609}"/>
              </a:ext>
            </a:extLst>
          </p:cNvPr>
          <p:cNvSpPr txBox="1"/>
          <p:nvPr/>
        </p:nvSpPr>
        <p:spPr>
          <a:xfrm>
            <a:off x="837520" y="4984954"/>
            <a:ext cx="10515601" cy="923330"/>
          </a:xfrm>
          <a:prstGeom prst="rect">
            <a:avLst/>
          </a:prstGeom>
          <a:noFill/>
        </p:spPr>
        <p:txBody>
          <a:bodyPr wrap="square" rtlCol="0">
            <a:spAutoFit/>
          </a:bodyPr>
          <a:lstStyle/>
          <a:p>
            <a:r>
              <a:rPr lang="en-GB" dirty="0">
                <a:latin typeface="Yu Gothic UI Semilight" panose="020B0400000000000000" pitchFamily="34" charset="-128"/>
                <a:ea typeface="Yu Gothic UI Semilight" panose="020B0400000000000000" pitchFamily="34" charset="-128"/>
              </a:rPr>
              <a:t>For this project, we chose to focus on categorical features because machine learning models often struggle with datasets that mix categorical and numerical data, especially without extra preprocessing. Using only categorical features helped us avoid issues with data compatibility.</a:t>
            </a:r>
          </a:p>
        </p:txBody>
      </p:sp>
    </p:spTree>
    <p:extLst>
      <p:ext uri="{BB962C8B-B14F-4D97-AF65-F5344CB8AC3E}">
        <p14:creationId xmlns:p14="http://schemas.microsoft.com/office/powerpoint/2010/main" val="23653285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a:extLst>
            <a:ext uri="{FF2B5EF4-FFF2-40B4-BE49-F238E27FC236}">
              <a16:creationId xmlns:a16="http://schemas.microsoft.com/office/drawing/2014/main" id="{E8C53BA7-F730-DFCF-6A89-0F6FB2CA01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344E5B5-43F3-D220-781D-6CB998F93006}"/>
              </a:ext>
            </a:extLst>
          </p:cNvPr>
          <p:cNvSpPr>
            <a:spLocks noGrp="1"/>
          </p:cNvSpPr>
          <p:nvPr>
            <p:ph type="title"/>
          </p:nvPr>
        </p:nvSpPr>
        <p:spPr>
          <a:xfrm>
            <a:off x="838200" y="853333"/>
            <a:ext cx="4844143" cy="2792412"/>
          </a:xfrm>
        </p:spPr>
        <p:txBody>
          <a:bodyPr anchor="t">
            <a:normAutofit/>
          </a:bodyPr>
          <a:lstStyle/>
          <a:p>
            <a:r>
              <a:rPr lang="en-GB" dirty="0"/>
              <a:t>Categorical Data</a:t>
            </a:r>
          </a:p>
        </p:txBody>
      </p:sp>
      <p:pic>
        <p:nvPicPr>
          <p:cNvPr id="12" name="Picture Placeholder 11">
            <a:extLst>
              <a:ext uri="{FF2B5EF4-FFF2-40B4-BE49-F238E27FC236}">
                <a16:creationId xmlns:a16="http://schemas.microsoft.com/office/drawing/2014/main" id="{0C4AC43A-0619-E8E8-7665-CCEEC1108F12}"/>
              </a:ext>
            </a:extLst>
          </p:cNvPr>
          <p:cNvPicPr>
            <a:picLocks noGrp="1" noChangeAspect="1"/>
          </p:cNvPicPr>
          <p:nvPr>
            <p:ph sz="half" idx="13"/>
          </p:nvPr>
        </p:nvPicPr>
        <p:blipFill>
          <a:blip r:embed="rId2"/>
          <a:stretch>
            <a:fillRect/>
          </a:stretch>
        </p:blipFill>
        <p:spPr>
          <a:xfrm>
            <a:off x="6455228" y="1708378"/>
            <a:ext cx="4898571" cy="3441246"/>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a:noFill/>
        </p:spPr>
      </p:pic>
      <p:sp>
        <p:nvSpPr>
          <p:cNvPr id="15" name="Content Placeholder 14">
            <a:extLst>
              <a:ext uri="{FF2B5EF4-FFF2-40B4-BE49-F238E27FC236}">
                <a16:creationId xmlns:a16="http://schemas.microsoft.com/office/drawing/2014/main" id="{FC228978-D101-2C07-4D08-C3810F93BD74}"/>
              </a:ext>
            </a:extLst>
          </p:cNvPr>
          <p:cNvSpPr>
            <a:spLocks noGrp="1"/>
          </p:cNvSpPr>
          <p:nvPr>
            <p:ph sz="half" idx="2"/>
          </p:nvPr>
        </p:nvSpPr>
        <p:spPr>
          <a:xfrm>
            <a:off x="810985" y="3429000"/>
            <a:ext cx="4898571" cy="2188317"/>
          </a:xfrm>
        </p:spPr>
        <p:txBody>
          <a:bodyPr>
            <a:normAutofit lnSpcReduction="10000"/>
          </a:bodyPr>
          <a:lstStyle/>
          <a:p>
            <a:r>
              <a:rPr lang="en-GB" dirty="0"/>
              <a:t>Some of </a:t>
            </a:r>
            <a:r>
              <a:rPr lang="en-GB"/>
              <a:t>the categorical columns</a:t>
            </a:r>
            <a:r>
              <a:rPr lang="en-GB" dirty="0"/>
              <a:t>, such as religion and sign, contained multiple responses that could be summarised into main categories. This was done as part of the EDA step rather than during preprocessing to make visualisations clearer.</a:t>
            </a:r>
          </a:p>
        </p:txBody>
      </p:sp>
    </p:spTree>
    <p:extLst>
      <p:ext uri="{BB962C8B-B14F-4D97-AF65-F5344CB8AC3E}">
        <p14:creationId xmlns:p14="http://schemas.microsoft.com/office/powerpoint/2010/main" val="42091629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a:extLst>
            <a:ext uri="{FF2B5EF4-FFF2-40B4-BE49-F238E27FC236}">
              <a16:creationId xmlns:a16="http://schemas.microsoft.com/office/drawing/2014/main" id="{94AD1A0C-5519-1552-74CB-6D102BCFAF4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7C840FD-B062-7C77-27DA-BA5D849C122C}"/>
              </a:ext>
            </a:extLst>
          </p:cNvPr>
          <p:cNvSpPr>
            <a:spLocks noGrp="1"/>
          </p:cNvSpPr>
          <p:nvPr>
            <p:ph type="title"/>
          </p:nvPr>
        </p:nvSpPr>
        <p:spPr>
          <a:xfrm>
            <a:off x="838200" y="853333"/>
            <a:ext cx="4844143" cy="2792412"/>
          </a:xfrm>
        </p:spPr>
        <p:txBody>
          <a:bodyPr anchor="t">
            <a:normAutofit/>
          </a:bodyPr>
          <a:lstStyle/>
          <a:p>
            <a:r>
              <a:rPr lang="en-GB" dirty="0"/>
              <a:t>Target Label</a:t>
            </a:r>
          </a:p>
        </p:txBody>
      </p:sp>
      <p:pic>
        <p:nvPicPr>
          <p:cNvPr id="12" name="Picture Placeholder 11">
            <a:extLst>
              <a:ext uri="{FF2B5EF4-FFF2-40B4-BE49-F238E27FC236}">
                <a16:creationId xmlns:a16="http://schemas.microsoft.com/office/drawing/2014/main" id="{B1D7AA89-A550-3FF9-229A-9D15AC18C5BA}"/>
              </a:ext>
            </a:extLst>
          </p:cNvPr>
          <p:cNvPicPr>
            <a:picLocks noGrp="1" noChangeAspect="1"/>
          </p:cNvPicPr>
          <p:nvPr>
            <p:ph sz="half" idx="13"/>
          </p:nvPr>
        </p:nvPicPr>
        <p:blipFill>
          <a:blip r:embed="rId2"/>
          <a:stretch>
            <a:fillRect/>
          </a:stretch>
        </p:blipFill>
        <p:spPr>
          <a:xfrm>
            <a:off x="6455228" y="1708378"/>
            <a:ext cx="4898571" cy="3441246"/>
          </a:xfrm>
          <a:custGeom>
            <a:avLst/>
            <a:gdLst>
              <a:gd name="connsiteX0" fmla="*/ 5070020 w 5070020"/>
              <a:gd name="connsiteY0" fmla="*/ 0 h 5486400"/>
              <a:gd name="connsiteX1" fmla="*/ 5070020 w 5070020"/>
              <a:gd name="connsiteY1" fmla="*/ 5486400 h 5486400"/>
              <a:gd name="connsiteX2" fmla="*/ 0 w 5070020"/>
              <a:gd name="connsiteY2" fmla="*/ 5486399 h 5486400"/>
              <a:gd name="connsiteX3" fmla="*/ 0 w 5070020"/>
              <a:gd name="connsiteY3" fmla="*/ 579095 h 5486400"/>
              <a:gd name="connsiteX4" fmla="*/ 268 w 5070020"/>
              <a:gd name="connsiteY4" fmla="*/ 579362 h 5486400"/>
              <a:gd name="connsiteX5" fmla="*/ 582189 w 5070020"/>
              <a:gd name="connsiteY5" fmla="*/ 266 h 5486400"/>
              <a:gd name="connsiteX6" fmla="*/ 581922 w 5070020"/>
              <a:gd name="connsiteY6" fmla="*/ 1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0020" h="5486400">
                <a:moveTo>
                  <a:pt x="5070020" y="0"/>
                </a:moveTo>
                <a:lnTo>
                  <a:pt x="5070020" y="5486400"/>
                </a:lnTo>
                <a:lnTo>
                  <a:pt x="0" y="5486399"/>
                </a:lnTo>
                <a:lnTo>
                  <a:pt x="0" y="579095"/>
                </a:lnTo>
                <a:lnTo>
                  <a:pt x="268" y="579362"/>
                </a:lnTo>
                <a:lnTo>
                  <a:pt x="582189" y="266"/>
                </a:lnTo>
                <a:lnTo>
                  <a:pt x="581922" y="1"/>
                </a:lnTo>
                <a:close/>
              </a:path>
            </a:pathLst>
          </a:custGeom>
          <a:noFill/>
        </p:spPr>
      </p:pic>
      <p:sp>
        <p:nvSpPr>
          <p:cNvPr id="15" name="Content Placeholder 14">
            <a:extLst>
              <a:ext uri="{FF2B5EF4-FFF2-40B4-BE49-F238E27FC236}">
                <a16:creationId xmlns:a16="http://schemas.microsoft.com/office/drawing/2014/main" id="{3529F921-331B-7055-5433-DEAC87D72A03}"/>
              </a:ext>
            </a:extLst>
          </p:cNvPr>
          <p:cNvSpPr>
            <a:spLocks noGrp="1"/>
          </p:cNvSpPr>
          <p:nvPr>
            <p:ph sz="half" idx="2"/>
          </p:nvPr>
        </p:nvSpPr>
        <p:spPr>
          <a:xfrm>
            <a:off x="810985" y="3429000"/>
            <a:ext cx="4898571" cy="2188317"/>
          </a:xfrm>
        </p:spPr>
        <p:txBody>
          <a:bodyPr>
            <a:normAutofit fontScale="92500"/>
          </a:bodyPr>
          <a:lstStyle/>
          <a:p>
            <a:r>
              <a:rPr lang="en-GB" dirty="0"/>
              <a:t>Analysis of the </a:t>
            </a:r>
            <a:r>
              <a:rPr lang="en-GB" b="1" dirty="0"/>
              <a:t>smoker</a:t>
            </a:r>
            <a:r>
              <a:rPr lang="en-GB" dirty="0"/>
              <a:t> column found that most of the users do not smoke, but those who did smoked for varying reasons. Since we wanted our models to predict solely whether a user was a smoker or a non-smoker, the multiple responses would be an obstacle to handle during preprocessing.</a:t>
            </a:r>
          </a:p>
        </p:txBody>
      </p:sp>
    </p:spTree>
    <p:extLst>
      <p:ext uri="{BB962C8B-B14F-4D97-AF65-F5344CB8AC3E}">
        <p14:creationId xmlns:p14="http://schemas.microsoft.com/office/powerpoint/2010/main" val="28768253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a:extLst>
            <a:ext uri="{FF2B5EF4-FFF2-40B4-BE49-F238E27FC236}">
              <a16:creationId xmlns:a16="http://schemas.microsoft.com/office/drawing/2014/main" id="{9B426DB1-25B8-73E5-6816-3E922B6C22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A8174C-AB5A-D314-1279-CCE06EAE6EEF}"/>
              </a:ext>
            </a:extLst>
          </p:cNvPr>
          <p:cNvSpPr>
            <a:spLocks noGrp="1"/>
          </p:cNvSpPr>
          <p:nvPr>
            <p:ph type="title"/>
          </p:nvPr>
        </p:nvSpPr>
        <p:spPr>
          <a:xfrm>
            <a:off x="838200" y="853334"/>
            <a:ext cx="4844142" cy="5151334"/>
          </a:xfrm>
          <a:noFill/>
        </p:spPr>
        <p:txBody>
          <a:bodyPr>
            <a:noAutofit/>
          </a:bodyPr>
          <a:lstStyle/>
          <a:p>
            <a:r>
              <a:rPr lang="en-US" dirty="0"/>
              <a:t>Data Preprocessing</a:t>
            </a:r>
            <a:br>
              <a:rPr lang="en-US" dirty="0"/>
            </a:br>
            <a:endParaRPr lang="en-US" dirty="0"/>
          </a:p>
        </p:txBody>
      </p:sp>
      <p:pic>
        <p:nvPicPr>
          <p:cNvPr id="9" name="Online Image Placeholder 12" descr="A person wearing a suit sitting on a bed drinking from a cup, with a suitcase nearby">
            <a:extLst>
              <a:ext uri="{FF2B5EF4-FFF2-40B4-BE49-F238E27FC236}">
                <a16:creationId xmlns:a16="http://schemas.microsoft.com/office/drawing/2014/main" id="{C74F23C1-85F3-CC51-E97B-85225A9D8985}"/>
              </a:ext>
            </a:extLst>
          </p:cNvPr>
          <p:cNvPicPr>
            <a:picLocks noGrp="1" noChangeAspect="1"/>
          </p:cNvPicPr>
          <p:nvPr>
            <p:ph type="pic" sz="quarter" idx="11"/>
          </p:nvPr>
        </p:nvPicPr>
        <p:blipFill rotWithShape="1">
          <a:blip r:embed="rId2" cstate="print">
            <a:duotone>
              <a:prstClr val="black"/>
              <a:schemeClr val="accent3">
                <a:tint val="45000"/>
                <a:satMod val="400000"/>
              </a:schemeClr>
            </a:duotone>
            <a:extLst>
              <a:ext uri="{28A0092B-C50C-407E-A947-70E740481C1C}">
                <a14:useLocalDpi xmlns:a14="http://schemas.microsoft.com/office/drawing/2010/main"/>
              </a:ext>
            </a:extLst>
          </a:blip>
          <a:srcRect/>
          <a:stretch/>
        </p:blipFill>
        <p:spPr>
          <a:xfrm>
            <a:off x="6428012" y="685800"/>
            <a:ext cx="5070020" cy="5486400"/>
          </a:xfrm>
        </p:spPr>
      </p:pic>
      <p:sp>
        <p:nvSpPr>
          <p:cNvPr id="4" name="TextBox 3">
            <a:extLst>
              <a:ext uri="{FF2B5EF4-FFF2-40B4-BE49-F238E27FC236}">
                <a16:creationId xmlns:a16="http://schemas.microsoft.com/office/drawing/2014/main" id="{7078C479-FA5A-A50B-1CF4-1AD6DF47DABB}"/>
              </a:ext>
            </a:extLst>
          </p:cNvPr>
          <p:cNvSpPr txBox="1"/>
          <p:nvPr/>
        </p:nvSpPr>
        <p:spPr>
          <a:xfrm>
            <a:off x="838200" y="2472190"/>
            <a:ext cx="3438832" cy="369332"/>
          </a:xfrm>
          <a:prstGeom prst="rect">
            <a:avLst/>
          </a:prstGeom>
          <a:noFill/>
        </p:spPr>
        <p:txBody>
          <a:bodyPr wrap="square" rtlCol="0">
            <a:spAutoFit/>
          </a:bodyPr>
          <a:lstStyle/>
          <a:p>
            <a:r>
              <a:rPr lang="en-GB" dirty="0">
                <a:solidFill>
                  <a:schemeClr val="bg1"/>
                </a:solidFill>
                <a:latin typeface="+mj-lt"/>
              </a:rPr>
              <a:t>Cleaning and processing data</a:t>
            </a:r>
          </a:p>
        </p:txBody>
      </p:sp>
    </p:spTree>
    <p:extLst>
      <p:ext uri="{BB962C8B-B14F-4D97-AF65-F5344CB8AC3E}">
        <p14:creationId xmlns:p14="http://schemas.microsoft.com/office/powerpoint/2010/main" val="4379276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a:extLst>
            <a:ext uri="{FF2B5EF4-FFF2-40B4-BE49-F238E27FC236}">
              <a16:creationId xmlns:a16="http://schemas.microsoft.com/office/drawing/2014/main" id="{12DDB557-E5D3-A357-2B9F-EC679A284F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6650AA-2A44-9C6C-2B9A-C44C91FA0218}"/>
              </a:ext>
            </a:extLst>
          </p:cNvPr>
          <p:cNvSpPr>
            <a:spLocks noGrp="1"/>
          </p:cNvSpPr>
          <p:nvPr>
            <p:ph type="title"/>
          </p:nvPr>
        </p:nvSpPr>
        <p:spPr/>
        <p:txBody>
          <a:bodyPr/>
          <a:lstStyle/>
          <a:p>
            <a:endParaRPr lang="en-GB" dirty="0">
              <a:solidFill>
                <a:schemeClr val="accent3"/>
              </a:solidFill>
            </a:endParaRPr>
          </a:p>
        </p:txBody>
      </p:sp>
      <p:sp>
        <p:nvSpPr>
          <p:cNvPr id="3" name="Picture Placeholder 2">
            <a:extLst>
              <a:ext uri="{FF2B5EF4-FFF2-40B4-BE49-F238E27FC236}">
                <a16:creationId xmlns:a16="http://schemas.microsoft.com/office/drawing/2014/main" id="{EA8CA566-C008-BB7B-640B-EFE589986A3F}"/>
              </a:ext>
            </a:extLst>
          </p:cNvPr>
          <p:cNvSpPr>
            <a:spLocks noGrp="1"/>
          </p:cNvSpPr>
          <p:nvPr>
            <p:ph type="pic" sz="quarter" idx="11"/>
          </p:nvPr>
        </p:nvSpPr>
        <p:spPr/>
        <p:txBody>
          <a:bodyPr/>
          <a:lstStyle/>
          <a:p>
            <a:endParaRPr lang="en-GB"/>
          </a:p>
        </p:txBody>
      </p:sp>
    </p:spTree>
    <p:extLst>
      <p:ext uri="{BB962C8B-B14F-4D97-AF65-F5344CB8AC3E}">
        <p14:creationId xmlns:p14="http://schemas.microsoft.com/office/powerpoint/2010/main" val="4462215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a:extLst>
            <a:ext uri="{FF2B5EF4-FFF2-40B4-BE49-F238E27FC236}">
              <a16:creationId xmlns:a16="http://schemas.microsoft.com/office/drawing/2014/main" id="{D6CD151C-ABBB-74F6-AEB8-DE8E60DE87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FC83E7-24B3-30A4-B0EF-5DFB257F63F1}"/>
              </a:ext>
            </a:extLst>
          </p:cNvPr>
          <p:cNvSpPr>
            <a:spLocks noGrp="1"/>
          </p:cNvSpPr>
          <p:nvPr>
            <p:ph type="title"/>
          </p:nvPr>
        </p:nvSpPr>
        <p:spPr/>
        <p:txBody>
          <a:bodyPr/>
          <a:lstStyle/>
          <a:p>
            <a:endParaRPr lang="en-GB" dirty="0">
              <a:solidFill>
                <a:schemeClr val="accent3"/>
              </a:solidFill>
            </a:endParaRPr>
          </a:p>
        </p:txBody>
      </p:sp>
      <p:sp>
        <p:nvSpPr>
          <p:cNvPr id="3" name="Picture Placeholder 2">
            <a:extLst>
              <a:ext uri="{FF2B5EF4-FFF2-40B4-BE49-F238E27FC236}">
                <a16:creationId xmlns:a16="http://schemas.microsoft.com/office/drawing/2014/main" id="{9C284004-C7B3-FE9E-5192-4D82B7D03D00}"/>
              </a:ext>
            </a:extLst>
          </p:cNvPr>
          <p:cNvSpPr>
            <a:spLocks noGrp="1"/>
          </p:cNvSpPr>
          <p:nvPr>
            <p:ph type="pic" sz="quarter" idx="11"/>
          </p:nvPr>
        </p:nvSpPr>
        <p:spPr/>
        <p:txBody>
          <a:bodyPr/>
          <a:lstStyle/>
          <a:p>
            <a:endParaRPr lang="en-GB"/>
          </a:p>
        </p:txBody>
      </p:sp>
    </p:spTree>
    <p:extLst>
      <p:ext uri="{BB962C8B-B14F-4D97-AF65-F5344CB8AC3E}">
        <p14:creationId xmlns:p14="http://schemas.microsoft.com/office/powerpoint/2010/main" val="642027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a:extLst>
            <a:ext uri="{FF2B5EF4-FFF2-40B4-BE49-F238E27FC236}">
              <a16:creationId xmlns:a16="http://schemas.microsoft.com/office/drawing/2014/main" id="{7D84EC8F-BE8A-2B1F-2DC5-F218C51F61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65CD47-64E7-F0BB-1329-B3D8E712D602}"/>
              </a:ext>
            </a:extLst>
          </p:cNvPr>
          <p:cNvSpPr>
            <a:spLocks noGrp="1"/>
          </p:cNvSpPr>
          <p:nvPr>
            <p:ph type="title"/>
          </p:nvPr>
        </p:nvSpPr>
        <p:spPr/>
        <p:txBody>
          <a:bodyPr/>
          <a:lstStyle/>
          <a:p>
            <a:endParaRPr lang="en-GB" dirty="0">
              <a:solidFill>
                <a:schemeClr val="accent3"/>
              </a:solidFill>
            </a:endParaRPr>
          </a:p>
        </p:txBody>
      </p:sp>
      <p:sp>
        <p:nvSpPr>
          <p:cNvPr id="3" name="Picture Placeholder 2">
            <a:extLst>
              <a:ext uri="{FF2B5EF4-FFF2-40B4-BE49-F238E27FC236}">
                <a16:creationId xmlns:a16="http://schemas.microsoft.com/office/drawing/2014/main" id="{C0A52D61-8824-A4C7-09CC-7FE05198BD07}"/>
              </a:ext>
            </a:extLst>
          </p:cNvPr>
          <p:cNvSpPr>
            <a:spLocks noGrp="1"/>
          </p:cNvSpPr>
          <p:nvPr>
            <p:ph type="pic" sz="quarter" idx="11"/>
          </p:nvPr>
        </p:nvSpPr>
        <p:spPr/>
        <p:txBody>
          <a:bodyPr/>
          <a:lstStyle/>
          <a:p>
            <a:endParaRPr lang="en-GB"/>
          </a:p>
        </p:txBody>
      </p:sp>
    </p:spTree>
    <p:extLst>
      <p:ext uri="{BB962C8B-B14F-4D97-AF65-F5344CB8AC3E}">
        <p14:creationId xmlns:p14="http://schemas.microsoft.com/office/powerpoint/2010/main" val="24729758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a:extLst>
            <a:ext uri="{FF2B5EF4-FFF2-40B4-BE49-F238E27FC236}">
              <a16:creationId xmlns:a16="http://schemas.microsoft.com/office/drawing/2014/main" id="{84FA19F4-AD17-4BA6-1001-3AFC0F0929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2ECD62-CBD6-ACAF-190A-2ECEC2361E86}"/>
              </a:ext>
            </a:extLst>
          </p:cNvPr>
          <p:cNvSpPr>
            <a:spLocks noGrp="1"/>
          </p:cNvSpPr>
          <p:nvPr>
            <p:ph type="title"/>
          </p:nvPr>
        </p:nvSpPr>
        <p:spPr>
          <a:xfrm>
            <a:off x="838200" y="853334"/>
            <a:ext cx="4844142" cy="5151334"/>
          </a:xfrm>
          <a:noFill/>
        </p:spPr>
        <p:txBody>
          <a:bodyPr>
            <a:noAutofit/>
          </a:bodyPr>
          <a:lstStyle/>
          <a:p>
            <a:r>
              <a:rPr lang="en-US" dirty="0"/>
              <a:t>Model Building</a:t>
            </a:r>
          </a:p>
        </p:txBody>
      </p:sp>
      <p:pic>
        <p:nvPicPr>
          <p:cNvPr id="9" name="Online Image Placeholder 12" descr="A person wearing a suit sitting on a bed drinking from a cup, with a suitcase nearby">
            <a:extLst>
              <a:ext uri="{FF2B5EF4-FFF2-40B4-BE49-F238E27FC236}">
                <a16:creationId xmlns:a16="http://schemas.microsoft.com/office/drawing/2014/main" id="{92A5547F-96D8-FD5D-11EF-7AF87279DC31}"/>
              </a:ext>
            </a:extLst>
          </p:cNvPr>
          <p:cNvPicPr>
            <a:picLocks noGrp="1" noChangeAspect="1"/>
          </p:cNvPicPr>
          <p:nvPr>
            <p:ph type="pic" sz="quarter" idx="11"/>
          </p:nvPr>
        </p:nvPicPr>
        <p:blipFill rotWithShape="1">
          <a:blip r:embed="rId2" cstate="print">
            <a:duotone>
              <a:prstClr val="black"/>
              <a:schemeClr val="accent3">
                <a:tint val="45000"/>
                <a:satMod val="400000"/>
              </a:schemeClr>
            </a:duotone>
            <a:extLst>
              <a:ext uri="{28A0092B-C50C-407E-A947-70E740481C1C}">
                <a14:useLocalDpi xmlns:a14="http://schemas.microsoft.com/office/drawing/2010/main"/>
              </a:ext>
            </a:extLst>
          </a:blip>
          <a:srcRect/>
          <a:stretch/>
        </p:blipFill>
        <p:spPr>
          <a:xfrm>
            <a:off x="6428012" y="685800"/>
            <a:ext cx="5070020" cy="5486400"/>
          </a:xfrm>
        </p:spPr>
      </p:pic>
      <p:sp>
        <p:nvSpPr>
          <p:cNvPr id="4" name="TextBox 3">
            <a:extLst>
              <a:ext uri="{FF2B5EF4-FFF2-40B4-BE49-F238E27FC236}">
                <a16:creationId xmlns:a16="http://schemas.microsoft.com/office/drawing/2014/main" id="{FE97AC43-29E6-D819-FF0D-0860448DD464}"/>
              </a:ext>
            </a:extLst>
          </p:cNvPr>
          <p:cNvSpPr txBox="1"/>
          <p:nvPr/>
        </p:nvSpPr>
        <p:spPr>
          <a:xfrm>
            <a:off x="838200" y="1656113"/>
            <a:ext cx="3438832" cy="646331"/>
          </a:xfrm>
          <a:prstGeom prst="rect">
            <a:avLst/>
          </a:prstGeom>
          <a:noFill/>
        </p:spPr>
        <p:txBody>
          <a:bodyPr wrap="square" rtlCol="0">
            <a:spAutoFit/>
          </a:bodyPr>
          <a:lstStyle/>
          <a:p>
            <a:r>
              <a:rPr lang="en-GB" dirty="0">
                <a:solidFill>
                  <a:schemeClr val="bg1"/>
                </a:solidFill>
                <a:latin typeface="+mj-lt"/>
              </a:rPr>
              <a:t>Building and training machine learning models</a:t>
            </a:r>
          </a:p>
        </p:txBody>
      </p:sp>
    </p:spTree>
    <p:extLst>
      <p:ext uri="{BB962C8B-B14F-4D97-AF65-F5344CB8AC3E}">
        <p14:creationId xmlns:p14="http://schemas.microsoft.com/office/powerpoint/2010/main" val="11842531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a:extLst>
            <a:ext uri="{FF2B5EF4-FFF2-40B4-BE49-F238E27FC236}">
              <a16:creationId xmlns:a16="http://schemas.microsoft.com/office/drawing/2014/main" id="{332A7B78-F104-CDAC-C0EA-4EB8640CDB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4A1B01-E24A-9883-9359-74CA3AB62173}"/>
              </a:ext>
            </a:extLst>
          </p:cNvPr>
          <p:cNvSpPr>
            <a:spLocks noGrp="1"/>
          </p:cNvSpPr>
          <p:nvPr>
            <p:ph type="title"/>
          </p:nvPr>
        </p:nvSpPr>
        <p:spPr>
          <a:xfrm>
            <a:off x="838200" y="853334"/>
            <a:ext cx="4844142" cy="5151334"/>
          </a:xfrm>
          <a:noFill/>
        </p:spPr>
        <p:txBody>
          <a:bodyPr>
            <a:noAutofit/>
          </a:bodyPr>
          <a:lstStyle/>
          <a:p>
            <a:r>
              <a:rPr lang="en-US" dirty="0"/>
              <a:t>Model Evaluation</a:t>
            </a:r>
          </a:p>
        </p:txBody>
      </p:sp>
      <p:pic>
        <p:nvPicPr>
          <p:cNvPr id="9" name="Online Image Placeholder 12" descr="A person wearing a suit sitting on a bed drinking from a cup, with a suitcase nearby">
            <a:extLst>
              <a:ext uri="{FF2B5EF4-FFF2-40B4-BE49-F238E27FC236}">
                <a16:creationId xmlns:a16="http://schemas.microsoft.com/office/drawing/2014/main" id="{FB333BA2-04D9-BEF0-A13B-D6EDCAC20D0F}"/>
              </a:ext>
            </a:extLst>
          </p:cNvPr>
          <p:cNvPicPr>
            <a:picLocks noGrp="1" noChangeAspect="1"/>
          </p:cNvPicPr>
          <p:nvPr>
            <p:ph type="pic" sz="quarter" idx="11"/>
          </p:nvPr>
        </p:nvPicPr>
        <p:blipFill rotWithShape="1">
          <a:blip r:embed="rId2" cstate="print">
            <a:duotone>
              <a:prstClr val="black"/>
              <a:schemeClr val="accent3">
                <a:tint val="45000"/>
                <a:satMod val="400000"/>
              </a:schemeClr>
            </a:duotone>
            <a:extLst>
              <a:ext uri="{28A0092B-C50C-407E-A947-70E740481C1C}">
                <a14:useLocalDpi xmlns:a14="http://schemas.microsoft.com/office/drawing/2010/main"/>
              </a:ext>
            </a:extLst>
          </a:blip>
          <a:srcRect/>
          <a:stretch/>
        </p:blipFill>
        <p:spPr>
          <a:xfrm>
            <a:off x="6428012" y="685800"/>
            <a:ext cx="5070020" cy="5486400"/>
          </a:xfrm>
        </p:spPr>
      </p:pic>
      <p:sp>
        <p:nvSpPr>
          <p:cNvPr id="4" name="TextBox 3">
            <a:extLst>
              <a:ext uri="{FF2B5EF4-FFF2-40B4-BE49-F238E27FC236}">
                <a16:creationId xmlns:a16="http://schemas.microsoft.com/office/drawing/2014/main" id="{B106978E-B37B-AD3D-2F54-44D793F820DC}"/>
              </a:ext>
            </a:extLst>
          </p:cNvPr>
          <p:cNvSpPr txBox="1"/>
          <p:nvPr/>
        </p:nvSpPr>
        <p:spPr>
          <a:xfrm>
            <a:off x="838200" y="2472190"/>
            <a:ext cx="3438832" cy="369332"/>
          </a:xfrm>
          <a:prstGeom prst="rect">
            <a:avLst/>
          </a:prstGeom>
          <a:noFill/>
        </p:spPr>
        <p:txBody>
          <a:bodyPr wrap="square" rtlCol="0">
            <a:spAutoFit/>
          </a:bodyPr>
          <a:lstStyle/>
          <a:p>
            <a:r>
              <a:rPr lang="en-GB" dirty="0">
                <a:solidFill>
                  <a:schemeClr val="bg1"/>
                </a:solidFill>
                <a:latin typeface="+mj-lt"/>
              </a:rPr>
              <a:t>Evaluating model performance</a:t>
            </a:r>
          </a:p>
        </p:txBody>
      </p:sp>
    </p:spTree>
    <p:extLst>
      <p:ext uri="{BB962C8B-B14F-4D97-AF65-F5344CB8AC3E}">
        <p14:creationId xmlns:p14="http://schemas.microsoft.com/office/powerpoint/2010/main" val="35501952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ABE40-AA00-F366-A36A-B3F1AADBF025}"/>
              </a:ext>
            </a:extLst>
          </p:cNvPr>
          <p:cNvSpPr>
            <a:spLocks noGrp="1"/>
          </p:cNvSpPr>
          <p:nvPr>
            <p:ph type="title"/>
          </p:nvPr>
        </p:nvSpPr>
        <p:spPr>
          <a:xfrm>
            <a:off x="838200" y="853334"/>
            <a:ext cx="4844142" cy="3939646"/>
          </a:xfrm>
          <a:noFill/>
        </p:spPr>
        <p:txBody>
          <a:bodyPr>
            <a:noAutofit/>
          </a:bodyPr>
          <a:lstStyle/>
          <a:p>
            <a:r>
              <a:rPr lang="en-US" dirty="0"/>
              <a:t>Conclusion</a:t>
            </a:r>
          </a:p>
        </p:txBody>
      </p:sp>
      <p:pic>
        <p:nvPicPr>
          <p:cNvPr id="10" name="Online Image Placeholder 7" descr="Rows of seated people in business attire, listening to work event">
            <a:extLst>
              <a:ext uri="{FF2B5EF4-FFF2-40B4-BE49-F238E27FC236}">
                <a16:creationId xmlns:a16="http://schemas.microsoft.com/office/drawing/2014/main" id="{A615D31F-0489-0629-D024-042CFF56905C}"/>
              </a:ext>
            </a:extLst>
          </p:cNvPr>
          <p:cNvPicPr>
            <a:picLocks noGrp="1" noChangeAspect="1"/>
          </p:cNvPicPr>
          <p:nvPr>
            <p:ph type="pic" sz="quarter" idx="11"/>
          </p:nvPr>
        </p:nvPicPr>
        <p:blipFill rotWithShape="1">
          <a:blip r:embed="rId2" cstate="print">
            <a:duotone>
              <a:prstClr val="black"/>
              <a:schemeClr val="accent3">
                <a:tint val="45000"/>
                <a:satMod val="400000"/>
              </a:schemeClr>
            </a:duotone>
            <a:extLst>
              <a:ext uri="{28A0092B-C50C-407E-A947-70E740481C1C}">
                <a14:useLocalDpi xmlns:a14="http://schemas.microsoft.com/office/drawing/2010/main"/>
              </a:ext>
            </a:extLst>
          </a:blip>
          <a:srcRect/>
          <a:stretch/>
        </p:blipFill>
        <p:spPr>
          <a:xfrm>
            <a:off x="6428012" y="685800"/>
            <a:ext cx="5070020" cy="5486400"/>
          </a:xfrm>
        </p:spPr>
      </p:pic>
    </p:spTree>
    <p:extLst>
      <p:ext uri="{BB962C8B-B14F-4D97-AF65-F5344CB8AC3E}">
        <p14:creationId xmlns:p14="http://schemas.microsoft.com/office/powerpoint/2010/main" val="10080375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A15DE-D135-0710-9984-A0A55E960CB0}"/>
              </a:ext>
            </a:extLst>
          </p:cNvPr>
          <p:cNvSpPr>
            <a:spLocks noGrp="1"/>
          </p:cNvSpPr>
          <p:nvPr>
            <p:ph type="title"/>
          </p:nvPr>
        </p:nvSpPr>
        <p:spPr>
          <a:xfrm>
            <a:off x="838200" y="853333"/>
            <a:ext cx="4844143" cy="2792412"/>
          </a:xfrm>
          <a:noFill/>
        </p:spPr>
        <p:txBody>
          <a:bodyPr>
            <a:noAutofit/>
          </a:bodyPr>
          <a:lstStyle/>
          <a:p>
            <a:r>
              <a:rPr lang="en-US"/>
              <a:t>Product launch </a:t>
            </a:r>
            <a:br>
              <a:rPr lang="en-US"/>
            </a:br>
            <a:r>
              <a:rPr lang="en-US"/>
              <a:t>timeline</a:t>
            </a:r>
            <a:endParaRPr lang="en-US" dirty="0"/>
          </a:p>
        </p:txBody>
      </p:sp>
      <p:sp>
        <p:nvSpPr>
          <p:cNvPr id="3" name="Content Placeholder 2">
            <a:extLst>
              <a:ext uri="{FF2B5EF4-FFF2-40B4-BE49-F238E27FC236}">
                <a16:creationId xmlns:a16="http://schemas.microsoft.com/office/drawing/2014/main" id="{ECC8AA23-D8D0-93BE-5C5F-103A750B0D2F}"/>
              </a:ext>
            </a:extLst>
          </p:cNvPr>
          <p:cNvSpPr>
            <a:spLocks noGrp="1"/>
          </p:cNvSpPr>
          <p:nvPr>
            <p:ph sz="half" idx="13"/>
          </p:nvPr>
        </p:nvSpPr>
        <p:spPr>
          <a:xfrm>
            <a:off x="838200" y="3813681"/>
            <a:ext cx="4898571" cy="2188317"/>
          </a:xfrm>
          <a:noFill/>
        </p:spPr>
        <p:txBody>
          <a:bodyPr vert="horz" lIns="91440" tIns="45720" rIns="91440" bIns="45720" rtlCol="0" anchor="t">
            <a:normAutofit/>
          </a:bodyPr>
          <a:lstStyle/>
          <a:p>
            <a:r>
              <a:rPr lang="en-US"/>
              <a:t>Currently gearing up for a </a:t>
            </a:r>
            <a:br>
              <a:rPr lang="en-US"/>
            </a:br>
            <a:r>
              <a:rPr lang="en-US"/>
              <a:t>ground-breaking launch </a:t>
            </a:r>
          </a:p>
          <a:p>
            <a:r>
              <a:rPr lang="en-US"/>
              <a:t>Our new offerings will captivate </a:t>
            </a:r>
            <a:br>
              <a:rPr lang="en-US"/>
            </a:br>
            <a:r>
              <a:rPr lang="en-US"/>
              <a:t>the market</a:t>
            </a:r>
          </a:p>
          <a:p>
            <a:r>
              <a:rPr lang="en-US"/>
              <a:t>Our marketing campaign will </a:t>
            </a:r>
            <a:br>
              <a:rPr lang="en-US"/>
            </a:br>
            <a:r>
              <a:rPr lang="en-US"/>
              <a:t>generate anticipation</a:t>
            </a:r>
            <a:endParaRPr lang="en-US" dirty="0"/>
          </a:p>
        </p:txBody>
      </p:sp>
      <p:graphicFrame>
        <p:nvGraphicFramePr>
          <p:cNvPr id="11" name="Content Placeholder 10" descr="Lined list SmartArt graphic">
            <a:extLst>
              <a:ext uri="{FF2B5EF4-FFF2-40B4-BE49-F238E27FC236}">
                <a16:creationId xmlns:a16="http://schemas.microsoft.com/office/drawing/2014/main" id="{C619B1BA-71C2-42B2-CE82-5EBA957CEB36}"/>
              </a:ext>
            </a:extLst>
          </p:cNvPr>
          <p:cNvGraphicFramePr>
            <a:graphicFrameLocks noGrp="1"/>
          </p:cNvGraphicFramePr>
          <p:nvPr>
            <p:ph sz="half" idx="2"/>
            <p:extLst>
              <p:ext uri="{D42A27DB-BD31-4B8C-83A1-F6EECF244321}">
                <p14:modId xmlns:p14="http://schemas.microsoft.com/office/powerpoint/2010/main" val="2751956016"/>
              </p:ext>
            </p:extLst>
          </p:nvPr>
        </p:nvGraphicFramePr>
        <p:xfrm>
          <a:off x="6510338" y="850900"/>
          <a:ext cx="4843462" cy="54038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372412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4C27C8-165C-5513-DB4B-9D840097C545}"/>
              </a:ext>
            </a:extLst>
          </p:cNvPr>
          <p:cNvSpPr>
            <a:spLocks noGrp="1"/>
          </p:cNvSpPr>
          <p:nvPr>
            <p:ph type="title"/>
          </p:nvPr>
        </p:nvSpPr>
        <p:spPr>
          <a:xfrm>
            <a:off x="838200" y="853333"/>
            <a:ext cx="4844143" cy="2792412"/>
          </a:xfrm>
          <a:noFill/>
        </p:spPr>
        <p:txBody>
          <a:bodyPr anchor="t">
            <a:noAutofit/>
          </a:bodyPr>
          <a:lstStyle/>
          <a:p>
            <a:r>
              <a:rPr lang="en-US" dirty="0"/>
              <a:t>Marketing </a:t>
            </a:r>
            <a:br>
              <a:rPr lang="en-US" dirty="0"/>
            </a:br>
            <a:r>
              <a:rPr lang="en-US" dirty="0"/>
              <a:t>strategies</a:t>
            </a:r>
          </a:p>
        </p:txBody>
      </p:sp>
      <p:sp>
        <p:nvSpPr>
          <p:cNvPr id="3" name="Content Placeholder 2">
            <a:extLst>
              <a:ext uri="{FF2B5EF4-FFF2-40B4-BE49-F238E27FC236}">
                <a16:creationId xmlns:a16="http://schemas.microsoft.com/office/drawing/2014/main" id="{FACE640F-7F5A-BDB7-205D-765FA80B6796}"/>
              </a:ext>
            </a:extLst>
          </p:cNvPr>
          <p:cNvSpPr>
            <a:spLocks noGrp="1"/>
          </p:cNvSpPr>
          <p:nvPr>
            <p:ph sz="half" idx="2"/>
          </p:nvPr>
        </p:nvSpPr>
        <p:spPr>
          <a:xfrm>
            <a:off x="838200" y="3813682"/>
            <a:ext cx="4898571" cy="2188317"/>
          </a:xfrm>
          <a:noFill/>
        </p:spPr>
        <p:txBody>
          <a:bodyPr vert="horz" lIns="91440" tIns="45720" rIns="91440" bIns="45720" rtlCol="0" anchor="b">
            <a:normAutofit/>
          </a:bodyPr>
          <a:lstStyle/>
          <a:p>
            <a:r>
              <a:rPr lang="en-US"/>
              <a:t>Implement personalized engagement strategies. Tailor campaigns to resonate with specific demographics, fostering a sense of relevance and connection. Collaborate with influencers and thought leaders to amplify our brand message.</a:t>
            </a:r>
            <a:endParaRPr lang="en-US" dirty="0"/>
          </a:p>
        </p:txBody>
      </p:sp>
      <p:pic>
        <p:nvPicPr>
          <p:cNvPr id="13" name="Online Image Placeholder 9" descr="Women in business meeting">
            <a:extLst>
              <a:ext uri="{FF2B5EF4-FFF2-40B4-BE49-F238E27FC236}">
                <a16:creationId xmlns:a16="http://schemas.microsoft.com/office/drawing/2014/main" id="{ECD12A93-CCA8-9CCE-6BD6-89C28F0822D7}"/>
              </a:ext>
            </a:extLst>
          </p:cNvPr>
          <p:cNvPicPr>
            <a:picLocks noGrp="1" noChangeAspect="1"/>
          </p:cNvPicPr>
          <p:nvPr>
            <p:ph type="pic" sz="quarter" idx="11"/>
          </p:nvPr>
        </p:nvPicPr>
        <p:blipFill>
          <a:blip r:embed="rId2" cstate="print">
            <a:duotone>
              <a:schemeClr val="accent3">
                <a:shade val="45000"/>
                <a:satMod val="135000"/>
              </a:schemeClr>
              <a:prstClr val="white"/>
            </a:duotone>
            <a:extLst>
              <a:ext uri="{28A0092B-C50C-407E-A947-70E740481C1C}">
                <a14:useLocalDpi xmlns:a14="http://schemas.microsoft.com/office/drawing/2010/main"/>
              </a:ext>
            </a:extLst>
          </a:blip>
          <a:srcRect/>
          <a:stretch/>
        </p:blipFill>
        <p:spPr>
          <a:xfrm>
            <a:off x="6428012" y="685800"/>
            <a:ext cx="5070020" cy="5486400"/>
          </a:xfrm>
        </p:spPr>
      </p:pic>
    </p:spTree>
    <p:extLst>
      <p:ext uri="{BB962C8B-B14F-4D97-AF65-F5344CB8AC3E}">
        <p14:creationId xmlns:p14="http://schemas.microsoft.com/office/powerpoint/2010/main" val="7296091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AC361-0D7A-DC05-86B5-6DD77D322F5B}"/>
              </a:ext>
            </a:extLst>
          </p:cNvPr>
          <p:cNvSpPr>
            <a:spLocks noGrp="1"/>
          </p:cNvSpPr>
          <p:nvPr>
            <p:ph type="title"/>
          </p:nvPr>
        </p:nvSpPr>
        <p:spPr>
          <a:xfrm>
            <a:off x="838200" y="853333"/>
            <a:ext cx="4844143" cy="2792412"/>
          </a:xfrm>
          <a:noFill/>
        </p:spPr>
        <p:txBody>
          <a:bodyPr anchor="t">
            <a:noAutofit/>
          </a:bodyPr>
          <a:lstStyle/>
          <a:p>
            <a:r>
              <a:rPr lang="en-US" dirty="0"/>
              <a:t>Financial </a:t>
            </a:r>
            <a:br>
              <a:rPr lang="en-US" dirty="0"/>
            </a:br>
            <a:r>
              <a:rPr lang="en-US" dirty="0"/>
              <a:t>overview</a:t>
            </a:r>
          </a:p>
        </p:txBody>
      </p:sp>
      <p:sp>
        <p:nvSpPr>
          <p:cNvPr id="4" name="Content Placeholder 3">
            <a:extLst>
              <a:ext uri="{FF2B5EF4-FFF2-40B4-BE49-F238E27FC236}">
                <a16:creationId xmlns:a16="http://schemas.microsoft.com/office/drawing/2014/main" id="{D97126AE-AE4A-97A5-21F5-E5ACF7E0605F}"/>
              </a:ext>
            </a:extLst>
          </p:cNvPr>
          <p:cNvSpPr>
            <a:spLocks noGrp="1"/>
          </p:cNvSpPr>
          <p:nvPr>
            <p:ph sz="half" idx="2"/>
          </p:nvPr>
        </p:nvSpPr>
        <p:spPr>
          <a:xfrm>
            <a:off x="838200" y="3813682"/>
            <a:ext cx="4898571" cy="2188317"/>
          </a:xfrm>
          <a:noFill/>
        </p:spPr>
        <p:txBody>
          <a:bodyPr vert="horz" lIns="91440" tIns="45720" rIns="91440" bIns="45720" rtlCol="0" anchor="t">
            <a:normAutofit lnSpcReduction="10000"/>
          </a:bodyPr>
          <a:lstStyle/>
          <a:p>
            <a:r>
              <a:rPr lang="en-US" dirty="0"/>
              <a:t>This underscores our commitment to financial stability, positioning us for sustained growth. </a:t>
            </a:r>
          </a:p>
          <a:p>
            <a:r>
              <a:rPr lang="en-US" dirty="0"/>
              <a:t>Key indicators show consistent revenue growth over the past quarter, attributed to strategic cost management and successful marketing.</a:t>
            </a:r>
          </a:p>
          <a:p>
            <a:endParaRPr lang="en-US" dirty="0"/>
          </a:p>
        </p:txBody>
      </p:sp>
      <p:sp>
        <p:nvSpPr>
          <p:cNvPr id="3" name="Content Placeholder 2">
            <a:extLst>
              <a:ext uri="{FF2B5EF4-FFF2-40B4-BE49-F238E27FC236}">
                <a16:creationId xmlns:a16="http://schemas.microsoft.com/office/drawing/2014/main" id="{1BE98EFF-197D-3136-70B9-7BBD30A48931}"/>
              </a:ext>
            </a:extLst>
          </p:cNvPr>
          <p:cNvSpPr>
            <a:spLocks noGrp="1"/>
          </p:cNvSpPr>
          <p:nvPr>
            <p:ph sz="half" idx="13"/>
          </p:nvPr>
        </p:nvSpPr>
        <p:spPr>
          <a:xfrm>
            <a:off x="6455228" y="853334"/>
            <a:ext cx="4898571" cy="5151334"/>
          </a:xfrm>
          <a:noFill/>
        </p:spPr>
        <p:txBody>
          <a:bodyPr vert="horz" lIns="91440" tIns="45720" rIns="91440" bIns="45720" rtlCol="0" anchor="t">
            <a:normAutofit/>
          </a:bodyPr>
          <a:lstStyle/>
          <a:p>
            <a:r>
              <a:rPr lang="en-US" dirty="0"/>
              <a:t>Operating margins have improved, signaling operational efficiency, while strengthening our reserves.</a:t>
            </a:r>
          </a:p>
          <a:p>
            <a:r>
              <a:rPr lang="en-US" dirty="0"/>
              <a:t>This underscores our commitment to financial stability, positioning us for sustained growth. </a:t>
            </a:r>
          </a:p>
        </p:txBody>
      </p:sp>
    </p:spTree>
    <p:extLst>
      <p:ext uri="{BB962C8B-B14F-4D97-AF65-F5344CB8AC3E}">
        <p14:creationId xmlns:p14="http://schemas.microsoft.com/office/powerpoint/2010/main" val="12108021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45968-70F7-0180-6448-3547E442EF4A}"/>
              </a:ext>
            </a:extLst>
          </p:cNvPr>
          <p:cNvSpPr>
            <a:spLocks noGrp="1"/>
          </p:cNvSpPr>
          <p:nvPr>
            <p:ph type="title"/>
          </p:nvPr>
        </p:nvSpPr>
        <p:spPr>
          <a:xfrm>
            <a:off x="838200" y="853333"/>
            <a:ext cx="4844143" cy="2792412"/>
          </a:xfrm>
          <a:noFill/>
        </p:spPr>
        <p:txBody>
          <a:bodyPr anchor="t">
            <a:noAutofit/>
          </a:bodyPr>
          <a:lstStyle/>
          <a:p>
            <a:r>
              <a:rPr lang="en-US" dirty="0"/>
              <a:t>Quarterly </a:t>
            </a:r>
            <a:br>
              <a:rPr lang="en-US" dirty="0"/>
            </a:br>
            <a:r>
              <a:rPr lang="en-US" dirty="0"/>
              <a:t>targets</a:t>
            </a:r>
          </a:p>
        </p:txBody>
      </p:sp>
      <p:sp>
        <p:nvSpPr>
          <p:cNvPr id="8" name="Content Placeholder 7">
            <a:extLst>
              <a:ext uri="{FF2B5EF4-FFF2-40B4-BE49-F238E27FC236}">
                <a16:creationId xmlns:a16="http://schemas.microsoft.com/office/drawing/2014/main" id="{215CE58D-2739-522B-7C3A-6A7C985360C0}"/>
              </a:ext>
            </a:extLst>
          </p:cNvPr>
          <p:cNvSpPr>
            <a:spLocks noGrp="1"/>
          </p:cNvSpPr>
          <p:nvPr>
            <p:ph sz="quarter" idx="13"/>
          </p:nvPr>
        </p:nvSpPr>
        <p:spPr>
          <a:xfrm>
            <a:off x="837521" y="3880757"/>
            <a:ext cx="4844142" cy="2123168"/>
          </a:xfrm>
          <a:noFill/>
        </p:spPr>
        <p:txBody>
          <a:bodyPr vert="horz" lIns="91440" tIns="45720" rIns="91440" bIns="45720" rtlCol="0" anchor="t">
            <a:normAutofit/>
          </a:bodyPr>
          <a:lstStyle/>
          <a:p>
            <a:r>
              <a:rPr lang="en-US" dirty="0"/>
              <a:t>Market expansion</a:t>
            </a:r>
          </a:p>
          <a:p>
            <a:r>
              <a:rPr lang="en-US" dirty="0"/>
              <a:t>Product innovation</a:t>
            </a:r>
          </a:p>
          <a:p>
            <a:r>
              <a:rPr lang="en-US" dirty="0"/>
              <a:t>Customer retention</a:t>
            </a:r>
          </a:p>
          <a:p>
            <a:r>
              <a:rPr lang="en-US" dirty="0"/>
              <a:t>Operational efficiency</a:t>
            </a:r>
          </a:p>
        </p:txBody>
      </p:sp>
      <p:graphicFrame>
        <p:nvGraphicFramePr>
          <p:cNvPr id="16" name="Table Placeholder 2">
            <a:extLst>
              <a:ext uri="{FF2B5EF4-FFF2-40B4-BE49-F238E27FC236}">
                <a16:creationId xmlns:a16="http://schemas.microsoft.com/office/drawing/2014/main" id="{1469BF76-5E71-DF2A-4804-7A26E9D95C80}"/>
              </a:ext>
            </a:extLst>
          </p:cNvPr>
          <p:cNvGraphicFramePr>
            <a:graphicFrameLocks noGrp="1"/>
          </p:cNvGraphicFramePr>
          <p:nvPr>
            <p:ph sz="quarter" idx="16"/>
            <p:extLst>
              <p:ext uri="{D42A27DB-BD31-4B8C-83A1-F6EECF244321}">
                <p14:modId xmlns:p14="http://schemas.microsoft.com/office/powerpoint/2010/main" val="323030375"/>
              </p:ext>
            </p:extLst>
          </p:nvPr>
        </p:nvGraphicFramePr>
        <p:xfrm>
          <a:off x="6510338" y="850900"/>
          <a:ext cx="4843460" cy="5149850"/>
        </p:xfrm>
        <a:graphic>
          <a:graphicData uri="http://schemas.openxmlformats.org/drawingml/2006/table">
            <a:tbl>
              <a:tblPr firstRow="1" bandRow="1">
                <a:tableStyleId>{8799B23B-EC83-4686-B30A-512413B5E67A}</a:tableStyleId>
              </a:tblPr>
              <a:tblGrid>
                <a:gridCol w="1210865">
                  <a:extLst>
                    <a:ext uri="{9D8B030D-6E8A-4147-A177-3AD203B41FA5}">
                      <a16:colId xmlns:a16="http://schemas.microsoft.com/office/drawing/2014/main" val="30750867"/>
                    </a:ext>
                  </a:extLst>
                </a:gridCol>
                <a:gridCol w="1210865">
                  <a:extLst>
                    <a:ext uri="{9D8B030D-6E8A-4147-A177-3AD203B41FA5}">
                      <a16:colId xmlns:a16="http://schemas.microsoft.com/office/drawing/2014/main" val="1038941322"/>
                    </a:ext>
                  </a:extLst>
                </a:gridCol>
                <a:gridCol w="1210865">
                  <a:extLst>
                    <a:ext uri="{9D8B030D-6E8A-4147-A177-3AD203B41FA5}">
                      <a16:colId xmlns:a16="http://schemas.microsoft.com/office/drawing/2014/main" val="529645500"/>
                    </a:ext>
                  </a:extLst>
                </a:gridCol>
                <a:gridCol w="1210865">
                  <a:extLst>
                    <a:ext uri="{9D8B030D-6E8A-4147-A177-3AD203B41FA5}">
                      <a16:colId xmlns:a16="http://schemas.microsoft.com/office/drawing/2014/main" val="3469610457"/>
                    </a:ext>
                  </a:extLst>
                </a:gridCol>
              </a:tblGrid>
              <a:tr h="1029970">
                <a:tc>
                  <a:txBody>
                    <a:bodyPr/>
                    <a:lstStyle/>
                    <a:p>
                      <a:pPr algn="ctr"/>
                      <a:r>
                        <a:rPr lang="en-US" sz="1400" dirty="0">
                          <a:solidFill>
                            <a:sysClr val="windowText" lastClr="000000"/>
                          </a:solidFill>
                          <a:latin typeface="Yu Gothic UI Semilight" panose="020B0400000000000000" pitchFamily="34" charset="-128"/>
                        </a:rPr>
                        <a:t>Quarter</a:t>
                      </a:r>
                    </a:p>
                  </a:txBody>
                  <a:tcPr anchor="ctr"/>
                </a:tc>
                <a:tc>
                  <a:txBody>
                    <a:bodyPr/>
                    <a:lstStyle/>
                    <a:p>
                      <a:pPr algn="ctr"/>
                      <a:r>
                        <a:rPr lang="en-US" sz="1400" dirty="0">
                          <a:solidFill>
                            <a:sysClr val="windowText" lastClr="000000"/>
                          </a:solidFill>
                          <a:latin typeface="Yu Gothic UI Semilight" panose="020B0400000000000000" pitchFamily="34" charset="-128"/>
                        </a:rPr>
                        <a:t>Revenue </a:t>
                      </a:r>
                      <a:br>
                        <a:rPr lang="en-US" sz="1400" dirty="0">
                          <a:solidFill>
                            <a:sysClr val="windowText" lastClr="000000"/>
                          </a:solidFill>
                          <a:latin typeface="Yu Gothic UI Semilight" panose="020B0400000000000000" pitchFamily="34" charset="-128"/>
                        </a:rPr>
                      </a:br>
                      <a:r>
                        <a:rPr lang="en-US" sz="1400" dirty="0">
                          <a:solidFill>
                            <a:sysClr val="windowText" lastClr="000000"/>
                          </a:solidFill>
                          <a:latin typeface="Yu Gothic UI Semilight" panose="020B0400000000000000" pitchFamily="34" charset="-128"/>
                        </a:rPr>
                        <a:t>growth (%)</a:t>
                      </a:r>
                    </a:p>
                  </a:txBody>
                  <a:tcPr anchor="ctr"/>
                </a:tc>
                <a:tc>
                  <a:txBody>
                    <a:bodyPr/>
                    <a:lstStyle/>
                    <a:p>
                      <a:pPr algn="ctr"/>
                      <a:r>
                        <a:rPr lang="en-US" sz="1400" dirty="0">
                          <a:solidFill>
                            <a:sysClr val="windowText" lastClr="000000"/>
                          </a:solidFill>
                          <a:latin typeface="Yu Gothic UI Semilight" panose="020B0400000000000000" pitchFamily="34" charset="-128"/>
                        </a:rPr>
                        <a:t>Market share increase (%)</a:t>
                      </a:r>
                    </a:p>
                  </a:txBody>
                  <a:tcPr anchor="ctr"/>
                </a:tc>
                <a:tc>
                  <a:txBody>
                    <a:bodyPr/>
                    <a:lstStyle/>
                    <a:p>
                      <a:pPr algn="ctr"/>
                      <a:r>
                        <a:rPr lang="en-US" sz="1400" dirty="0">
                          <a:solidFill>
                            <a:sysClr val="windowText" lastClr="000000"/>
                          </a:solidFill>
                          <a:latin typeface="Yu Gothic UI Semilight" panose="020B0400000000000000" pitchFamily="34" charset="-128"/>
                        </a:rPr>
                        <a:t>Customer acquisition</a:t>
                      </a:r>
                    </a:p>
                  </a:txBody>
                  <a:tcPr anchor="ctr"/>
                </a:tc>
                <a:extLst>
                  <a:ext uri="{0D108BD9-81ED-4DB2-BD59-A6C34878D82A}">
                    <a16:rowId xmlns:a16="http://schemas.microsoft.com/office/drawing/2014/main" val="4251432886"/>
                  </a:ext>
                </a:extLst>
              </a:tr>
              <a:tr h="1029970">
                <a:tc>
                  <a:txBody>
                    <a:bodyPr/>
                    <a:lstStyle/>
                    <a:p>
                      <a:pPr algn="ctr"/>
                      <a:r>
                        <a:rPr lang="en-US" sz="1400" dirty="0">
                          <a:solidFill>
                            <a:sysClr val="windowText" lastClr="000000"/>
                          </a:solidFill>
                          <a:latin typeface="Yu Gothic UI Semilight" panose="020B0400000000000000" pitchFamily="34" charset="-128"/>
                        </a:rPr>
                        <a:t>Q1</a:t>
                      </a:r>
                    </a:p>
                  </a:txBody>
                  <a:tcPr anchor="ctr"/>
                </a:tc>
                <a:tc>
                  <a:txBody>
                    <a:bodyPr/>
                    <a:lstStyle/>
                    <a:p>
                      <a:pPr algn="ctr"/>
                      <a:r>
                        <a:rPr lang="en-US" sz="1400" dirty="0">
                          <a:solidFill>
                            <a:sysClr val="windowText" lastClr="000000"/>
                          </a:solidFill>
                          <a:latin typeface="Yu Gothic UI Semilight" panose="020B0400000000000000" pitchFamily="34" charset="-128"/>
                        </a:rPr>
                        <a:t>12</a:t>
                      </a:r>
                    </a:p>
                  </a:txBody>
                  <a:tcPr anchor="ctr"/>
                </a:tc>
                <a:tc>
                  <a:txBody>
                    <a:bodyPr/>
                    <a:lstStyle/>
                    <a:p>
                      <a:pPr algn="ctr"/>
                      <a:r>
                        <a:rPr lang="en-US" sz="1400" dirty="0">
                          <a:solidFill>
                            <a:sysClr val="windowText" lastClr="000000"/>
                          </a:solidFill>
                          <a:latin typeface="Yu Gothic UI Semilight" panose="020B0400000000000000" pitchFamily="34" charset="-128"/>
                        </a:rPr>
                        <a:t>2</a:t>
                      </a:r>
                    </a:p>
                  </a:txBody>
                  <a:tcPr anchor="ctr"/>
                </a:tc>
                <a:tc>
                  <a:txBody>
                    <a:bodyPr/>
                    <a:lstStyle/>
                    <a:p>
                      <a:pPr algn="ctr"/>
                      <a:r>
                        <a:rPr lang="en-US" sz="1400" dirty="0">
                          <a:solidFill>
                            <a:sysClr val="windowText" lastClr="000000"/>
                          </a:solidFill>
                          <a:latin typeface="Yu Gothic UI Semilight" panose="020B0400000000000000" pitchFamily="34" charset="-128"/>
                        </a:rPr>
                        <a:t>500</a:t>
                      </a:r>
                    </a:p>
                  </a:txBody>
                  <a:tcPr anchor="ctr"/>
                </a:tc>
                <a:extLst>
                  <a:ext uri="{0D108BD9-81ED-4DB2-BD59-A6C34878D82A}">
                    <a16:rowId xmlns:a16="http://schemas.microsoft.com/office/drawing/2014/main" val="360240625"/>
                  </a:ext>
                </a:extLst>
              </a:tr>
              <a:tr h="1029970">
                <a:tc>
                  <a:txBody>
                    <a:bodyPr/>
                    <a:lstStyle/>
                    <a:p>
                      <a:pPr algn="ctr"/>
                      <a:r>
                        <a:rPr lang="en-US" sz="1400" dirty="0">
                          <a:solidFill>
                            <a:sysClr val="windowText" lastClr="000000"/>
                          </a:solidFill>
                          <a:latin typeface="Yu Gothic UI Semilight" panose="020B0400000000000000" pitchFamily="34" charset="-128"/>
                        </a:rPr>
                        <a:t>Q2</a:t>
                      </a:r>
                    </a:p>
                  </a:txBody>
                  <a:tcPr anchor="ctr"/>
                </a:tc>
                <a:tc>
                  <a:txBody>
                    <a:bodyPr/>
                    <a:lstStyle/>
                    <a:p>
                      <a:pPr algn="ctr"/>
                      <a:r>
                        <a:rPr lang="en-US" sz="1400" dirty="0">
                          <a:solidFill>
                            <a:sysClr val="windowText" lastClr="000000"/>
                          </a:solidFill>
                          <a:latin typeface="Yu Gothic UI Semilight" panose="020B0400000000000000" pitchFamily="34" charset="-128"/>
                        </a:rPr>
                        <a:t>15</a:t>
                      </a:r>
                    </a:p>
                  </a:txBody>
                  <a:tcPr anchor="ctr"/>
                </a:tc>
                <a:tc>
                  <a:txBody>
                    <a:bodyPr/>
                    <a:lstStyle/>
                    <a:p>
                      <a:pPr algn="ctr"/>
                      <a:r>
                        <a:rPr lang="en-US" sz="1400" dirty="0">
                          <a:solidFill>
                            <a:sysClr val="windowText" lastClr="000000"/>
                          </a:solidFill>
                          <a:latin typeface="Yu Gothic UI Semilight" panose="020B0400000000000000" pitchFamily="34" charset="-128"/>
                        </a:rPr>
                        <a:t>3</a:t>
                      </a:r>
                    </a:p>
                  </a:txBody>
                  <a:tcPr anchor="ctr"/>
                </a:tc>
                <a:tc>
                  <a:txBody>
                    <a:bodyPr/>
                    <a:lstStyle/>
                    <a:p>
                      <a:pPr algn="ctr"/>
                      <a:r>
                        <a:rPr lang="en-US" sz="1400" dirty="0">
                          <a:solidFill>
                            <a:sysClr val="windowText" lastClr="000000"/>
                          </a:solidFill>
                          <a:latin typeface="Yu Gothic UI Semilight" panose="020B0400000000000000" pitchFamily="34" charset="-128"/>
                        </a:rPr>
                        <a:t>600</a:t>
                      </a:r>
                    </a:p>
                  </a:txBody>
                  <a:tcPr anchor="ctr"/>
                </a:tc>
                <a:extLst>
                  <a:ext uri="{0D108BD9-81ED-4DB2-BD59-A6C34878D82A}">
                    <a16:rowId xmlns:a16="http://schemas.microsoft.com/office/drawing/2014/main" val="2762393470"/>
                  </a:ext>
                </a:extLst>
              </a:tr>
              <a:tr h="1029970">
                <a:tc>
                  <a:txBody>
                    <a:bodyPr/>
                    <a:lstStyle/>
                    <a:p>
                      <a:pPr algn="ctr"/>
                      <a:r>
                        <a:rPr lang="en-US" sz="1400" dirty="0">
                          <a:solidFill>
                            <a:sysClr val="windowText" lastClr="000000"/>
                          </a:solidFill>
                          <a:latin typeface="Yu Gothic UI Semilight" panose="020B0400000000000000" pitchFamily="34" charset="-128"/>
                        </a:rPr>
                        <a:t>Q3</a:t>
                      </a:r>
                    </a:p>
                  </a:txBody>
                  <a:tcPr anchor="ctr"/>
                </a:tc>
                <a:tc>
                  <a:txBody>
                    <a:bodyPr/>
                    <a:lstStyle/>
                    <a:p>
                      <a:pPr algn="ctr"/>
                      <a:r>
                        <a:rPr lang="en-US" sz="1400" dirty="0">
                          <a:solidFill>
                            <a:sysClr val="windowText" lastClr="000000"/>
                          </a:solidFill>
                          <a:latin typeface="Yu Gothic UI Semilight" panose="020B0400000000000000" pitchFamily="34" charset="-128"/>
                        </a:rPr>
                        <a:t>18</a:t>
                      </a:r>
                    </a:p>
                  </a:txBody>
                  <a:tcPr anchor="ctr"/>
                </a:tc>
                <a:tc>
                  <a:txBody>
                    <a:bodyPr/>
                    <a:lstStyle/>
                    <a:p>
                      <a:pPr algn="ctr"/>
                      <a:r>
                        <a:rPr lang="en-US" sz="1400" dirty="0">
                          <a:solidFill>
                            <a:sysClr val="windowText" lastClr="000000"/>
                          </a:solidFill>
                          <a:latin typeface="Yu Gothic UI Semilight" panose="020B0400000000000000" pitchFamily="34" charset="-128"/>
                        </a:rPr>
                        <a:t>4</a:t>
                      </a:r>
                    </a:p>
                  </a:txBody>
                  <a:tcPr anchor="ctr"/>
                </a:tc>
                <a:tc>
                  <a:txBody>
                    <a:bodyPr/>
                    <a:lstStyle/>
                    <a:p>
                      <a:pPr algn="ctr"/>
                      <a:r>
                        <a:rPr lang="en-US" sz="1400" dirty="0">
                          <a:solidFill>
                            <a:sysClr val="windowText" lastClr="000000"/>
                          </a:solidFill>
                          <a:latin typeface="Yu Gothic UI Semilight" panose="020B0400000000000000" pitchFamily="34" charset="-128"/>
                        </a:rPr>
                        <a:t>700</a:t>
                      </a:r>
                    </a:p>
                  </a:txBody>
                  <a:tcPr anchor="ctr"/>
                </a:tc>
                <a:extLst>
                  <a:ext uri="{0D108BD9-81ED-4DB2-BD59-A6C34878D82A}">
                    <a16:rowId xmlns:a16="http://schemas.microsoft.com/office/drawing/2014/main" val="1311364400"/>
                  </a:ext>
                </a:extLst>
              </a:tr>
              <a:tr h="1029970">
                <a:tc>
                  <a:txBody>
                    <a:bodyPr/>
                    <a:lstStyle/>
                    <a:p>
                      <a:pPr algn="ctr"/>
                      <a:r>
                        <a:rPr lang="en-US" sz="1400" dirty="0">
                          <a:solidFill>
                            <a:sysClr val="windowText" lastClr="000000"/>
                          </a:solidFill>
                          <a:latin typeface="Yu Gothic UI Semilight" panose="020B0400000000000000" pitchFamily="34" charset="-128"/>
                        </a:rPr>
                        <a:t>Q4</a:t>
                      </a:r>
                    </a:p>
                  </a:txBody>
                  <a:tcPr anchor="ctr"/>
                </a:tc>
                <a:tc>
                  <a:txBody>
                    <a:bodyPr/>
                    <a:lstStyle/>
                    <a:p>
                      <a:pPr algn="ctr"/>
                      <a:r>
                        <a:rPr lang="en-US" sz="1400" dirty="0">
                          <a:solidFill>
                            <a:sysClr val="windowText" lastClr="000000"/>
                          </a:solidFill>
                          <a:latin typeface="Yu Gothic UI Semilight" panose="020B0400000000000000" pitchFamily="34" charset="-128"/>
                        </a:rPr>
                        <a:t>20</a:t>
                      </a:r>
                    </a:p>
                  </a:txBody>
                  <a:tcPr anchor="ctr"/>
                </a:tc>
                <a:tc>
                  <a:txBody>
                    <a:bodyPr/>
                    <a:lstStyle/>
                    <a:p>
                      <a:pPr algn="ctr"/>
                      <a:r>
                        <a:rPr lang="en-US" sz="1400" dirty="0">
                          <a:solidFill>
                            <a:sysClr val="windowText" lastClr="000000"/>
                          </a:solidFill>
                          <a:latin typeface="Yu Gothic UI Semilight" panose="020B0400000000000000" pitchFamily="34" charset="-128"/>
                        </a:rPr>
                        <a:t>5</a:t>
                      </a:r>
                    </a:p>
                  </a:txBody>
                  <a:tcPr anchor="ctr"/>
                </a:tc>
                <a:tc>
                  <a:txBody>
                    <a:bodyPr/>
                    <a:lstStyle/>
                    <a:p>
                      <a:pPr algn="ctr"/>
                      <a:r>
                        <a:rPr lang="en-US" sz="1400" dirty="0">
                          <a:solidFill>
                            <a:sysClr val="windowText" lastClr="000000"/>
                          </a:solidFill>
                          <a:latin typeface="Yu Gothic UI Semilight" panose="020B0400000000000000" pitchFamily="34" charset="-128"/>
                        </a:rPr>
                        <a:t>800</a:t>
                      </a:r>
                    </a:p>
                  </a:txBody>
                  <a:tcPr anchor="ctr"/>
                </a:tc>
                <a:extLst>
                  <a:ext uri="{0D108BD9-81ED-4DB2-BD59-A6C34878D82A}">
                    <a16:rowId xmlns:a16="http://schemas.microsoft.com/office/drawing/2014/main" val="2526263980"/>
                  </a:ext>
                </a:extLst>
              </a:tr>
            </a:tbl>
          </a:graphicData>
        </a:graphic>
      </p:graphicFrame>
    </p:spTree>
    <p:extLst>
      <p:ext uri="{BB962C8B-B14F-4D97-AF65-F5344CB8AC3E}">
        <p14:creationId xmlns:p14="http://schemas.microsoft.com/office/powerpoint/2010/main" val="42599771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C59F6-9B22-C211-4B4C-A2FD4B914C46}"/>
              </a:ext>
            </a:extLst>
          </p:cNvPr>
          <p:cNvSpPr>
            <a:spLocks noGrp="1"/>
          </p:cNvSpPr>
          <p:nvPr>
            <p:ph type="title"/>
          </p:nvPr>
        </p:nvSpPr>
        <p:spPr>
          <a:xfrm>
            <a:off x="838198" y="853335"/>
            <a:ext cx="10515602" cy="1377184"/>
          </a:xfrm>
          <a:noFill/>
        </p:spPr>
        <p:txBody>
          <a:bodyPr>
            <a:noAutofit/>
          </a:bodyPr>
          <a:lstStyle/>
          <a:p>
            <a:r>
              <a:rPr lang="en-US" dirty="0"/>
              <a:t>Financial </a:t>
            </a:r>
            <a:br>
              <a:rPr lang="en-US" dirty="0"/>
            </a:br>
            <a:r>
              <a:rPr lang="en-US" dirty="0"/>
              <a:t>snapshot</a:t>
            </a:r>
          </a:p>
        </p:txBody>
      </p:sp>
      <p:graphicFrame>
        <p:nvGraphicFramePr>
          <p:cNvPr id="8" name="Table Placeholder 3">
            <a:extLst>
              <a:ext uri="{FF2B5EF4-FFF2-40B4-BE49-F238E27FC236}">
                <a16:creationId xmlns:a16="http://schemas.microsoft.com/office/drawing/2014/main" id="{6CB67956-A6C3-FCDF-EC78-F79D90449E96}"/>
              </a:ext>
            </a:extLst>
          </p:cNvPr>
          <p:cNvGraphicFramePr>
            <a:graphicFrameLocks noGrp="1"/>
          </p:cNvGraphicFramePr>
          <p:nvPr>
            <p:ph sz="quarter" idx="14"/>
            <p:extLst>
              <p:ext uri="{D42A27DB-BD31-4B8C-83A1-F6EECF244321}">
                <p14:modId xmlns:p14="http://schemas.microsoft.com/office/powerpoint/2010/main" val="3883545762"/>
              </p:ext>
            </p:extLst>
          </p:nvPr>
        </p:nvGraphicFramePr>
        <p:xfrm>
          <a:off x="838200" y="2651125"/>
          <a:ext cx="10515600" cy="3246120"/>
        </p:xfrm>
        <a:graphic>
          <a:graphicData uri="http://schemas.openxmlformats.org/drawingml/2006/table">
            <a:tbl>
              <a:tblPr firstRow="1" bandRow="1">
                <a:tableStyleId>{8799B23B-EC83-4686-B30A-512413B5E67A}</a:tableStyleId>
              </a:tblPr>
              <a:tblGrid>
                <a:gridCol w="2628900">
                  <a:extLst>
                    <a:ext uri="{9D8B030D-6E8A-4147-A177-3AD203B41FA5}">
                      <a16:colId xmlns:a16="http://schemas.microsoft.com/office/drawing/2014/main" val="130956065"/>
                    </a:ext>
                  </a:extLst>
                </a:gridCol>
                <a:gridCol w="2628900">
                  <a:extLst>
                    <a:ext uri="{9D8B030D-6E8A-4147-A177-3AD203B41FA5}">
                      <a16:colId xmlns:a16="http://schemas.microsoft.com/office/drawing/2014/main" val="2749965458"/>
                    </a:ext>
                  </a:extLst>
                </a:gridCol>
                <a:gridCol w="2628900">
                  <a:extLst>
                    <a:ext uri="{9D8B030D-6E8A-4147-A177-3AD203B41FA5}">
                      <a16:colId xmlns:a16="http://schemas.microsoft.com/office/drawing/2014/main" val="2116711163"/>
                    </a:ext>
                  </a:extLst>
                </a:gridCol>
                <a:gridCol w="2628900">
                  <a:extLst>
                    <a:ext uri="{9D8B030D-6E8A-4147-A177-3AD203B41FA5}">
                      <a16:colId xmlns:a16="http://schemas.microsoft.com/office/drawing/2014/main" val="1186885001"/>
                    </a:ext>
                  </a:extLst>
                </a:gridCol>
              </a:tblGrid>
              <a:tr h="541020">
                <a:tc>
                  <a:txBody>
                    <a:bodyPr/>
                    <a:lstStyle/>
                    <a:p>
                      <a:pPr algn="ctr"/>
                      <a:r>
                        <a:rPr lang="en-US" sz="1400" b="1" dirty="0">
                          <a:solidFill>
                            <a:sysClr val="windowText" lastClr="000000"/>
                          </a:solidFill>
                          <a:latin typeface="Yu Gothic UI Semilight" panose="020B0400000000000000" pitchFamily="34" charset="-128"/>
                        </a:rPr>
                        <a:t>Metric</a:t>
                      </a:r>
                    </a:p>
                  </a:txBody>
                  <a:tcPr anchor="ctr"/>
                </a:tc>
                <a:tc>
                  <a:txBody>
                    <a:bodyPr/>
                    <a:lstStyle/>
                    <a:p>
                      <a:pPr algn="ctr"/>
                      <a:r>
                        <a:rPr lang="en-US" sz="1400" b="1" dirty="0">
                          <a:solidFill>
                            <a:sysClr val="windowText" lastClr="000000"/>
                          </a:solidFill>
                          <a:latin typeface="Yu Gothic UI Semilight" panose="020B0400000000000000" pitchFamily="34" charset="-128"/>
                        </a:rPr>
                        <a:t>Current value</a:t>
                      </a:r>
                    </a:p>
                  </a:txBody>
                  <a:tcPr anchor="ctr"/>
                </a:tc>
                <a:tc>
                  <a:txBody>
                    <a:bodyPr/>
                    <a:lstStyle/>
                    <a:p>
                      <a:pPr algn="ctr"/>
                      <a:r>
                        <a:rPr lang="en-US" sz="1400" b="1" dirty="0">
                          <a:solidFill>
                            <a:sysClr val="windowText" lastClr="000000"/>
                          </a:solidFill>
                          <a:latin typeface="Yu Gothic UI Semilight" panose="020B0400000000000000" pitchFamily="34" charset="-128"/>
                        </a:rPr>
                        <a:t>Previous quarter</a:t>
                      </a:r>
                    </a:p>
                  </a:txBody>
                  <a:tcPr anchor="ctr"/>
                </a:tc>
                <a:tc>
                  <a:txBody>
                    <a:bodyPr/>
                    <a:lstStyle/>
                    <a:p>
                      <a:pPr algn="ctr"/>
                      <a:r>
                        <a:rPr lang="en-US" sz="1400" b="1" dirty="0">
                          <a:solidFill>
                            <a:sysClr val="windowText" lastClr="000000"/>
                          </a:solidFill>
                          <a:latin typeface="Yu Gothic UI Semilight" panose="020B0400000000000000" pitchFamily="34" charset="-128"/>
                        </a:rPr>
                        <a:t>Change (%)</a:t>
                      </a:r>
                    </a:p>
                  </a:txBody>
                  <a:tcPr anchor="ctr"/>
                </a:tc>
                <a:extLst>
                  <a:ext uri="{0D108BD9-81ED-4DB2-BD59-A6C34878D82A}">
                    <a16:rowId xmlns:a16="http://schemas.microsoft.com/office/drawing/2014/main" val="3741017008"/>
                  </a:ext>
                </a:extLst>
              </a:tr>
              <a:tr h="541020">
                <a:tc>
                  <a:txBody>
                    <a:bodyPr/>
                    <a:lstStyle/>
                    <a:p>
                      <a:pPr algn="ctr"/>
                      <a:r>
                        <a:rPr lang="en-US" sz="1400" dirty="0">
                          <a:solidFill>
                            <a:sysClr val="windowText" lastClr="000000"/>
                          </a:solidFill>
                          <a:latin typeface="Yu Gothic UI Semilight" panose="020B0400000000000000" pitchFamily="34" charset="-128"/>
                        </a:rPr>
                        <a:t>Revenue</a:t>
                      </a:r>
                    </a:p>
                  </a:txBody>
                  <a:tcPr anchor="ctr"/>
                </a:tc>
                <a:tc>
                  <a:txBody>
                    <a:bodyPr/>
                    <a:lstStyle/>
                    <a:p>
                      <a:pPr algn="ctr"/>
                      <a:r>
                        <a:rPr lang="en-US" sz="1400" dirty="0">
                          <a:solidFill>
                            <a:sysClr val="windowText" lastClr="000000"/>
                          </a:solidFill>
                          <a:latin typeface="Yu Gothic UI Semilight" panose="020B0400000000000000" pitchFamily="34" charset="-128"/>
                        </a:rPr>
                        <a:t>$2,500,000</a:t>
                      </a:r>
                    </a:p>
                  </a:txBody>
                  <a:tcPr anchor="ctr"/>
                </a:tc>
                <a:tc>
                  <a:txBody>
                    <a:bodyPr/>
                    <a:lstStyle/>
                    <a:p>
                      <a:pPr algn="ctr"/>
                      <a:r>
                        <a:rPr lang="en-US" sz="1400" dirty="0">
                          <a:solidFill>
                            <a:sysClr val="windowText" lastClr="000000"/>
                          </a:solidFill>
                          <a:latin typeface="Yu Gothic UI Semilight" panose="020B0400000000000000" pitchFamily="34" charset="-128"/>
                        </a:rPr>
                        <a:t>$2,200,000</a:t>
                      </a:r>
                    </a:p>
                  </a:txBody>
                  <a:tcPr anchor="ctr"/>
                </a:tc>
                <a:tc>
                  <a:txBody>
                    <a:bodyPr/>
                    <a:lstStyle/>
                    <a:p>
                      <a:pPr algn="ctr"/>
                      <a:r>
                        <a:rPr lang="en-US" sz="1400" dirty="0">
                          <a:solidFill>
                            <a:sysClr val="windowText" lastClr="000000"/>
                          </a:solidFill>
                          <a:latin typeface="Yu Gothic UI Semilight" panose="020B0400000000000000" pitchFamily="34" charset="-128"/>
                        </a:rPr>
                        <a:t>+14%</a:t>
                      </a:r>
                    </a:p>
                  </a:txBody>
                  <a:tcPr anchor="ctr"/>
                </a:tc>
                <a:extLst>
                  <a:ext uri="{0D108BD9-81ED-4DB2-BD59-A6C34878D82A}">
                    <a16:rowId xmlns:a16="http://schemas.microsoft.com/office/drawing/2014/main" val="511888340"/>
                  </a:ext>
                </a:extLst>
              </a:tr>
              <a:tr h="541020">
                <a:tc>
                  <a:txBody>
                    <a:bodyPr/>
                    <a:lstStyle/>
                    <a:p>
                      <a:pPr algn="ctr"/>
                      <a:r>
                        <a:rPr lang="en-US" sz="1400" dirty="0">
                          <a:solidFill>
                            <a:sysClr val="windowText" lastClr="000000"/>
                          </a:solidFill>
                          <a:latin typeface="Yu Gothic UI Semilight" panose="020B0400000000000000" pitchFamily="34" charset="-128"/>
                        </a:rPr>
                        <a:t>Operating expenses</a:t>
                      </a:r>
                    </a:p>
                  </a:txBody>
                  <a:tcPr anchor="ctr"/>
                </a:tc>
                <a:tc>
                  <a:txBody>
                    <a:bodyPr/>
                    <a:lstStyle/>
                    <a:p>
                      <a:pPr algn="ctr"/>
                      <a:r>
                        <a:rPr lang="en-US" sz="1400" dirty="0">
                          <a:solidFill>
                            <a:sysClr val="windowText" lastClr="000000"/>
                          </a:solidFill>
                          <a:latin typeface="Yu Gothic UI Semilight" panose="020B0400000000000000" pitchFamily="34" charset="-128"/>
                        </a:rPr>
                        <a:t>$1,200,000</a:t>
                      </a:r>
                    </a:p>
                  </a:txBody>
                  <a:tcPr anchor="ctr"/>
                </a:tc>
                <a:tc>
                  <a:txBody>
                    <a:bodyPr/>
                    <a:lstStyle/>
                    <a:p>
                      <a:pPr algn="ctr"/>
                      <a:r>
                        <a:rPr lang="en-US" sz="1400" dirty="0">
                          <a:solidFill>
                            <a:sysClr val="windowText" lastClr="000000"/>
                          </a:solidFill>
                          <a:latin typeface="Yu Gothic UI Semilight" panose="020B0400000000000000" pitchFamily="34" charset="-128"/>
                        </a:rPr>
                        <a:t>$1,400,000</a:t>
                      </a:r>
                    </a:p>
                  </a:txBody>
                  <a:tcPr anchor="ctr"/>
                </a:tc>
                <a:tc>
                  <a:txBody>
                    <a:bodyPr/>
                    <a:lstStyle/>
                    <a:p>
                      <a:pPr algn="ctr"/>
                      <a:r>
                        <a:rPr lang="en-US" sz="1400" dirty="0">
                          <a:solidFill>
                            <a:sysClr val="windowText" lastClr="000000"/>
                          </a:solidFill>
                          <a:latin typeface="Yu Gothic UI Semilight" panose="020B0400000000000000" pitchFamily="34" charset="-128"/>
                        </a:rPr>
                        <a:t>-14%</a:t>
                      </a:r>
                    </a:p>
                  </a:txBody>
                  <a:tcPr anchor="ctr"/>
                </a:tc>
                <a:extLst>
                  <a:ext uri="{0D108BD9-81ED-4DB2-BD59-A6C34878D82A}">
                    <a16:rowId xmlns:a16="http://schemas.microsoft.com/office/drawing/2014/main" val="3937089168"/>
                  </a:ext>
                </a:extLst>
              </a:tr>
              <a:tr h="541020">
                <a:tc>
                  <a:txBody>
                    <a:bodyPr/>
                    <a:lstStyle/>
                    <a:p>
                      <a:pPr algn="ctr"/>
                      <a:r>
                        <a:rPr lang="en-US" sz="1400" dirty="0">
                          <a:solidFill>
                            <a:sysClr val="windowText" lastClr="000000"/>
                          </a:solidFill>
                          <a:latin typeface="Yu Gothic UI Semilight" panose="020B0400000000000000" pitchFamily="34" charset="-128"/>
                        </a:rPr>
                        <a:t>Net profit</a:t>
                      </a:r>
                    </a:p>
                  </a:txBody>
                  <a:tcPr anchor="ctr"/>
                </a:tc>
                <a:tc>
                  <a:txBody>
                    <a:bodyPr/>
                    <a:lstStyle/>
                    <a:p>
                      <a:pPr algn="ctr"/>
                      <a:r>
                        <a:rPr lang="en-US" sz="1400" dirty="0">
                          <a:solidFill>
                            <a:sysClr val="windowText" lastClr="000000"/>
                          </a:solidFill>
                          <a:latin typeface="Yu Gothic UI Semilight" panose="020B0400000000000000" pitchFamily="34" charset="-128"/>
                        </a:rPr>
                        <a:t>$1,000,000</a:t>
                      </a:r>
                    </a:p>
                  </a:txBody>
                  <a:tcPr anchor="ctr"/>
                </a:tc>
                <a:tc>
                  <a:txBody>
                    <a:bodyPr/>
                    <a:lstStyle/>
                    <a:p>
                      <a:pPr algn="ctr"/>
                      <a:r>
                        <a:rPr lang="en-US" sz="1400" dirty="0">
                          <a:solidFill>
                            <a:sysClr val="windowText" lastClr="000000"/>
                          </a:solidFill>
                          <a:latin typeface="Yu Gothic UI Semilight" panose="020B0400000000000000" pitchFamily="34" charset="-128"/>
                        </a:rPr>
                        <a:t>$800,000</a:t>
                      </a:r>
                    </a:p>
                  </a:txBody>
                  <a:tcPr anchor="ctr"/>
                </a:tc>
                <a:tc>
                  <a:txBody>
                    <a:bodyPr/>
                    <a:lstStyle/>
                    <a:p>
                      <a:pPr algn="ctr"/>
                      <a:r>
                        <a:rPr lang="en-US" sz="1400" dirty="0">
                          <a:solidFill>
                            <a:sysClr val="windowText" lastClr="000000"/>
                          </a:solidFill>
                          <a:latin typeface="Yu Gothic UI Semilight" panose="020B0400000000000000" pitchFamily="34" charset="-128"/>
                        </a:rPr>
                        <a:t>+25%</a:t>
                      </a:r>
                    </a:p>
                  </a:txBody>
                  <a:tcPr anchor="ctr"/>
                </a:tc>
                <a:extLst>
                  <a:ext uri="{0D108BD9-81ED-4DB2-BD59-A6C34878D82A}">
                    <a16:rowId xmlns:a16="http://schemas.microsoft.com/office/drawing/2014/main" val="1031597798"/>
                  </a:ext>
                </a:extLst>
              </a:tr>
              <a:tr h="541020">
                <a:tc>
                  <a:txBody>
                    <a:bodyPr/>
                    <a:lstStyle/>
                    <a:p>
                      <a:pPr algn="ctr"/>
                      <a:r>
                        <a:rPr lang="en-US" sz="1400" dirty="0">
                          <a:solidFill>
                            <a:sysClr val="windowText" lastClr="000000"/>
                          </a:solidFill>
                          <a:latin typeface="Yu Gothic UI Semilight" panose="020B0400000000000000" pitchFamily="34" charset="-128"/>
                        </a:rPr>
                        <a:t>Operating margin</a:t>
                      </a:r>
                    </a:p>
                  </a:txBody>
                  <a:tcPr anchor="ctr"/>
                </a:tc>
                <a:tc>
                  <a:txBody>
                    <a:bodyPr/>
                    <a:lstStyle/>
                    <a:p>
                      <a:pPr algn="ctr"/>
                      <a:r>
                        <a:rPr lang="en-US" sz="1400" dirty="0">
                          <a:solidFill>
                            <a:sysClr val="windowText" lastClr="000000"/>
                          </a:solidFill>
                          <a:latin typeface="Yu Gothic UI Semilight" panose="020B0400000000000000" pitchFamily="34" charset="-128"/>
                        </a:rPr>
                        <a:t>40%</a:t>
                      </a:r>
                    </a:p>
                  </a:txBody>
                  <a:tcPr anchor="ctr"/>
                </a:tc>
                <a:tc>
                  <a:txBody>
                    <a:bodyPr/>
                    <a:lstStyle/>
                    <a:p>
                      <a:pPr algn="ctr"/>
                      <a:r>
                        <a:rPr lang="en-US" sz="1400" dirty="0">
                          <a:solidFill>
                            <a:sysClr val="windowText" lastClr="000000"/>
                          </a:solidFill>
                          <a:latin typeface="Yu Gothic UI Semilight" panose="020B0400000000000000" pitchFamily="34" charset="-128"/>
                        </a:rPr>
                        <a:t>36%</a:t>
                      </a:r>
                    </a:p>
                  </a:txBody>
                  <a:tcPr anchor="ctr"/>
                </a:tc>
                <a:tc>
                  <a:txBody>
                    <a:bodyPr/>
                    <a:lstStyle/>
                    <a:p>
                      <a:pPr algn="ctr"/>
                      <a:r>
                        <a:rPr lang="en-US" sz="1400" dirty="0">
                          <a:solidFill>
                            <a:sysClr val="windowText" lastClr="000000"/>
                          </a:solidFill>
                          <a:latin typeface="Yu Gothic UI Semilight" panose="020B0400000000000000" pitchFamily="34" charset="-128"/>
                        </a:rPr>
                        <a:t>+4%</a:t>
                      </a:r>
                    </a:p>
                  </a:txBody>
                  <a:tcPr anchor="ctr"/>
                </a:tc>
                <a:extLst>
                  <a:ext uri="{0D108BD9-81ED-4DB2-BD59-A6C34878D82A}">
                    <a16:rowId xmlns:a16="http://schemas.microsoft.com/office/drawing/2014/main" val="1194376521"/>
                  </a:ext>
                </a:extLst>
              </a:tr>
              <a:tr h="541020">
                <a:tc>
                  <a:txBody>
                    <a:bodyPr/>
                    <a:lstStyle/>
                    <a:p>
                      <a:pPr algn="ctr"/>
                      <a:r>
                        <a:rPr lang="en-US" sz="1400" dirty="0">
                          <a:solidFill>
                            <a:sysClr val="windowText" lastClr="000000"/>
                          </a:solidFill>
                          <a:latin typeface="Yu Gothic UI Semilight" panose="020B0400000000000000" pitchFamily="34" charset="-128"/>
                        </a:rPr>
                        <a:t>Cash reserves</a:t>
                      </a:r>
                    </a:p>
                  </a:txBody>
                  <a:tcPr anchor="ctr"/>
                </a:tc>
                <a:tc>
                  <a:txBody>
                    <a:bodyPr/>
                    <a:lstStyle/>
                    <a:p>
                      <a:pPr algn="ctr"/>
                      <a:r>
                        <a:rPr lang="en-US" sz="1400" dirty="0">
                          <a:solidFill>
                            <a:sysClr val="windowText" lastClr="000000"/>
                          </a:solidFill>
                          <a:latin typeface="Yu Gothic UI Semilight" panose="020B0400000000000000" pitchFamily="34" charset="-128"/>
                        </a:rPr>
                        <a:t>$5,000,000</a:t>
                      </a:r>
                    </a:p>
                  </a:txBody>
                  <a:tcPr anchor="ctr"/>
                </a:tc>
                <a:tc>
                  <a:txBody>
                    <a:bodyPr/>
                    <a:lstStyle/>
                    <a:p>
                      <a:pPr algn="ctr"/>
                      <a:r>
                        <a:rPr lang="en-US" sz="1400" dirty="0">
                          <a:solidFill>
                            <a:sysClr val="windowText" lastClr="000000"/>
                          </a:solidFill>
                          <a:latin typeface="Yu Gothic UI Semilight" panose="020B0400000000000000" pitchFamily="34" charset="-128"/>
                        </a:rPr>
                        <a:t>$4,500,000</a:t>
                      </a:r>
                    </a:p>
                  </a:txBody>
                  <a:tcPr anchor="ctr"/>
                </a:tc>
                <a:tc>
                  <a:txBody>
                    <a:bodyPr/>
                    <a:lstStyle/>
                    <a:p>
                      <a:pPr algn="ctr"/>
                      <a:r>
                        <a:rPr lang="en-US" sz="1400" dirty="0">
                          <a:solidFill>
                            <a:sysClr val="windowText" lastClr="000000"/>
                          </a:solidFill>
                          <a:latin typeface="Yu Gothic UI Semilight" panose="020B0400000000000000" pitchFamily="34" charset="-128"/>
                        </a:rPr>
                        <a:t>+11%</a:t>
                      </a:r>
                    </a:p>
                  </a:txBody>
                  <a:tcPr anchor="ctr"/>
                </a:tc>
                <a:extLst>
                  <a:ext uri="{0D108BD9-81ED-4DB2-BD59-A6C34878D82A}">
                    <a16:rowId xmlns:a16="http://schemas.microsoft.com/office/drawing/2014/main" val="1918266800"/>
                  </a:ext>
                </a:extLst>
              </a:tr>
            </a:tbl>
          </a:graphicData>
        </a:graphic>
      </p:graphicFrame>
    </p:spTree>
    <p:extLst>
      <p:ext uri="{BB962C8B-B14F-4D97-AF65-F5344CB8AC3E}">
        <p14:creationId xmlns:p14="http://schemas.microsoft.com/office/powerpoint/2010/main" val="36046306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B3275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0034E89-1952-5288-08A0-70A4A73BE39E}"/>
              </a:ext>
            </a:extLst>
          </p:cNvPr>
          <p:cNvSpPr>
            <a:spLocks noGrp="1"/>
          </p:cNvSpPr>
          <p:nvPr>
            <p:ph type="title"/>
          </p:nvPr>
        </p:nvSpPr>
        <p:spPr>
          <a:xfrm>
            <a:off x="1704181" y="2167821"/>
            <a:ext cx="8783638" cy="2522359"/>
          </a:xfrm>
          <a:noFill/>
        </p:spPr>
        <p:txBody>
          <a:bodyPr>
            <a:noAutofit/>
          </a:bodyPr>
          <a:lstStyle/>
          <a:p>
            <a:r>
              <a:rPr lang="en-US" dirty="0"/>
              <a:t>Innovative solutions</a:t>
            </a:r>
          </a:p>
        </p:txBody>
      </p:sp>
    </p:spTree>
    <p:extLst>
      <p:ext uri="{BB962C8B-B14F-4D97-AF65-F5344CB8AC3E}">
        <p14:creationId xmlns:p14="http://schemas.microsoft.com/office/powerpoint/2010/main" val="30580855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2A0D7AA-8A21-B977-56ED-94406F29957C}"/>
              </a:ext>
            </a:extLst>
          </p:cNvPr>
          <p:cNvSpPr>
            <a:spLocks noGrp="1"/>
          </p:cNvSpPr>
          <p:nvPr>
            <p:ph type="title"/>
          </p:nvPr>
        </p:nvSpPr>
        <p:spPr>
          <a:xfrm>
            <a:off x="1754505" y="1013460"/>
            <a:ext cx="8682990" cy="2230802"/>
          </a:xfrm>
          <a:noFill/>
        </p:spPr>
        <p:txBody>
          <a:bodyPr anchor="ctr">
            <a:noAutofit/>
          </a:bodyPr>
          <a:lstStyle/>
          <a:p>
            <a:r>
              <a:rPr lang="en-US" noProof="0" dirty="0"/>
              <a:t>Thank you</a:t>
            </a:r>
          </a:p>
        </p:txBody>
      </p:sp>
      <p:sp>
        <p:nvSpPr>
          <p:cNvPr id="6" name="Content Placeholder 5">
            <a:extLst>
              <a:ext uri="{FF2B5EF4-FFF2-40B4-BE49-F238E27FC236}">
                <a16:creationId xmlns:a16="http://schemas.microsoft.com/office/drawing/2014/main" id="{54D0A6B8-78EB-52CA-3D46-A46FC880D386}"/>
              </a:ext>
            </a:extLst>
          </p:cNvPr>
          <p:cNvSpPr>
            <a:spLocks noGrp="1"/>
          </p:cNvSpPr>
          <p:nvPr>
            <p:ph idx="1"/>
          </p:nvPr>
        </p:nvSpPr>
        <p:spPr>
          <a:xfrm>
            <a:off x="1754505" y="3429000"/>
            <a:ext cx="8682989" cy="2230802"/>
          </a:xfrm>
          <a:noFill/>
        </p:spPr>
        <p:txBody>
          <a:bodyPr vert="horz" lIns="91440" tIns="45720" rIns="91440" bIns="45720" rtlCol="0" anchor="t" anchorCtr="0">
            <a:normAutofit/>
          </a:bodyPr>
          <a:lstStyle/>
          <a:p>
            <a:r>
              <a:rPr lang="en-US" noProof="0" dirty="0"/>
              <a:t>Peyton Davis | 424-555-0124</a:t>
            </a:r>
          </a:p>
          <a:p>
            <a:r>
              <a:rPr lang="en-US" noProof="0" dirty="0"/>
              <a:t>peyton@northwindtraders.com</a:t>
            </a:r>
          </a:p>
          <a:p>
            <a:r>
              <a:rPr lang="en-US" noProof="0" dirty="0"/>
              <a:t>www.northwindtraders.com</a:t>
            </a:r>
          </a:p>
        </p:txBody>
      </p:sp>
    </p:spTree>
    <p:extLst>
      <p:ext uri="{BB962C8B-B14F-4D97-AF65-F5344CB8AC3E}">
        <p14:creationId xmlns:p14="http://schemas.microsoft.com/office/powerpoint/2010/main" val="2715385371"/>
      </p:ext>
    </p:extLst>
  </p:cSld>
  <p:clrMapOvr>
    <a:masterClrMapping/>
  </p:clrMapOvr>
</p:sld>
</file>

<file path=ppt/theme/theme1.xml><?xml version="1.0" encoding="utf-8"?>
<a:theme xmlns:a="http://schemas.openxmlformats.org/drawingml/2006/main" name="Custom">
  <a:themeElements>
    <a:clrScheme name="Custom 269">
      <a:dk1>
        <a:sysClr val="windowText" lastClr="000000"/>
      </a:dk1>
      <a:lt1>
        <a:sysClr val="window" lastClr="FFFFFF"/>
      </a:lt1>
      <a:dk2>
        <a:srgbClr val="775F55"/>
      </a:dk2>
      <a:lt2>
        <a:srgbClr val="EBDDC3"/>
      </a:lt2>
      <a:accent1>
        <a:srgbClr val="E69F9A"/>
      </a:accent1>
      <a:accent2>
        <a:srgbClr val="C38C44"/>
      </a:accent2>
      <a:accent3>
        <a:srgbClr val="B32752"/>
      </a:accent3>
      <a:accent4>
        <a:srgbClr val="F5BF77"/>
      </a:accent4>
      <a:accent5>
        <a:srgbClr val="BDBB78"/>
      </a:accent5>
      <a:accent6>
        <a:srgbClr val="9FCDC6"/>
      </a:accent6>
      <a:hlink>
        <a:srgbClr val="F7B615"/>
      </a:hlink>
      <a:folHlink>
        <a:srgbClr val="704404"/>
      </a:folHlink>
    </a:clrScheme>
    <a:fontScheme name="Custom 190">
      <a:majorFont>
        <a:latin typeface="DM Serif Display"/>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w="12700" cap="flat">
          <a:noFill/>
          <a:prstDash val="solid"/>
          <a:miter/>
        </a:ln>
      </a:spPr>
      <a:bodyPr rtlCol="0" anchor="ctr"/>
      <a:lstStyle>
        <a:defPPr algn="l">
          <a:defRPr dirty="0"/>
        </a:defPPr>
      </a:lstStyle>
    </a:spDef>
  </a:objectDefaults>
  <a:extraClrSchemeLst/>
  <a:extLst>
    <a:ext uri="{05A4C25C-085E-4340-85A3-A5531E510DB2}">
      <thm15:themeFamily xmlns:thm15="http://schemas.microsoft.com/office/thememl/2012/main" name="TM88997677_win32_LW_V2" id="{A337E98B-B78A-4478-A7B4-5BC118FBE473}" vid="{BFD76E1B-16BC-4706-8DD0-46BF66D357C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documentManagement>
</p:properties>
</file>

<file path=customXml/itemProps1.xml><?xml version="1.0" encoding="utf-8"?>
<ds:datastoreItem xmlns:ds="http://schemas.openxmlformats.org/officeDocument/2006/customXml" ds:itemID="{0F60B100-7079-4DE7-AF7C-20BFB1D62C46}">
  <ds:schemaRefs>
    <ds:schemaRef ds:uri="http://schemas.microsoft.com/sharepoint/v3/contenttype/forms"/>
  </ds:schemaRefs>
</ds:datastoreItem>
</file>

<file path=customXml/itemProps2.xml><?xml version="1.0" encoding="utf-8"?>
<ds:datastoreItem xmlns:ds="http://schemas.openxmlformats.org/officeDocument/2006/customXml" ds:itemID="{118B1F56-8983-41A9-8E90-86247BC2C41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26A71AF-4CF2-4B95-BFB6-5C27500258C6}">
  <ds:schemaRefs>
    <ds:schemaRef ds:uri="http://schemas.openxmlformats.org/package/2006/metadata/core-properties"/>
    <ds:schemaRef ds:uri="http://schemas.microsoft.com/office/infopath/2007/PartnerControls"/>
    <ds:schemaRef ds:uri="http://schemas.microsoft.com/office/2006/metadata/properties"/>
    <ds:schemaRef ds:uri="http://www.w3.org/XML/1998/namespace"/>
    <ds:schemaRef ds:uri="http://purl.org/dc/elements/1.1/"/>
    <ds:schemaRef ds:uri="http://schemas.microsoft.com/office/2006/documentManagement/types"/>
    <ds:schemaRef ds:uri="230e9df3-be65-4c73-a93b-d1236ebd677e"/>
    <ds:schemaRef ds:uri="71af3243-3dd4-4a8d-8c0d-dd76da1f02a5"/>
    <ds:schemaRef ds:uri="16c05727-aa75-4e4a-9b5f-8a80a1165891"/>
    <ds:schemaRef ds:uri="http://schemas.microsoft.com/sharepoint/v3"/>
    <ds:schemaRef ds:uri="http://purl.org/dc/dcmitype/"/>
    <ds:schemaRef ds:uri="http://purl.org/dc/te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Rose suite presentation</Template>
  <TotalTime>0</TotalTime>
  <Words>771</Words>
  <Application>Microsoft Office PowerPoint</Application>
  <PresentationFormat>Widescreen</PresentationFormat>
  <Paragraphs>112</Paragraphs>
  <Slides>24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Yu Gothic UI Semilight</vt:lpstr>
      <vt:lpstr>Arial</vt:lpstr>
      <vt:lpstr>Calibri</vt:lpstr>
      <vt:lpstr>Courier New</vt:lpstr>
      <vt:lpstr>DM Serif Display</vt:lpstr>
      <vt:lpstr>Custom</vt:lpstr>
      <vt:lpstr>OKCupid – Machine Learning Analysis</vt:lpstr>
      <vt:lpstr>Introduction</vt:lpstr>
      <vt:lpstr>“In recent years, there has been a massive rise in the usage of dating apps to find love. Many of these apps use sophisticated data science techniques to recommend possible matches to users and to optimize the user experience. These apps give us access to a wealth of information that we’ve never had before about how different people experience romance.”   – Codecademy</vt:lpstr>
      <vt:lpstr>Overview</vt:lpstr>
      <vt:lpstr>Project Goals</vt:lpstr>
      <vt:lpstr>EDA</vt:lpstr>
      <vt:lpstr>The Dataset</vt:lpstr>
      <vt:lpstr>Numeric Data</vt:lpstr>
      <vt:lpstr>Categorical Data</vt:lpstr>
      <vt:lpstr>Target Label</vt:lpstr>
      <vt:lpstr>Data Preprocessing </vt:lpstr>
      <vt:lpstr>PowerPoint Presentation</vt:lpstr>
      <vt:lpstr>PowerPoint Presentation</vt:lpstr>
      <vt:lpstr>PowerPoint Presentation</vt:lpstr>
      <vt:lpstr>Model Building</vt:lpstr>
      <vt:lpstr>Model Evaluation</vt:lpstr>
      <vt:lpstr>Conclusion</vt:lpstr>
      <vt:lpstr>Product launch  timeline</vt:lpstr>
      <vt:lpstr>Marketing  strategies</vt:lpstr>
      <vt:lpstr>Financial  overview</vt:lpstr>
      <vt:lpstr>Quarterly  targets</vt:lpstr>
      <vt:lpstr>Financial  snapshot</vt:lpstr>
      <vt:lpstr>Innovative solutions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Azhar Majothi</dc:creator>
  <cp:lastModifiedBy>Azhar Majothi</cp:lastModifiedBy>
  <cp:revision>9</cp:revision>
  <dcterms:created xsi:type="dcterms:W3CDTF">2026-08-19T21:28:35Z</dcterms:created>
  <dcterms:modified xsi:type="dcterms:W3CDTF">2026-08-26T14:32:17Z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